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Independent chamber cycle holdout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tool pressure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Sheet1!$A$2:$A$12</c:f>
              <c:strCache>
                <c:ptCount val="11"/>
                <c:pt idx="0">
                  <c:v>Night shift 01</c:v>
                </c:pt>
                <c:pt idx="1">
                  <c:v>Night shift 02</c:v>
                </c:pt>
                <c:pt idx="2">
                  <c:v>Night shift 03</c:v>
                </c:pt>
                <c:pt idx="3">
                  <c:v>Night shift 04</c:v>
                </c:pt>
                <c:pt idx="4">
                  <c:v>Night shift 05</c:v>
                </c:pt>
                <c:pt idx="5">
                  <c:v>Night shift 06</c:v>
                </c:pt>
                <c:pt idx="6">
                  <c:v>Night shift 07</c:v>
                </c:pt>
                <c:pt idx="7">
                  <c:v>Night shift 08</c:v>
                </c:pt>
                <c:pt idx="8">
                  <c:v>Night shift 09</c:v>
                </c:pt>
                <c:pt idx="9">
                  <c:v>Night shift 10</c:v>
                </c:pt>
                <c:pt idx="10">
                  <c:v>Night shift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20.0</c:v>
                </c:pt>
                <c:pt idx="1">
                  <c:v>21.0</c:v>
                </c:pt>
                <c:pt idx="2">
                  <c:v>22.0</c:v>
                </c:pt>
                <c:pt idx="3">
                  <c:v>23.0</c:v>
                </c:pt>
                <c:pt idx="4">
                  <c:v>24.0</c:v>
                </c:pt>
                <c:pt idx="5">
                  <c:v>25.0</c:v>
                </c:pt>
                <c:pt idx="6">
                  <c:v>26.0</c:v>
                </c:pt>
                <c:pt idx="7">
                  <c:v>27.0</c:v>
                </c:pt>
                <c:pt idx="8">
                  <c:v>28.0</c:v>
                </c:pt>
                <c:pt idx="9">
                  <c:v>29.0</c:v>
                </c:pt>
                <c:pt idx="10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Conditioned chamber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Sheet1!$A$2:$A$12</c:f>
              <c:strCache>
                <c:ptCount val="11"/>
                <c:pt idx="0">
                  <c:v>Night shift 01</c:v>
                </c:pt>
                <c:pt idx="1">
                  <c:v>Night shift 02</c:v>
                </c:pt>
                <c:pt idx="2">
                  <c:v>Night shift 03</c:v>
                </c:pt>
                <c:pt idx="3">
                  <c:v>Night shift 04</c:v>
                </c:pt>
                <c:pt idx="4">
                  <c:v>Night shift 05</c:v>
                </c:pt>
                <c:pt idx="5">
                  <c:v>Night shift 06</c:v>
                </c:pt>
                <c:pt idx="6">
                  <c:v>Night shift 07</c:v>
                </c:pt>
                <c:pt idx="7">
                  <c:v>Night shift 08</c:v>
                </c:pt>
                <c:pt idx="8">
                  <c:v>Night shift 09</c:v>
                </c:pt>
                <c:pt idx="9">
                  <c:v>Night shift 10</c:v>
                </c:pt>
                <c:pt idx="10">
                  <c:v>Night shift 11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22.0</c:v>
                </c:pt>
                <c:pt idx="1">
                  <c:v>23.0</c:v>
                </c:pt>
                <c:pt idx="2">
                  <c:v>24.0</c:v>
                </c:pt>
                <c:pt idx="3">
                  <c:v>25.0</c:v>
                </c:pt>
                <c:pt idx="4">
                  <c:v>26.0</c:v>
                </c:pt>
                <c:pt idx="5">
                  <c:v>27.0</c:v>
                </c:pt>
                <c:pt idx="6">
                  <c:v>28.0</c:v>
                </c:pt>
                <c:pt idx="7">
                  <c:v>29.0</c:v>
                </c:pt>
                <c:pt idx="8">
                  <c:v>30.0</c:v>
                </c:pt>
                <c:pt idx="9">
                  <c:v>31.0</c:v>
                </c:pt>
                <c:pt idx="10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Adjusted gas flow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Sheet1!$A$2:$A$12</c:f>
              <c:strCache>
                <c:ptCount val="11"/>
                <c:pt idx="0">
                  <c:v>Night shift 01</c:v>
                </c:pt>
                <c:pt idx="1">
                  <c:v>Night shift 02</c:v>
                </c:pt>
                <c:pt idx="2">
                  <c:v>Night shift 03</c:v>
                </c:pt>
                <c:pt idx="3">
                  <c:v>Night shift 04</c:v>
                </c:pt>
                <c:pt idx="4">
                  <c:v>Night shift 05</c:v>
                </c:pt>
                <c:pt idx="5">
                  <c:v>Night shift 06</c:v>
                </c:pt>
                <c:pt idx="6">
                  <c:v>Night shift 07</c:v>
                </c:pt>
                <c:pt idx="7">
                  <c:v>Night shift 08</c:v>
                </c:pt>
                <c:pt idx="8">
                  <c:v>Night shift 09</c:v>
                </c:pt>
                <c:pt idx="9">
                  <c:v>Night shift 10</c:v>
                </c:pt>
                <c:pt idx="10">
                  <c:v>Night shift 11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24.0</c:v>
                </c:pt>
                <c:pt idx="1">
                  <c:v>25.0</c:v>
                </c:pt>
                <c:pt idx="2">
                  <c:v>26.0</c:v>
                </c:pt>
                <c:pt idx="3">
                  <c:v>27.0</c:v>
                </c:pt>
                <c:pt idx="4">
                  <c:v>28.0</c:v>
                </c:pt>
                <c:pt idx="5">
                  <c:v>29.0</c:v>
                </c:pt>
                <c:pt idx="6">
                  <c:v>30.0</c:v>
                </c:pt>
                <c:pt idx="7">
                  <c:v>31.0</c:v>
                </c:pt>
                <c:pt idx="8">
                  <c:v>32.0</c:v>
                </c:pt>
                <c:pt idx="9">
                  <c:v>33.0</c:v>
                </c:pt>
                <c:pt idx="10">
                  <c:v>34.0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34.7"/>
          <c:min val="19.3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Reading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11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VIZ::Independent chamber cycle holdout" descr="VisualizerSemantic:{&quot;id&quot;:&quot;c1&quot;,&quot;type&quot;:&quot;chart&quot;,&quot;engine&quot;:&quot;CoreChartEngine&quot;,&quot;element&quot;:&quot;Multi-Line&quot;,&quot;title&quot;:&quot;Independent chamber cycle holdout&quot;,&quot;order&quot;:0,&quot;dataset_id&quot;:&quot;d1&quot;,&quot;mapping&quot;:{&quot;x&quot;:&quot;period&quot;,&quot;category&quot;:&quot;period&quot;,&quot;series&quot;:&quot;group&quot;,&quot;y&quot;:&quot;reading&quot;,&quot;value&quot;:&quot;reading&quot;},&quot;chart_studio&quot;:{&quot;chart_type&quot;:&quot;Multi-Line&quot;,&quot;mapping&quot;:{&quot;x&quot;:&quot;period&quot;,&quot;series&quot;:&quot;group&quot;,&quot;y&quot;:&quot;reading&quot;},&quot;axes&quot;:{&quot;x&quot;:{&quot;auto&quot;:true,&quot;labelInterval&quot;:1,&quot;rotation&quot;:0,&quot;tickCount&quot;:6,&quot;title&quot;:&quot;&quot;,&quot;format&quot;:&quot;auto&quot;,&quot;show&quot;:true,&quot;position&quot;:&quot;bottom&quot;},&quot;y&quot;:{&quot;title&quot;:&quot;Reading&quot;,&quot;min&quot;:null,&quot;max&quot;:null,&quot;auto&quot;:true,&quot;zeroBaseline&quot;:false,&quot;format&quot;:&quot;auto&quot;,&quot;tickCount&quot;:5}},&quot;legend&quot;:{&quot;show&quot;:true,&quot;position&quot;:&quot;bottom&quot;,&quot;order&quot;:&quot;input&quot;},&quot;series&quot;:[{&quot;id&quot;:&quot;s1&quot;,&quot;key&quot;:&quot;Baseline tool pressure&quot;,&quot;field&quot;:&quot;group&quot;,&quot;label&quot;:&quot;Baseline tool pressure&quot;,&quot;visible&quot;:true,&quot;legend&quot;:true,&quot;axis&quot;:&quot;primary&quot;},{&quot;id&quot;:&quot;s2&quot;,&quot;key&quot;:&quot;Conditioned chamber&quot;,&quot;field&quot;:&quot;group&quot;,&quot;label&quot;:&quot;Conditioned chamber&quot;,&quot;visible&quot;:true,&quot;legend&quot;:true,&quot;axis&quot;:&quot;primary&quot;},{&quot;id&quot;:&quot;s3&quot;,&quot;key&quot;:&quot;Adjusted gas flow&quot;,&quot;field&quot;:&quot;group&quot;,&quot;label&quot;:&quot;Adjusted gas flow&quot;,&quot;visible&quot;:true,&quot;legend&quot;:true,&quot;axis&quot;:&quot;primary&quot;}]},&quot;x&quot;:80.0,&quot;y&quot;:90.0,&quot;w&quot;:520.0,&quot;h&quot;:320.0,&quot;data&quot;:[[&quot;Night shift 01&quot;,20],[&quot;Night shift 01&quot;,22],[&quot;Night shift 01&quot;,24],[&quot;Night shift 02&quot;,21],[&quot;Night shift 02&quot;,23],[&quot;Night shift 02&quot;,25],[&quot;Night shift 03&quot;,22],[&quot;Night shift 03&quot;,24],[&quot;Night shift 03&quot;,26],[&quot;Night shift 04&quot;,23],[&quot;Night shift 04&quot;,25],[&quot;Night shift 04&quot;,27],[&quot;Night shift 05&quot;,24],[&quot;Night shift 05&quot;,26],[&quot;Night shift 05&quot;,28],[&quot;Night shift 06&quot;,25],[&quot;Night shift 06&quot;,27],[&quot;Night shift 06&quot;,29],[&quot;Night shift 07&quot;,26],[&quot;Night shift 07&quot;,28],[&quot;Night shift 07&quot;,30],[&quot;Night shift 08&quot;,27],[&quot;Night shift 08&quot;,29],[&quot;Night shift 08&quot;,31],[&quot;Night shift 09&quot;,28],[&quot;Night shift 09&quot;,30],[&quot;Night shift 09&quot;,32],[&quot;Night shift 10&quot;,29],[&quot;Night shift 10&quot;,31],[&quot;Night shift 10&quot;,33],[&quot;Night shift 11&quot;,30],[&quot;Night shift 11&quot;,32],[&quot;Night shift 11&quot;,34]],&quot;rows&quot;:[{&quot;label&quot;:&quot;Night shift 01&quot;,&quot;value&quot;:20},{&quot;label&quot;:&quot;Night shift 01&quot;,&quot;value&quot;:22},{&quot;label&quot;:&quot;Night shift 01&quot;,&quot;value&quot;:24},{&quot;label&quot;:&quot;Night shift 02&quot;,&quot;value&quot;:21},{&quot;label&quot;:&quot;Night shift 02&quot;,&quot;value&quot;:23},{&quot;label&quot;:&quot;Night shift 02&quot;,&quot;value&quot;:25},{&quot;label&quot;:&quot;Night shift 03&quot;,&quot;value&quot;:22},{&quot;label&quot;:&quot;Night shift 03&quot;,&quot;value&quot;:24},{&quot;label&quot;:&quot;Night shift 03&quot;,&quot;value&quot;:26},{&quot;label&quot;:&quot;Night shift 04&quot;,&quot;value&quot;:23},{&quot;label&quot;:&quot;Night shift 04&quot;,&quot;value&quot;:25},{&quot;label&quot;:&quot;Night shift 04&quot;,&quot;value&quot;:27},{&quot;label&quot;:&quot;Night shift 05&quot;,&quot;value&quot;:24},{&quot;label&quot;:&quot;Night shift 05&quot;,&quot;value&quot;:26},{&quot;label&quot;:&quot;Night shift 05&quot;,&quot;value&quot;:28},{&quot;label&quot;:&quot;Night shift 06&quot;,&quot;value&quot;:25},{&quot;label&quot;:&quot;Night shift 06&quot;,&quot;value&quot;:27},{&quot;label&quot;:&quot;Night shift 06&quot;,&quot;value&quot;:29},{&quot;label&quot;:&quot;Night shift 07&quot;,&quot;value&quot;:26},{&quot;label&quot;:&quot;Night shift 07&quot;,&quot;value&quot;:28},{&quot;label&quot;:&quot;Night shift 07&quot;,&quot;value&quot;:30},{&quot;label&quot;:&quot;Night shift 08&quot;,&quot;value&quot;:27},{&quot;label&quot;:&quot;Night shift 08&quot;,&quot;value&quot;:29},{&quot;label&quot;:&quot;Night shift 08&quot;,&quot;value&quot;:31},{&quot;label&quot;:&quot;Night shift 09&quot;,&quot;value&quot;:28},{&quot;label&quot;:&quot;Night shift 09&quot;,&quot;value&quot;:30},{&quot;label&quot;:&quot;Night shift 09&quot;,&quot;value&quot;:32},{&quot;label&quot;:&quot;Night shift 10&quot;,&quot;value&quot;:29},{&quot;label&quot;:&quot;Night shift 10&quot;,&quot;value&quot;:31},{&quot;label&quot;:&quot;Night shift 10&quot;,&quot;value&quot;:33},{&quot;label&quot;:&quot;Night shift 11&quot;,&quot;value&quot;:30},{&quot;label&quot;:&quot;Night shift 11&quot;,&quot;value&quot;:32},{&quot;label&quot;:&quot;Night shift 11&quot;,&quot;value&quot;:34}],&quot;observations&quot;:[{&quot;label&quot;:&quot;Night shift 01&quot;,&quot;value&quot;:20},{&quot;label&quot;:&quot;Night shift 01&quot;,&quot;value&quot;:22},{&quot;label&quot;:&quot;Night shift 01&quot;,&quot;value&quot;:24},{&quot;label&quot;:&quot;Night shift 02&quot;,&quot;value&quot;:21},{&quot;label&quot;:&quot;Night shift 02&quot;,&quot;value&quot;:23},{&quot;label&quot;:&quot;Night shift 02&quot;,&quot;value&quot;:25},{&quot;label&quot;:&quot;Night shift 03&quot;,&quot;value&quot;:22},{&quot;label&quot;:&quot;Night shift 03&quot;,&quot;value&quot;:24},{&quot;label&quot;:&quot;Night shift 03&quot;,&quot;value&quot;:26},{&quot;label&quot;:&quot;Night shift 04&quot;,&quot;value&quot;:23},{&quot;label&quot;:&quot;Night shift 04&quot;,&quot;value&quot;:25},{&quot;label&quot;:&quot;Night shift 04&quot;,&quot;value&quot;:27},{&quot;label&quot;:&quot;Night shift 05&quot;,&quot;value&quot;:24},{&quot;label&quot;:&quot;Night shift 05&quot;,&quot;value&quot;:26},{&quot;label&quot;:&quot;Night shift 05&quot;,&quot;value&quot;:28},{&quot;label&quot;:&quot;Night shift 06&quot;,&quot;value&quot;:25},{&quot;label&quot;:&quot;Night shift 06&quot;,&quot;value&quot;:27},{&quot;label&quot;:&quot;Night shift 06&quot;,&quot;value&quot;:29},{&quot;label&quot;:&quot;Night shift 07&quot;,&quot;value&quot;:26},{&quot;label&quot;:&quot;Night shift 07&quot;,&quot;value&quot;:28},{&quot;label&quot;:&quot;Night shift 07&quot;,&quot;value&quot;:30},{&quot;label&quot;:&quot;Night shift 08&quot;,&quot;value&quot;:27},{&quot;label&quot;:&quot;Night shift 08&quot;,&quot;value&quot;:29},{&quot;label&quot;:&quot;Night shift 08&quot;,&quot;value&quot;:31},{&quot;label&quot;:&quot;Night shift 09&quot;,&quot;value&quot;:28},{&quot;label&quot;:&quot;Night shift 09&quot;,&quot;value&quot;:30},{&quot;label&quot;:&quot;Night shift 09&quot;,&quot;value&quot;:32},{&quot;label&quot;:&quot;Night shift 10&quot;,&quot;value&quot;:29},{&quot;label&quot;:&quot;Night shift 10&quot;,&quot;value&quot;:31},{&quot;label&quot;:&quot;Night shift 10&quot;,&quot;value&quot;:33},{&quot;label&quot;:&quot;Night shift 11&quot;,&quot;value&quot;:30},{&quot;label&quot;:&quot;Night shift 11&quot;,&quot;value&quot;:32},{&quot;label&quot;:&quot;Night shift 11&quot;,&quot;value&quot;:34}]}"/>
          <p:cNvGraphicFramePr>
            <a:graphicFrameLocks noGrp="1"/>
          </p:cNvGraphicFramePr>
          <p:nvPr/>
        </p:nvGraphicFramePr>
        <p:xfrm>
          <a:off x="609599" y="685799"/>
          <a:ext cx="3962399" cy="2438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Independent chamber cycle holdout::chart-label-band"/>
          <p:cNvSpPr/>
          <p:nvPr/>
        </p:nvSpPr>
        <p:spPr>
          <a:xfrm>
            <a:off x="1104898" y="2575559"/>
            <a:ext cx="34670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VIZ::Independent chamber cycle holdout::category-label-axis"/>
          <p:cNvCxnSpPr/>
          <p:nvPr/>
        </p:nvCxnSpPr>
        <p:spPr>
          <a:xfrm>
            <a:off x="1124710" y="2587751"/>
            <a:ext cx="3288792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VIZ::Independent chamber cycle holdout::category-label-0"/>
          <p:cNvSpPr txBox="1"/>
          <p:nvPr/>
        </p:nvSpPr>
        <p:spPr>
          <a:xfrm>
            <a:off x="1124710" y="2612135"/>
            <a:ext cx="98348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Night shift 01</a:t>
            </a:r>
          </a:p>
        </p:txBody>
      </p:sp>
      <p:sp>
        <p:nvSpPr>
          <p:cNvPr id="7" name="VIZ::Independent chamber cycle holdout::category-label-5"/>
          <p:cNvSpPr txBox="1"/>
          <p:nvPr/>
        </p:nvSpPr>
        <p:spPr>
          <a:xfrm>
            <a:off x="2277362" y="2612135"/>
            <a:ext cx="98348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Night shift 06</a:t>
            </a:r>
          </a:p>
        </p:txBody>
      </p:sp>
      <p:sp>
        <p:nvSpPr>
          <p:cNvPr id="8" name="VIZ::Independent chamber cycle holdout::category-label-10"/>
          <p:cNvSpPr txBox="1"/>
          <p:nvPr/>
        </p:nvSpPr>
        <p:spPr>
          <a:xfrm>
            <a:off x="3430014" y="2612135"/>
            <a:ext cx="98348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800">
                <a:latin typeface="Arial"/>
              </a:defRPr>
            </a:pPr>
            <a:r>
              <a:t>Night shift 11</a:t>
            </a:r>
          </a:p>
        </p:txBody>
      </p:sp>
      <p:sp>
        <p:nvSpPr>
          <p:cNvPr id="9" name="VIZ::Independent chamber cycle holdout::legend-marker-0"/>
          <p:cNvSpPr/>
          <p:nvPr/>
        </p:nvSpPr>
        <p:spPr>
          <a:xfrm>
            <a:off x="1189734" y="2909569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Z::Independent chamber cycle holdout::legend-label-0"/>
          <p:cNvSpPr txBox="1"/>
          <p:nvPr/>
        </p:nvSpPr>
        <p:spPr>
          <a:xfrm>
            <a:off x="1291334" y="2880359"/>
            <a:ext cx="1408683" cy="121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54">
                <a:latin typeface="Arial"/>
              </a:defRPr>
            </a:pPr>
            <a:r>
              <a:t>Baseline tool pressure</a:t>
            </a:r>
          </a:p>
        </p:txBody>
      </p:sp>
      <p:sp>
        <p:nvSpPr>
          <p:cNvPr id="11" name="VIZ::Independent chamber cycle holdout::legend-marker-1"/>
          <p:cNvSpPr/>
          <p:nvPr/>
        </p:nvSpPr>
        <p:spPr>
          <a:xfrm>
            <a:off x="2814317" y="2909569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Z::Independent chamber cycle holdout::legend-label-1"/>
          <p:cNvSpPr txBox="1"/>
          <p:nvPr/>
        </p:nvSpPr>
        <p:spPr>
          <a:xfrm>
            <a:off x="2915917" y="2880359"/>
            <a:ext cx="1408683" cy="121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87">
                <a:latin typeface="Arial"/>
              </a:defRPr>
            </a:pPr>
            <a:r>
              <a:t>Conditioned chamber</a:t>
            </a:r>
          </a:p>
        </p:txBody>
      </p:sp>
      <p:sp>
        <p:nvSpPr>
          <p:cNvPr id="13" name="VIZ::Independent chamber cycle holdout::legend-marker-2"/>
          <p:cNvSpPr/>
          <p:nvPr/>
        </p:nvSpPr>
        <p:spPr>
          <a:xfrm>
            <a:off x="1189734" y="3031489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Independent chamber cycle holdout::legend-label-2"/>
          <p:cNvSpPr txBox="1"/>
          <p:nvPr/>
        </p:nvSpPr>
        <p:spPr>
          <a:xfrm>
            <a:off x="1291334" y="3002279"/>
            <a:ext cx="1408683" cy="121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87">
                <a:latin typeface="Arial"/>
              </a:defRPr>
            </a:pPr>
            <a:r>
              <a:t>Adjusted gas flow</a:t>
            </a:r>
          </a:p>
        </p:txBody>
      </p:sp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period&quot;,&quot;name&quot;:&quot;Period&quot;,&quot;type&quot;:&quot;categorical&quot;},{&quot;id&quot;:&quot;group&quot;,&quot;name&quot;:&quot;Group&quot;,&quot;type&quot;:&quot;categorical&quot;},{&quot;id&quot;:&quot;reading&quot;,&quot;name&quot;:&quot;Reading&quot;,&quot;type&quot;:&quot;number&quot;}],&quot;id&quot;:&quot;d1&quot;,&quot;name&quot;:&quot;Readings&quot;,&quot;rows&quot;:[[&quot;Night shift 01&quot;,&quot;Baseline tool pressure&quot;,20],[&quot;Night shift 01&quot;,&quot;Conditioned chamber&quot;,22],[&quot;Night shift 01&quot;,&quot;Adjusted gas flow&quot;,24],[&quot;Night shift 02&quot;,&quot;Baseline tool pressure&quot;,21],[&quot;Night shift 02&quot;,&quot;Conditioned chamber&quot;,23],[&quot;Night shift 02&quot;,&quot;Adjusted gas flow&quot;,25],[&quot;Night shift 03&quot;,&quot;Baseline tool pressure&quot;,22],[&quot;Night shift 03&quot;,&quot;Conditioned chamber&quot;,24],[&quot;Night shift 03&quot;,&quot;Adjusted gas flow&quot;,26],[&quot;Night shift 04&quot;,&quot;Baseline tool pressure&quot;,23],[&quot;Night shift 04&quot;,&quot;Conditioned chamber&quot;,25],[&quot;Night shift 04&quot;,&quot;Adjusted gas flow&quot;,27],[&quot;Night shift 05&quot;,&quot;Baseline tool pressure&quot;,24],[&quot;Night shift 05&quot;,&quot;Conditioned chamber&quot;,26],[&quot;Night shift 05&quot;,&quot;Adjusted gas flow&quot;,28],[&quot;Night shift 06&quot;,&quot;Baseline tool pressure&quot;,25],[&quot;Night shift 06&quot;,&quot;Conditioned chamber&quot;,27],[&quot;Night shift 06&quot;,&quot;Adjusted gas flow&quot;,29],[&quot;Night shift 07&quot;,&quot;Baseline tool pressure&quot;,26],[&quot;Night shift 07&quot;,&quot;Conditioned chamber&quot;,28],[&quot;Night shift 07&quot;,&quot;Adjusted gas flow&quot;,30],[&quot;Night shift 08&quot;,&quot;Baseline tool pressure&quot;,27],[&quot;Night shift 08&quot;,&quot;Conditioned chamber&quot;,29],[&quot;Night shift 08&quot;,&quot;Adjusted gas flow&quot;,31],[&quot;Night shift 09&quot;,&quot;Baseline tool pressure&quot;,28],[&quot;Night shift 09&quot;,&quot;Conditioned chamber&quot;,30],[&quot;Night shift 09&quot;,&quot;Adjusted gas flow&quot;,32],[&quot;Night shift 10&quot;,&quot;Baseline tool pressure&quot;,29],[&quot;Night shift 10&quot;,&quot;Conditioned chamber&quot;,31],[&quot;Night shift 10&quot;,&quot;Adjusted gas flow&quot;,33],[&quot;Night shift 11&quot;,&quot;Baseline tool pressure&quot;,30],[&quot;Night shift 11&quot;,&quot;Conditioned chamber&quot;,32],[&quot;Night shift 11&quot;,&quot;Adjusted gas flow&quot;,34]]}],&quot;groups&quot;:{},&quot;items&quot;:[{&quot;chart_studio&quot;:{&quot;axes&quot;:{&quot;x&quot;:{&quot;auto&quot;:true,&quot;format&quot;:&quot;auto&quot;,&quot;labelInterval&quot;:1,&quot;position&quot;:&quot;bottom&quot;,&quot;rotation&quot;:0,&quot;show&quot;:true,&quot;tickCount&quot;:6,&quot;title&quot;:&quot;&quot;},&quot;y&quot;:{&quot;auto&quot;:true,&quot;format&quot;:&quot;auto&quot;,&quot;max&quot;:null,&quot;min&quot;:null,&quot;tickCount&quot;:5,&quot;title&quot;:&quot;Reading&quot;,&quot;zeroBaseline&quot;:false}},&quot;chart_type&quot;:&quot;Multi-Line&quot;,&quot;legend&quot;:{&quot;order&quot;:&quot;input&quot;,&quot;position&quot;:&quot;bottom&quot;,&quot;show&quot;:true},&quot;mapping&quot;:{&quot;series&quot;:&quot;group&quot;,&quot;x&quot;:&quot;period&quot;,&quot;y&quot;:&quot;reading&quot;},&quot;series&quot;:[{&quot;axis&quot;:&quot;primary&quot;,&quot;field&quot;:&quot;group&quot;,&quot;id&quot;:&quot;s1&quot;,&quot;key&quot;:&quot;Baseline tool pressure&quot;,&quot;label&quot;:&quot;Baseline tool pressure&quot;,&quot;legend&quot;:true,&quot;visible&quot;:true},{&quot;axis&quot;:&quot;primary&quot;,&quot;field&quot;:&quot;group&quot;,&quot;id&quot;:&quot;s2&quot;,&quot;key&quot;:&quot;Conditioned chamber&quot;,&quot;label&quot;:&quot;Conditioned chamber&quot;,&quot;legend&quot;:true,&quot;visible&quot;:true},{&quot;axis&quot;:&quot;primary&quot;,&quot;field&quot;:&quot;group&quot;,&quot;id&quot;:&quot;s3&quot;,&quot;key&quot;:&quot;Adjusted gas flow&quot;,&quot;label&quot;:&quot;Adjusted gas flow&quot;,&quot;legend&quot;:true,&quot;visible&quot;:true}]},&quot;dataset_id&quot;:&quot;d1&quot;,&quot;element&quot;:&quot;Multi-Line&quot;,&quot;engine&quot;:&quot;CoreChartEngine&quot;,&quot;h&quot;:320,&quot;id&quot;:&quot;c1&quot;,&quot;mapping&quot;:{&quot;category&quot;:&quot;period&quot;,&quot;series&quot;:&quot;group&quot;,&quot;value&quot;:&quot;reading&quot;,&quot;x&quot;:&quot;period&quot;,&quot;y&quot;:&quot;reading&quot;},&quot;order&quot;:0,&quot;title&quot;:&quot;Independent chamber cycle holdout&quot;,&quot;type&quot;:&quot;chart&quot;,&quot;w&quot;:520,&quot;x&quot;:80,&quot;y&quot;:90}],&quot;layoutPreset&quot;:&quot;editorial&quot;,&quot;mode&quot;:&quot;guided&quot;,&quot;nextId&quot;: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