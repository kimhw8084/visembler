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7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latin typeface="Arial"/>
              </a:defRPr>
            </a:pPr>
            <a:r>
              <a:t>Measurements over time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Control</c:v>
                </c:pt>
              </c:strCache>
            </c:strRef>
          </c:tx>
          <c:spPr>
            <a:ln>
              <a:solidFill>
                <a:srgbClr val="1769D1"/>
              </a:solidFill>
            </a:ln>
          </c:spPr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8.0</c:v>
                </c:pt>
                <c:pt idx="1">
                  <c:v>9.0</c:v>
                </c:pt>
                <c:pt idx="2">
                  <c:v>10.0</c:v>
                </c:pt>
                <c:pt idx="3">
                  <c:v>11.0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Treatment</c:v>
                </c:pt>
              </c:strCache>
            </c:strRef>
          </c:tx>
          <c:spPr>
            <a:ln>
              <a:solidFill>
                <a:srgbClr val="2E8B72"/>
              </a:solidFill>
            </a:ln>
          </c:spPr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9.0</c:v>
                </c:pt>
                <c:pt idx="1">
                  <c:v>10.0</c:v>
                </c:pt>
                <c:pt idx="2">
                  <c:v>12.0</c:v>
                </c:pt>
                <c:pt idx="3">
                  <c:v>13.0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3.25"/>
          <c:min val="7.75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t>Reading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>
              <a:latin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3" name="VIZ::Measurements over time" descr="VisualizerSemantic:{&quot;id&quot;:&quot;c1&quot;,&quot;type&quot;:&quot;chart&quot;,&quot;engine&quot;:&quot;CoreChartEngine&quot;,&quot;element&quot;:&quot;Multi-Line&quot;,&quot;title&quot;:&quot;Measurements over time&quot;,&quot;order&quot;:0,&quot;dataset_id&quot;:&quot;d1&quot;,&quot;mapping&quot;:{&quot;x&quot;:&quot;period&quot;,&quot;category&quot;:&quot;period&quot;,&quot;series&quot;:&quot;group&quot;,&quot;y&quot;:&quot;reading&quot;,&quot;value&quot;:&quot;reading&quot;},&quot;chart_studio&quot;:{&quot;chart_type&quot;:&quot;Multi-Line&quot;,&quot;mapping&quot;:{&quot;x&quot;:&quot;period&quot;,&quot;series&quot;:&quot;group&quot;,&quot;y&quot;:&quot;reading&quot;},&quot;axes&quot;:{&quot;x&quot;:{&quot;auto&quot;:true,&quot;labelInterval&quot;:1,&quot;rotation&quot;:0,&quot;tickCount&quot;:6,&quot;title&quot;:&quot;&quot;,&quot;format&quot;:&quot;auto&quot;,&quot;show&quot;:true,&quot;position&quot;:&quot;bottom&quot;},&quot;y&quot;:{&quot;title&quot;:&quot;Reading&quot;,&quot;min&quot;:null,&quot;max&quot;:null,&quot;auto&quot;:true,&quot;zeroBaseline&quot;:false,&quot;format&quot;:&quot;auto&quot;,&quot;tickCount&quot;:5}},&quot;legend&quot;:{&quot;show&quot;:true,&quot;position&quot;:&quot;bottom&quot;,&quot;order&quot;:&quot;input&quot;},&quot;series&quot;:[{&quot;id&quot;:&quot;s1&quot;,&quot;key&quot;:&quot;Control&quot;,&quot;field&quot;:&quot;group&quot;,&quot;label&quot;:&quot;Control&quot;,&quot;visible&quot;:true,&quot;legend&quot;:true,&quot;axis&quot;:&quot;primary&quot;},{&quot;id&quot;:&quot;s2&quot;,&quot;key&quot;:&quot;Treatment&quot;,&quot;field&quot;:&quot;group&quot;,&quot;label&quot;:&quot;Treatment&quot;,&quot;visible&quot;:true,&quot;legend&quot;:true,&quot;axis&quot;:&quot;primary&quot;}]},&quot;x&quot;:30.0,&quot;y&quot;:40.0,&quot;w&quot;:720.0,&quot;h&quot;:380.0,&quot;data&quot;:[[&quot;W1&quot;,8],[&quot;W1&quot;,9],[&quot;W2&quot;,9],[&quot;W2&quot;,10],[&quot;W3&quot;,10],[&quot;W3&quot;,12],[&quot;W4&quot;,11],[&quot;W4&quot;,13]],&quot;rows&quot;:[{&quot;label&quot;:&quot;W1&quot;,&quot;value&quot;:8},{&quot;label&quot;:&quot;W1&quot;,&quot;value&quot;:9},{&quot;label&quot;:&quot;W2&quot;,&quot;value&quot;:9},{&quot;label&quot;:&quot;W2&quot;,&quot;value&quot;:10},{&quot;label&quot;:&quot;W3&quot;,&quot;value&quot;:10},{&quot;label&quot;:&quot;W3&quot;,&quot;value&quot;:12},{&quot;label&quot;:&quot;W4&quot;,&quot;value&quot;:11},{&quot;label&quot;:&quot;W4&quot;,&quot;value&quot;:13}],&quot;observations&quot;:[{&quot;label&quot;:&quot;W1&quot;,&quot;value&quot;:8},{&quot;label&quot;:&quot;W1&quot;,&quot;value&quot;:9},{&quot;label&quot;:&quot;W2&quot;,&quot;value&quot;:9},{&quot;label&quot;:&quot;W2&quot;,&quot;value&quot;:10},{&quot;label&quot;:&quot;W3&quot;,&quot;value&quot;:10},{&quot;label&quot;:&quot;W3&quot;,&quot;value&quot;:12},{&quot;label&quot;:&quot;W4&quot;,&quot;value&quot;:11},{&quot;label&quot;:&quot;W4&quot;,&quot;value&quot;:13}]}"/>
          <p:cNvGraphicFramePr>
            <a:graphicFrameLocks noGrp="1"/>
          </p:cNvGraphicFramePr>
          <p:nvPr/>
        </p:nvGraphicFramePr>
        <p:xfrm>
          <a:off x="228599" y="304800"/>
          <a:ext cx="5486399" cy="2895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4" name="VIZ::SemanticReport" descr="VisualizerSemanticReport:{&quot;authoring_schema&quot;:&quot;authoring-p0-v1&quot;,&quot;canvas&quot;:{&quot;height&quot;:900,&quot;width&quot;:1600},&quot;crossFilter&quot;:null,&quot;datasets&quot;:[{&quot;fields&quot;:[{&quot;id&quot;:&quot;period&quot;,&quot;name&quot;:&quot;Period&quot;,&quot;type&quot;:&quot;categorical&quot;},{&quot;id&quot;:&quot;group&quot;,&quot;name&quot;:&quot;Group&quot;,&quot;type&quot;:&quot;categorical&quot;},{&quot;id&quot;:&quot;reading&quot;,&quot;name&quot;:&quot;Reading&quot;,&quot;type&quot;:&quot;number&quot;}],&quot;id&quot;:&quot;d1&quot;,&quot;name&quot;:&quot;Readings&quot;,&quot;rows&quot;:[[&quot;W1&quot;,&quot;Control&quot;,8],[&quot;W1&quot;,&quot;Treatment&quot;,9],[&quot;W2&quot;,&quot;Control&quot;,9],[&quot;W2&quot;,&quot;Treatment&quot;,10],[&quot;W3&quot;,&quot;Control&quot;,10],[&quot;W3&quot;,&quot;Treatment&quot;,12],[&quot;W4&quot;,&quot;Control&quot;,11],[&quot;W4&quot;,&quot;Treatment&quot;,13]]}],&quot;groups&quot;:{},&quot;items&quot;:[{&quot;chart_studio&quot;:{&quot;axes&quot;:{&quot;x&quot;:{&quot;auto&quot;:true,&quot;format&quot;:&quot;auto&quot;,&quot;labelInterval&quot;:1,&quot;position&quot;:&quot;bottom&quot;,&quot;rotation&quot;:0,&quot;show&quot;:true,&quot;tickCount&quot;:6,&quot;title&quot;:&quot;&quot;},&quot;y&quot;:{&quot;auto&quot;:true,&quot;format&quot;:&quot;auto&quot;,&quot;max&quot;:null,&quot;min&quot;:null,&quot;tickCount&quot;:5,&quot;title&quot;:&quot;Reading&quot;,&quot;zeroBaseline&quot;:false}},&quot;chart_type&quot;:&quot;Multi-Line&quot;,&quot;legend&quot;:{&quot;order&quot;:&quot;input&quot;,&quot;position&quot;:&quot;bottom&quot;,&quot;show&quot;:true},&quot;mapping&quot;:{&quot;series&quot;:&quot;group&quot;,&quot;x&quot;:&quot;period&quot;,&quot;y&quot;:&quot;reading&quot;},&quot;series&quot;:[{&quot;axis&quot;:&quot;primary&quot;,&quot;field&quot;:&quot;group&quot;,&quot;id&quot;:&quot;s1&quot;,&quot;key&quot;:&quot;Control&quot;,&quot;label&quot;:&quot;Control&quot;,&quot;legend&quot;:true,&quot;visible&quot;:true},{&quot;axis&quot;:&quot;primary&quot;,&quot;field&quot;:&quot;group&quot;,&quot;id&quot;:&quot;s2&quot;,&quot;key&quot;:&quot;Treatment&quot;,&quot;label&quot;:&quot;Treatment&quot;,&quot;legend&quot;:true,&quot;visible&quot;:true}]},&quot;dataset_id&quot;:&quot;d1&quot;,&quot;element&quot;:&quot;Multi-Line&quot;,&quot;engine&quot;:&quot;CoreChartEngine&quot;,&quot;h&quot;:380,&quot;id&quot;:&quot;c1&quot;,&quot;mapping&quot;:{&quot;category&quot;:&quot;period&quot;,&quot;series&quot;:&quot;group&quot;,&quot;value&quot;:&quot;reading&quot;,&quot;x&quot;:&quot;period&quot;,&quot;y&quot;:&quot;reading&quot;},&quot;order&quot;:0,&quot;title&quot;:&quot;Measurements over time&quot;,&quot;type&quot;:&quot;chart&quot;,&quot;w&quot;:720,&quot;x&quot;:30,&quot;y&quot;:40}],&quot;layoutPreset&quot;:&quot;editorial&quot;,&quot;mode&quot;:&quot;guided&quot;,&quot;nextId&quot;:2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