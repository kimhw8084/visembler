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Delivered MW by dispatch resource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Battery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34.0</c:v>
                </c:pt>
                <c:pt idx="1">
                  <c:v>32.0</c:v>
                </c:pt>
                <c:pt idx="2">
                  <c:v>29.0</c:v>
                </c:pt>
                <c:pt idx="3">
                  <c:v>28.0</c:v>
                </c:pt>
                <c:pt idx="4">
                  <c:v>25.0</c:v>
                </c:pt>
                <c:pt idx="5">
                  <c:v>24.0</c:v>
                </c:pt>
                <c:pt idx="6">
                  <c:v>22.0</c:v>
                </c:pt>
                <c:pt idx="7">
                  <c:v>21.0</c:v>
                </c:pt>
                <c:pt idx="8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response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18.0</c:v>
                </c:pt>
                <c:pt idx="1">
                  <c:v>18.0</c:v>
                </c:pt>
                <c:pt idx="2">
                  <c:v>16.0</c:v>
                </c:pt>
                <c:pt idx="3">
                  <c:v>16.0</c:v>
                </c:pt>
                <c:pt idx="4">
                  <c:v>14.0</c:v>
                </c:pt>
                <c:pt idx="5">
                  <c:v>12.0</c:v>
                </c:pt>
                <c:pt idx="6">
                  <c:v>10.0</c:v>
                </c:pt>
                <c:pt idx="7">
                  <c:v>8.0</c:v>
                </c:pt>
                <c:pt idx="8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Firm imports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41.0</c:v>
                </c:pt>
                <c:pt idx="1">
                  <c:v>40.0</c:v>
                </c:pt>
                <c:pt idx="2">
                  <c:v>40.0</c:v>
                </c:pt>
                <c:pt idx="3">
                  <c:v>39.0</c:v>
                </c:pt>
                <c:pt idx="4">
                  <c:v>37.0</c:v>
                </c:pt>
                <c:pt idx="5">
                  <c:v>37.0</c:v>
                </c:pt>
                <c:pt idx="6">
                  <c:v>36.0</c:v>
                </c:pt>
                <c:pt idx="7">
                  <c:v>34.0</c:v>
                </c:pt>
                <c:pt idx="8">
                  <c:v>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42.65"/>
          <c:min val="6.3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VIZ::Delivered MW by dispatch resourc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Multi-Line&quot;,&quot;dataset&quot;:{&quot;fields&quot;:[{&quot;id&quot;:&quot;window_1&quot;,&quot;name&quot;:&quot;Window&quot;,&quot;nullable&quot;:false,&quot;profile&quot;:{&quot;distinct&quot;:8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19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1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],&quot;source&quot;:{&quot;imported_at&quot;:&quot;2026-09-26T19:18:25.631Z&quot;,&quot;kind&quot;:&quot;clipboard&quot;,&quot;label&quot;:&quot;TSV&quot;},&quot;warnings&quot;:[]},&quot;dataset_id&quot;:&quot;dataset-muirvtjz-8w9hyl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series&quot;:&quot;resource_2&quot;,&quot;x&quot;:&quot;window_1&quot;,&quot;y&quot;:&quot;delivered_mw_3&quot;},&quot;recipe&quot;:null,&quot;recommendations&quot;:[{&quot;confidence&quot;:0.93,&quot;mapping&quot;:{&quot;series&quot;:&quot;resource_2&quot;,&quot;x&quot;:&quot;window_1&quot;,&quot;y&quot;:&quot;delivered_mw_3&quot;},&quot;reason&quot;:&quot;A horizontal field and numeric measure are available.&quot;,&quot;type&quot;:&quot;Line Chart&quot;},{&quot;confidence&quot;:0.9,&quot;mapping&quot;:{&quot;series&quot;:&quot;resource_2&quot;,&quot;x&quot;:&quot;window_1&quot;,&quot;y&quot;:&quot;delivered_mw_3&quot;},&quot;reason&quot;:&quot;A shared axis can compare multiple runs when a series field is available.&quot;,&quot;type&quot;:&quot;Multi-Line&quot;},{&quot;confidence&quot;:0.87,&quot;mapping&quot;:{&quot;series&quot;:&quot;resource_2&quot;,&quot;x&quot;:&quot;window_1&quot;,&quot;y&quot;:&quot;delivered_mw_3&quot;},&quot;reason&quot;:&quot;The same trend mapping can show accumulated movement.&quot;,&quot;type&quot;:&quot;Area Chart&quot;}],&quot;reference_bands&quot;:[],&quot;reference_lines&quot;:[],&quot;schema&quot;:&quot;visembler.chart.studio&quot;,&quot;series&quot;:[{&quot;axis&quot;:&quot;primary&quot;,&quot;color&quot;:&quot;#1769d1&quot;,&quot;field&quot;:&quot;resource_2&quot;,&quot;id&quot;:&quot;series-1&quot;,&quot;key&quot;:&quot;Battery&quot;,&quot;label&quot;:&quot;Battery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resource_2&quot;,&quot;id&quot;:&quot;series-2&quot;,&quot;key&quot;:&quot;Demand response&quot;,&quot;label&quot;:&quot;Demand response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resource_2&quot;,&quot;id&quot;:&quot;series-3&quot;,&quot;key&quot;:&quot;Firm imports&quot;,&quot;label&quot;:&quot;Firm import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Switched from Line Chart to Multi-Line; compatible field bindings were retained.&quot;},&quot;composition_role&quot;:&quot;primary_analysis&quot;,&quot;cross&quot;:null,&quot;data&quot;:[[&quot;17:00&quot;,34],[&quot;17:00&quot;,18],[&quot;17:00&quot;,41],[&quot;17:30&quot;,32],[&quot;17:30&quot;,18],[&quot;17:30&quot;,40],[&quot;18:00&quot;,29],[&quot;18:00&quot;,16],[&quot;18:00&quot;,40],[&quot;18:30&quot;,28],[&quot;18:30&quot;,16],[&quot;18:30&quot;,39],[&quot;19:00&quot;,25],[&quot;19:00&quot;,14],[&quot;19:00&quot;,37],[&quot;19:30&quot;,24],[&quot;19:30&quot;,12],[&quot;19:30&quot;,37],[&quot;20:00&quot;,22],[&quot;20:00&quot;,10],[&quot;20:00&quot;,36],[&quot;20:30&quot;,21],[&quot;20:30&quot;,8],[&quot;20:30&quot;,34],[&quot;21:00&quot;,20],[&quot;21:00&quot;,8],[&quot;21:00&quot;,33]],&quot;dataset_id&quot;:&quot;dataset-muirvtjz-8w9hyl&quot;,&quot;drill&quot;:null,&quot;element&quot;:&quot;Multi-Line&quot;,&quot;engine&quot;:&quot;CoreChartEngine&quot;,&quot;groupId&quot;:null,&quot;h&quot;:320.0,&quot;id&quot;:&quot;c3&quot;,&quot;locked&quot;:false,&quot;mapping&quot;:{&quot;category&quot;:&quot;window_1&quot;,&quot;series&quot;:&quot;resource_2&quot;,&quot;value&quot;:&quot;delivered_mw_3&quot;,&quot;x&quot;:&quot;window_1&quot;,&quot;y&quot;:&quot;delivered_mw_3&quot;},&quot;message_role&quot;:&quot;Primary Evidence&quot;,&quot;order&quot;:3,&quot;revealed&quot;:true,&quot;row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,{&quot;label&quot;:&quot;21:00&quot;,&quot;value&quot;:20},{&quot;label&quot;:&quot;21:00&quot;,&quot;value&quot;:8},{&quot;label&quot;:&quot;21:00&quot;,&quot;value&quot;:33}],&quot;section_id&quot;:&quot;analysis&quot;,&quot;section_title&quot;:&quot;Analysis&quot;,&quot;showTitle&quot;:true,&quot;statistical_result&quot;:null,&quot;textAlign&quot;:&quot;left&quot;,&quot;title&quot;:&quot;Delivered MW by dispatch resource&quot;,&quot;transform_recipe&quot;:{&quot;steps&quot;:[]},&quot;type&quot;:&quot;chart&quot;,&quot;variant&quot;:&quot;line&quot;,&quot;w&quot;:520.0,&quot;weight&quot;:1.8,&quot;x&quot;:1062.0,&quot;y&quot;:14.0,&quot;z&quot;:3,&quot;observation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,{&quot;label&quot;:&quot;21:00&quot;,&quot;value&quot;:20},{&quot;label&quot;:&quot;21:00&quot;,&quot;value&quot;:8},{&quot;label&quot;:&quot;21:00&quot;,&quot;value&quot;:33}]}"/>
          <p:cNvGraphicFramePr>
            <a:graphicFrameLocks noGrp="1"/>
          </p:cNvGraphicFramePr>
          <p:nvPr/>
        </p:nvGraphicFramePr>
        <p:xfrm>
          <a:off x="8092439" y="106680"/>
          <a:ext cx="3962399" cy="2438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Delivered MW by dispatch resource::chart-label-band"/>
          <p:cNvSpPr/>
          <p:nvPr/>
        </p:nvSpPr>
        <p:spPr>
          <a:xfrm>
            <a:off x="8587738" y="1996440"/>
            <a:ext cx="34670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VIZ::Delivered MW by dispatch resource::category-label-axis"/>
          <p:cNvCxnSpPr/>
          <p:nvPr/>
        </p:nvCxnSpPr>
        <p:spPr>
          <a:xfrm>
            <a:off x="8607550" y="2008632"/>
            <a:ext cx="3288792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VIZ::Delivered MW by dispatch resource::category-label-0"/>
          <p:cNvSpPr txBox="1"/>
          <p:nvPr/>
        </p:nvSpPr>
        <p:spPr>
          <a:xfrm>
            <a:off x="8607550" y="2033016"/>
            <a:ext cx="495300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17:00</a:t>
            </a:r>
          </a:p>
        </p:txBody>
      </p:sp>
      <p:sp>
        <p:nvSpPr>
          <p:cNvPr id="7" name="VIZ::Delivered MW by dispatch resource::category-label-2"/>
          <p:cNvSpPr txBox="1"/>
          <p:nvPr/>
        </p:nvSpPr>
        <p:spPr>
          <a:xfrm>
            <a:off x="9273453" y="2033016"/>
            <a:ext cx="495300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18:00</a:t>
            </a:r>
          </a:p>
        </p:txBody>
      </p:sp>
      <p:sp>
        <p:nvSpPr>
          <p:cNvPr id="8" name="VIZ::Delivered MW by dispatch resource::category-label-4"/>
          <p:cNvSpPr txBox="1"/>
          <p:nvPr/>
        </p:nvSpPr>
        <p:spPr>
          <a:xfrm>
            <a:off x="10004296" y="2033016"/>
            <a:ext cx="495300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19:00</a:t>
            </a:r>
          </a:p>
        </p:txBody>
      </p:sp>
      <p:sp>
        <p:nvSpPr>
          <p:cNvPr id="9" name="VIZ::Delivered MW by dispatch resource::category-label-6"/>
          <p:cNvSpPr txBox="1"/>
          <p:nvPr/>
        </p:nvSpPr>
        <p:spPr>
          <a:xfrm>
            <a:off x="10735138" y="2033016"/>
            <a:ext cx="495300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20:00</a:t>
            </a:r>
          </a:p>
        </p:txBody>
      </p:sp>
      <p:sp>
        <p:nvSpPr>
          <p:cNvPr id="10" name="VIZ::Delivered MW by dispatch resource::category-label-8"/>
          <p:cNvSpPr txBox="1"/>
          <p:nvPr/>
        </p:nvSpPr>
        <p:spPr>
          <a:xfrm>
            <a:off x="11401042" y="2033016"/>
            <a:ext cx="495300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sz="1000">
                <a:latin typeface="Arial"/>
              </a:defRPr>
            </a:pPr>
            <a:r>
              <a:t>21:00</a:t>
            </a:r>
          </a:p>
        </p:txBody>
      </p:sp>
      <p:sp>
        <p:nvSpPr>
          <p:cNvPr id="11" name="VIZ::Delivered MW by dispatch resource::legend-marker-0"/>
          <p:cNvSpPr/>
          <p:nvPr/>
        </p:nvSpPr>
        <p:spPr>
          <a:xfrm>
            <a:off x="8672574" y="2330450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Z::Delivered MW by dispatch resource::legend-label-0"/>
          <p:cNvSpPr txBox="1"/>
          <p:nvPr/>
        </p:nvSpPr>
        <p:spPr>
          <a:xfrm>
            <a:off x="8774174" y="2301240"/>
            <a:ext cx="1408683" cy="121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87">
                <a:latin typeface="Arial"/>
              </a:defRPr>
            </a:pPr>
            <a:r>
              <a:t>Battery</a:t>
            </a:r>
          </a:p>
        </p:txBody>
      </p:sp>
      <p:sp>
        <p:nvSpPr>
          <p:cNvPr id="13" name="VIZ::Delivered MW by dispatch resource::legend-marker-1"/>
          <p:cNvSpPr/>
          <p:nvPr/>
        </p:nvSpPr>
        <p:spPr>
          <a:xfrm>
            <a:off x="10297157" y="2330450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Delivered MW by dispatch resource::legend-label-1"/>
          <p:cNvSpPr txBox="1"/>
          <p:nvPr/>
        </p:nvSpPr>
        <p:spPr>
          <a:xfrm>
            <a:off x="10398757" y="2301240"/>
            <a:ext cx="1408683" cy="121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87">
                <a:latin typeface="Arial"/>
              </a:defRPr>
            </a:pPr>
            <a:r>
              <a:t>Demand response</a:t>
            </a:r>
          </a:p>
        </p:txBody>
      </p:sp>
      <p:sp>
        <p:nvSpPr>
          <p:cNvPr id="15" name="VIZ::Delivered MW by dispatch resource::legend-marker-2"/>
          <p:cNvSpPr/>
          <p:nvPr/>
        </p:nvSpPr>
        <p:spPr>
          <a:xfrm>
            <a:off x="8672574" y="2452370"/>
            <a:ext cx="635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IZ::Delivered MW by dispatch resource::legend-label-2"/>
          <p:cNvSpPr txBox="1"/>
          <p:nvPr/>
        </p:nvSpPr>
        <p:spPr>
          <a:xfrm>
            <a:off x="8774174" y="2423160"/>
            <a:ext cx="1408683" cy="121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87">
                <a:latin typeface="Arial"/>
              </a:defRPr>
            </a:pPr>
            <a:r>
              <a:t>Firm imports</a:t>
            </a:r>
          </a:p>
        </p:txBody>
      </p:sp>
      <p:sp>
        <p:nvSpPr>
          <p:cNvPr id="17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window_1&quot;,&quot;name&quot;:&quot;Window&quot;,&quot;nullable&quot;:false,&quot;profile&quot;:{&quot;distinct&quot;:9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21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2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,[&quot;21:00&quot;,&quot;Battery&quot;,20],[&quot;21:00&quot;,&quot;Demand response&quot;,8],[&quot;21:00&quot;,&quot;Firm imports&quot;,33]],&quot;source&quot;:{&quot;imported_at&quot;:&quot;2026-09-26T19:18:35.975Z&quot;,&quot;kind&quot;:&quot;clipboard&quot;,&quot;label&quot;:&quot;TSV&quot;},&quot;warnings&quot;:[]}],&quot;groups&quot;:{},&quot;items&quot;:[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Multi-Line&quot;,&quot;dataset&quot;:{&quot;fields&quot;:[{&quot;id&quot;:&quot;window_1&quot;,&quot;name&quot;:&quot;Window&quot;,&quot;nullable&quot;:false,&quot;profile&quot;:{&quot;distinct&quot;:8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19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1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],&quot;source&quot;:{&quot;imported_at&quot;:&quot;2026-09-26T19:18:25.631Z&quot;,&quot;kind&quot;:&quot;clipboard&quot;,&quot;label&quot;:&quot;TSV&quot;},&quot;warnings&quot;:[]},&quot;dataset_id&quot;:&quot;dataset-muirvtjz-8w9hyl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series&quot;:&quot;resource_2&quot;,&quot;x&quot;:&quot;window_1&quot;,&quot;y&quot;:&quot;delivered_mw_3&quot;},&quot;recipe&quot;:null,&quot;recommendations&quot;:[{&quot;confidence&quot;:0.93,&quot;mapping&quot;:{&quot;series&quot;:&quot;resource_2&quot;,&quot;x&quot;:&quot;window_1&quot;,&quot;y&quot;:&quot;delivered_mw_3&quot;},&quot;reason&quot;:&quot;A horizontal field and numeric measure are available.&quot;,&quot;type&quot;:&quot;Line Chart&quot;},{&quot;confidence&quot;:0.9,&quot;mapping&quot;:{&quot;series&quot;:&quot;resource_2&quot;,&quot;x&quot;:&quot;window_1&quot;,&quot;y&quot;:&quot;delivered_mw_3&quot;},&quot;reason&quot;:&quot;A shared axis can compare multiple runs when a series field is available.&quot;,&quot;type&quot;:&quot;Multi-Line&quot;},{&quot;confidence&quot;:0.87,&quot;mapping&quot;:{&quot;series&quot;:&quot;resource_2&quot;,&quot;x&quot;:&quot;window_1&quot;,&quot;y&quot;:&quot;delivered_mw_3&quot;},&quot;reason&quot;:&quot;The same trend mapping can show accumulated movement.&quot;,&quot;type&quot;:&quot;Area Chart&quot;}],&quot;reference_bands&quot;:[],&quot;reference_lines&quot;:[],&quot;schema&quot;:&quot;visembler.chart.studio&quot;,&quot;series&quot;:[{&quot;axis&quot;:&quot;primary&quot;,&quot;color&quot;:&quot;#1769d1&quot;,&quot;field&quot;:&quot;resource_2&quot;,&quot;id&quot;:&quot;series-1&quot;,&quot;key&quot;:&quot;Battery&quot;,&quot;label&quot;:&quot;Battery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resource_2&quot;,&quot;id&quot;:&quot;series-2&quot;,&quot;key&quot;:&quot;Demand response&quot;,&quot;label&quot;:&quot;Demand response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resource_2&quot;,&quot;id&quot;:&quot;series-3&quot;,&quot;key&quot;:&quot;Firm imports&quot;,&quot;label&quot;:&quot;Firm import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Switched from Line Chart to Multi-Line; compatible field bindings were retained.&quot;},&quot;composition_role&quot;:&quot;primary_analysis&quot;,&quot;cross&quot;:null,&quot;data&quot;:[[&quot;17:00&quot;,34],[&quot;17:00&quot;,18],[&quot;17:00&quot;,41],[&quot;17:30&quot;,32],[&quot;17:30&quot;,18],[&quot;17:30&quot;,40],[&quot;18:00&quot;,29],[&quot;18:00&quot;,16],[&quot;18:00&quot;,40],[&quot;18:30&quot;,28],[&quot;18:30&quot;,16],[&quot;18:30&quot;,39],[&quot;19:00&quot;,25],[&quot;19:00&quot;,14],[&quot;19:00&quot;,37],[&quot;19:30&quot;,24],[&quot;19:30&quot;,12],[&quot;19:30&quot;,37],[&quot;20:00&quot;,22],[&quot;20:00&quot;,10],[&quot;20:00&quot;,36],[&quot;20:30&quot;,21],[&quot;20:30&quot;,8],[&quot;20:30&quot;,34]],&quot;dataset_id&quot;:&quot;dataset-muirvtjz-8w9hyl&quot;,&quot;drill&quot;:null,&quot;element&quot;:&quot;Multi-Line&quot;,&quot;engine&quot;:&quot;CoreChartEngine&quot;,&quot;groupId&quot;:null,&quot;h&quot;:320,&quot;id&quot;:&quot;c3&quot;,&quot;locked&quot;:false,&quot;mapping&quot;:{&quot;category&quot;:&quot;window_1&quot;,&quot;series&quot;:&quot;resource_2&quot;,&quot;value&quot;:&quot;delivered_mw_3&quot;,&quot;x&quot;:&quot;window_1&quot;,&quot;y&quot;:&quot;delivered_mw_3&quot;},&quot;message_role&quot;:&quot;Primary Evidence&quot;,&quot;order&quot;:3,&quot;revealed&quot;:true,&quot;row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],&quot;section_id&quot;:&quot;analysis&quot;,&quot;section_title&quot;:&quot;Analysis&quot;,&quot;showTitle&quot;:true,&quot;statistical_result&quot;:null,&quot;textAlign&quot;:&quot;left&quot;,&quot;title&quot;:&quot;Delivered MW by dispatch resource&quot;,&quot;transform_recipe&quot;:{&quot;steps&quot;:[]},&quot;type&quot;:&quot;chart&quot;,&quot;variant&quot;:&quot;line&quot;,&quot;w&quot;:520,&quot;weight&quot;:1.8,&quot;x&quot;:1062,&quot;y&quot;:14,&quot;z&quot;:3}],&quot;layoutPreset&quot;:&quot;editorial&quot;,&quot;mode&quot;:&quot;guided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