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849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W0</c:v>
                </c:pt>
                <c:pt idx="1">
                  <c:v>W1</c:v>
                </c:pt>
                <c:pt idx="2">
                  <c:v>W2</c:v>
                </c:pt>
                <c:pt idx="3">
                  <c:v>W3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2.5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 copy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W0</c:v>
                </c:pt>
                <c:pt idx="1">
                  <c:v>W1</c:v>
                </c:pt>
                <c:pt idx="2">
                  <c:v>W2</c:v>
                </c:pt>
                <c:pt idx="3">
                  <c:v>W3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2.5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value_1&quot;,&quot;name&quot;:&quot;Value&quot;,&quot;nullable&quot;:false,&quot;profile&quot;:{&quot;distinct&quot;:4,&quot;missing&quot;:0},&quot;semantic_tags&quot;:[&quot;value&quot;],&quot;type&quot;:&quot;number&quot;,&quot;unit&quot;:&quot;&quot;},{&quot;id&quot;:&quot;week_2&quot;,&quot;name&quot;:&quot;Week&quot;,&quot;nullable&quot;:false,&quot;profile&quot;:{&quot;distinct&quot;:4,&quot;missing&quot;:0},&quot;semantic_tags&quot;:[],&quot;type&quot;:&quot;string&quot;}],&quot;id&quot;:&quot;dataset-mufqfbrp-am9avn&quot;,&quot;metadata&quot;:{&quot;header&quot;:{&quot;confidence&quot;:1,&quot;present&quot;:true,&quot;source_row&quot;:0},&quot;refresh&quot;:{&quot;count&quot;:1,&quot;new_row_count&quot;:4,&quot;previous_revision&quot;:1,&quot;previous_row_count&quot;:4,&quot;schema_signature&quot;:&quot;value|week&quot;}},&quot;name&quot;:&quot;Pasted data&quot;,&quot;revision&quot;:2,&quot;rows&quot;:[[0,&quot;W0&quot;],[2.5,&quot;W1&quot;],[3,&quot;W2&quot;],[5,&quot;W3&quot;]],&quot;source&quot;:{&quot;imported_at&quot;:&quot;2026-09-24T16:14:19.401Z&quot;,&quot;kind&quot;:&quot;clipboard&quot;,&quot;label&quot;:&quot;TSV&quot;},&quot;warnings&quot;:[]},&quot;dataset_id&quot;:&quot;dataset-mufqfbrp-am9avn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2&quot;,&quot;value&quot;:&quot;value_1&quot;,&quot;x&quot;:&quot;value_1&quot;,&quot;y&quot;:&quot;value_1&quot;},&quot;recipe&quot;:null,&quot;recommendations&quot;:[{&quot;confidence&quot;:0.93,&quot;mapping&quot;:{&quot;category&quot;:&quot;week_2&quot;,&quot;value&quot;:&quot;value_1&quot;,&quot;x&quot;:&quot;value_1&quot;,&quot;y&quot;:&quot;value_1&quot;},&quot;reason&quot;:&quot;A horizontal field and numeric measure are available.&quot;,&quot;type&quot;:&quot;Line Chart&quot;},{&quot;confidence&quot;:0.9,&quot;mapping&quot;:{&quot;category&quot;:&quot;week_2&quot;,&quot;value&quot;:&quot;value_1&quot;,&quot;x&quot;:&quot;value_1&quot;,&quot;y&quot;:&quot;value_1&quot;},&quot;reason&quot;:&quot;A shared axis can compare multiple runs when a series field is available.&quot;,&quot;type&quot;:&quot;Multi-Line&quot;},{&quot;confidence&quot;:0.9,&quot;mapping&quot;:{&quot;category&quot;:&quot;week_2&quot;,&quot;value&quot;:&quot;value_1&quot;,&quot;x&quot;:&quot;value_1&quot;,&quot;y&quot;:&quot;value_1&quot;},&quot;reason&quot;:&quot;A category and measured value are available.&quot;,&quot;type&quot;:&quot;Vertical Bar&quot;},{&quot;confidence&quot;:0.87,&quot;mapping&quot;:{&quot;category&quot;:&quot;week_2&quot;,&quot;value&quot;:&quot;value_1&quot;,&quot;x&quot;:&quot;value_1&quot;,&quot;y&quot;:&quot;value_1&quot;},&quot;reason&quot;:&quot;The same trend mapping can show accumulated movement.&quot;,&quot;type&quot;:&quot;Area Chart&quot;},{&quot;confidence&quot;:0.82,&quot;mapping&quot;:{&quot;category&quot;:&quot;week_2&quot;,&quot;value&quot;:&quot;value_1&quot;,&quot;x&quot;:&quot;value_1&quot;,&quot;y&quot;:&quot;value_1&quot;},&quot;reason&quot;:&quot;A horizontal ranking keeps category labels readable.&quot;,&quot;type&quot;:&quot;Horizontal Bar&quot;},{&quot;confidence&quot;:0.8,&quot;mapping&quot;:{&quot;category&quot;:&quot;week_2&quot;,&quot;value&quot;:&quot;value_1&quot;,&quot;x&quot;:&quot;value_1&quot;,&quot;y&quot;:&quot;value_1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,{&quot;axis&quot;:&quot;primary&quot;,&quot;color&quot;:&quot;#2e8b72&quot;,&quot;field&quot;:&quot;value_1&quot;,&quot;id&quot;:&quot;series-2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.5],[&quot;W2&quot;,3],[&quot;W3&quot;,5]],&quot;dataset_id&quot;:&quot;dataset-mufqfbrp-am9avn&quot;,&quot;drill&quot;:null,&quot;element&quot;:&quot;Vertical Bar&quot;,&quot;engine&quot;:&quot;CoreChartEngine&quot;,&quot;groupId&quot;:null,&quot;id&quot;:&quot;c20&quot;,&quot;locked&quot;:false,&quot;mapping&quot;:{&quot;category&quot;:&quot;week_2&quot;,&quot;value&quot;:&quot;value_1&quot;,&quot;x&quot;:&quot;value_1&quot;,&quot;y&quot;:&quot;value_1&quot;},&quot;message_role&quot;:&quot;Supporting Evidence&quot;,&quot;order&quot;:0,&quot;revealed&quot;:true,&quot;rows&quot;:[{&quot;label&quot;:&quot;W0&quot;,&quot;value&quot;:0},{&quot;label&quot;:&quot;W1&quot;,&quot;value&quot;:2.5},{&quot;label&quot;:&quot;W2&quot;,&quot;value&quot;:3},{&quot;label&quot;:&quot;W3&quot;,&quot;value&quot;:5}],&quot;showTitle&quot;:false,&quot;statistical_result&quot;:null,&quot;textAlign&quot;:&quot;left&quot;,&quot;title&quot;:&quot;Vertical Bar&quot;,&quot;transform_recipe&quot;:{&quot;steps&quot;:[]},&quot;type&quot;:&quot;chart&quot;,&quot;variant&quot;:&quot;line&quot;,&quot;view_type&quot;:&quot;bar&quot;,&quot;weight&quot;:1.8,&quot;z&quot;:1,&quot;observations&quot;:[{&quot;label&quot;:&quot;W0&quot;,&quot;value&quot;:0},{&quot;label&quot;:&quot;W1&quot;,&quot;value&quot;:2.5},{&quot;label&quot;:&quot;W2&quot;,&quot;value&quot;:3},{&quot;label&quot;:&quot;W3&quot;,&quot;value&quot;:5}],&quot;x&quot;:182.8630303030303,&quot;y&quot;:40.0,&quot;w&quot;:659.3939393939394,&quot;h&quot;:320.0}"/>
          <p:cNvGraphicFramePr>
            <a:graphicFrameLocks noGrp="1"/>
          </p:cNvGraphicFramePr>
          <p:nvPr/>
        </p:nvGraphicFramePr>
        <p:xfrm>
          <a:off x="1393416" y="304800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week_1&quot;,&quot;name&quot;:&quot;Week&quot;,&quot;nullable&quot;:false,&quot;profile&quot;:{&quot;distinct&quot;:4,&quot;missing&quot;:0},&quot;semantic_tags&quot;:[],&quot;type&quot;:&quot;string&quot;},{&quot;id&quot;:&quot;value_2&quot;,&quot;name&quot;:&quot;Value&quot;,&quot;nullable&quot;:false,&quot;profile&quot;:{&quot;distinct&quot;:4,&quot;missing&quot;:0},&quot;semantic_tags&quot;:[&quot;value&quot;],&quot;type&quot;:&quot;integer&quot;,&quot;unit&quot;:&quot;&quot;}],&quot;id&quot;:&quot;dataset-mufqfbrp-am9avn&quot;,&quot;metadata&quot;:{&quot;header&quot;:{&quot;confidence&quot;:1,&quot;present&quot;:true,&quot;source_row&quot;:0}},&quot;name&quot;:&quot;Pasted data&quot;,&quot;revision&quot;:1,&quot;rows&quot;:[[&quot;W0&quot;,0],[&quot;W1&quot;,2],[&quot;W2&quot;,3],[&quot;W3&quot;,5]],&quot;source&quot;:{&quot;imported_at&quot;:&quot;2026-09-24T16:14:17.941Z&quot;,&quot;kind&quot;:&quot;clipboard&quot;,&quot;label&quot;:&quot;TSV&quot;},&quot;warnings&quot;:[]},&quot;dataset_id&quot;:&quot;dataset-mufqfbrp-am9avn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1&quot;,&quot;value&quot;:&quot;value_2&quot;,&quot;x&quot;:&quot;value_2&quot;,&quot;y&quot;:&quot;value_2&quot;},&quot;recipe&quot;:null,&quot;recommendations&quot;:[{&quot;confidence&quot;:0.93,&quot;mapping&quot;:{&quot;category&quot;:&quot;week_1&quot;,&quot;value&quot;:&quot;value_2&quot;,&quot;x&quot;:&quot;value_2&quot;,&quot;y&quot;:&quot;value_2&quot;},&quot;reason&quot;:&quot;A horizontal field and numeric measure are available.&quot;,&quot;type&quot;:&quot;Line Chart&quot;},{&quot;confidence&quot;:0.9,&quot;mapping&quot;:{&quot;category&quot;:&quot;week_1&quot;,&quot;value&quot;:&quot;value_2&quot;,&quot;x&quot;:&quot;value_2&quot;,&quot;y&quot;:&quot;value_2&quot;},&quot;reason&quot;:&quot;A shared axis can compare multiple runs when a series field is available.&quot;,&quot;type&quot;:&quot;Multi-Line&quot;},{&quot;confidence&quot;:0.9,&quot;mapping&quot;:{&quot;category&quot;:&quot;week_1&quot;,&quot;value&quot;:&quot;value_2&quot;,&quot;x&quot;:&quot;value_2&quot;,&quot;y&quot;:&quot;value_2&quot;},&quot;reason&quot;:&quot;A category and measured value are available.&quot;,&quot;type&quot;:&quot;Vertical Bar&quot;},{&quot;confidence&quot;:0.87,&quot;mapping&quot;:{&quot;category&quot;:&quot;week_1&quot;,&quot;value&quot;:&quot;value_2&quot;,&quot;x&quot;:&quot;value_2&quot;,&quot;y&quot;:&quot;value_2&quot;},&quot;reason&quot;:&quot;The same trend mapping can show accumulated movement.&quot;,&quot;type&quot;:&quot;Area Chart&quot;},{&quot;confidence&quot;:0.82,&quot;mapping&quot;:{&quot;category&quot;:&quot;week_1&quot;,&quot;value&quot;:&quot;value_2&quot;,&quot;x&quot;:&quot;value_2&quot;,&quot;y&quot;:&quot;value_2&quot;},&quot;reason&quot;:&quot;A horizontal ranking keeps category labels readable.&quot;,&quot;type&quot;:&quot;Horizontal Bar&quot;},{&quot;confidence&quot;:0.8,&quot;mapping&quot;:{&quot;category&quot;:&quot;week_1&quot;,&quot;value&quot;:&quot;value_2&quot;,&quot;x&quot;:&quot;value_2&quot;,&quot;y&quot;:&quot;valu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.5],[&quot;W2&quot;,3],[&quot;W3&quot;,5]],&quot;dataset_id&quot;:&quot;dataset-mufqfbrp-am9avn&quot;,&quot;drill&quot;:null,&quot;element&quot;:&quot;Vertical Bar&quot;,&quot;engine&quot;:&quot;CoreChartEngine&quot;,&quot;groupId&quot;:null,&quot;id&quot;:&quot;c21&quot;,&quot;locked&quot;:false,&quot;mapping&quot;:{&quot;category&quot;:&quot;week_2&quot;,&quot;value&quot;:&quot;value_1&quot;,&quot;x&quot;:&quot;value_1&quot;,&quot;y&quot;:&quot;value_1&quot;},&quot;message_role&quot;:&quot;Supporting Evidence&quot;,&quot;order&quot;:1,&quot;revealed&quot;:true,&quot;rows&quot;:[{&quot;label&quot;:&quot;W0&quot;,&quot;value&quot;:0},{&quot;label&quot;:&quot;W1&quot;,&quot;value&quot;:2.5},{&quot;label&quot;:&quot;W2&quot;,&quot;value&quot;:3},{&quot;label&quot;:&quot;W3&quot;,&quot;value&quot;:5}],&quot;showTitle&quot;:false,&quot;statistical_result&quot;:null,&quot;textAlign&quot;:&quot;left&quot;,&quot;title&quot;:&quot;Vertical Bar copy&quot;,&quot;transform_recipe&quot;:{&quot;steps&quot;:[]},&quot;type&quot;:&quot;chart&quot;,&quot;variant&quot;:&quot;line&quot;,&quot;view_type&quot;:&quot;bar&quot;,&quot;weight&quot;:1.8,&quot;z&quot;:2,&quot;observations&quot;:[{&quot;label&quot;:&quot;W0&quot;,&quot;value&quot;:0},{&quot;label&quot;:&quot;W1&quot;,&quot;value&quot;:2.5},{&quot;label&quot;:&quot;W2&quot;,&quot;value&quot;:3},{&quot;label&quot;:&quot;W3&quot;,&quot;value&quot;:5}],&quot;x&quot;:856.2569696969697,&quot;y&quot;:63.904117647058825,&quot;w&quot;:560.88,&quot;h&quot;:272.19176470588235}"/>
          <p:cNvGraphicFramePr>
            <a:graphicFrameLocks noGrp="1"/>
          </p:cNvGraphicFramePr>
          <p:nvPr/>
        </p:nvGraphicFramePr>
        <p:xfrm>
          <a:off x="6524677" y="486949"/>
          <a:ext cx="4273905" cy="207410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value_1&quot;,&quot;name&quot;:&quot;Value&quot;,&quot;nullable&quot;:false,&quot;profile&quot;:{&quot;distinct&quot;:4,&quot;missing&quot;:0},&quot;semantic_tags&quot;:[&quot;value&quot;],&quot;type&quot;:&quot;number&quot;,&quot;unit&quot;:&quot;&quot;},{&quot;id&quot;:&quot;week_2&quot;,&quot;name&quot;:&quot;Week&quot;,&quot;nullable&quot;:false,&quot;profile&quot;:{&quot;distinct&quot;:4,&quot;missing&quot;:0},&quot;semantic_tags&quot;:[],&quot;type&quot;:&quot;string&quot;}],&quot;id&quot;:&quot;dataset-mufqfbrp-am9avn&quot;,&quot;metadata&quot;:{&quot;header&quot;:{&quot;confidence&quot;:1,&quot;present&quot;:true,&quot;source_row&quot;:0},&quot;refresh&quot;:{&quot;count&quot;:1,&quot;new_row_count&quot;:4,&quot;previous_revision&quot;:1,&quot;previous_row_count&quot;:4,&quot;schema_signature&quot;:&quot;value|week&quot;}},&quot;name&quot;:&quot;Pasted data&quot;,&quot;revision&quot;:2,&quot;rows&quot;:[[0,&quot;W0&quot;],[2.5,&quot;W1&quot;],[3,&quot;W2&quot;],[5,&quot;W3&quot;]],&quot;source&quot;:{&quot;imported_at&quot;:&quot;2026-09-24T16:14:19.401Z&quot;,&quot;kind&quot;:&quot;clipboard&quot;,&quot;label&quot;:&quot;TSV&quot;},&quot;warnings&quot;:[]}],&quot;groups&quot;:{},&quot;items&quot;:[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value_1&quot;,&quot;name&quot;:&quot;Value&quot;,&quot;nullable&quot;:false,&quot;profile&quot;:{&quot;distinct&quot;:4,&quot;missing&quot;:0},&quot;semantic_tags&quot;:[&quot;value&quot;],&quot;type&quot;:&quot;number&quot;,&quot;unit&quot;:&quot;&quot;},{&quot;id&quot;:&quot;week_2&quot;,&quot;name&quot;:&quot;Week&quot;,&quot;nullable&quot;:false,&quot;profile&quot;:{&quot;distinct&quot;:4,&quot;missing&quot;:0},&quot;semantic_tags&quot;:[],&quot;type&quot;:&quot;string&quot;}],&quot;id&quot;:&quot;dataset-mufqfbrp-am9avn&quot;,&quot;metadata&quot;:{&quot;header&quot;:{&quot;confidence&quot;:1,&quot;present&quot;:true,&quot;source_row&quot;:0},&quot;refresh&quot;:{&quot;count&quot;:1,&quot;new_row_count&quot;:4,&quot;previous_revision&quot;:1,&quot;previous_row_count&quot;:4,&quot;schema_signature&quot;:&quot;value|week&quot;}},&quot;name&quot;:&quot;Pasted data&quot;,&quot;revision&quot;:2,&quot;rows&quot;:[[0,&quot;W0&quot;],[2.5,&quot;W1&quot;],[3,&quot;W2&quot;],[5,&quot;W3&quot;]],&quot;source&quot;:{&quot;imported_at&quot;:&quot;2026-09-24T16:14:19.401Z&quot;,&quot;kind&quot;:&quot;clipboard&quot;,&quot;label&quot;:&quot;TSV&quot;},&quot;warnings&quot;:[]},&quot;dataset_id&quot;:&quot;dataset-mufqfbrp-am9avn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2&quot;,&quot;value&quot;:&quot;value_1&quot;,&quot;x&quot;:&quot;value_1&quot;,&quot;y&quot;:&quot;value_1&quot;},&quot;recipe&quot;:null,&quot;recommendations&quot;:[{&quot;confidence&quot;:0.93,&quot;mapping&quot;:{&quot;category&quot;:&quot;week_2&quot;,&quot;value&quot;:&quot;value_1&quot;,&quot;x&quot;:&quot;value_1&quot;,&quot;y&quot;:&quot;value_1&quot;},&quot;reason&quot;:&quot;A horizontal field and numeric measure are available.&quot;,&quot;type&quot;:&quot;Line Chart&quot;},{&quot;confidence&quot;:0.9,&quot;mapping&quot;:{&quot;category&quot;:&quot;week_2&quot;,&quot;value&quot;:&quot;value_1&quot;,&quot;x&quot;:&quot;value_1&quot;,&quot;y&quot;:&quot;value_1&quot;},&quot;reason&quot;:&quot;A shared axis can compare multiple runs when a series field is available.&quot;,&quot;type&quot;:&quot;Multi-Line&quot;},{&quot;confidence&quot;:0.9,&quot;mapping&quot;:{&quot;category&quot;:&quot;week_2&quot;,&quot;value&quot;:&quot;value_1&quot;,&quot;x&quot;:&quot;value_1&quot;,&quot;y&quot;:&quot;value_1&quot;},&quot;reason&quot;:&quot;A category and measured value are available.&quot;,&quot;type&quot;:&quot;Vertical Bar&quot;},{&quot;confidence&quot;:0.87,&quot;mapping&quot;:{&quot;category&quot;:&quot;week_2&quot;,&quot;value&quot;:&quot;value_1&quot;,&quot;x&quot;:&quot;value_1&quot;,&quot;y&quot;:&quot;value_1&quot;},&quot;reason&quot;:&quot;The same trend mapping can show accumulated movement.&quot;,&quot;type&quot;:&quot;Area Chart&quot;},{&quot;confidence&quot;:0.82,&quot;mapping&quot;:{&quot;category&quot;:&quot;week_2&quot;,&quot;value&quot;:&quot;value_1&quot;,&quot;x&quot;:&quot;value_1&quot;,&quot;y&quot;:&quot;value_1&quot;},&quot;reason&quot;:&quot;A horizontal ranking keeps category labels readable.&quot;,&quot;type&quot;:&quot;Horizontal Bar&quot;},{&quot;confidence&quot;:0.8,&quot;mapping&quot;:{&quot;category&quot;:&quot;week_2&quot;,&quot;value&quot;:&quot;value_1&quot;,&quot;x&quot;:&quot;value_1&quot;,&quot;y&quot;:&quot;value_1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,{&quot;axis&quot;:&quot;primary&quot;,&quot;color&quot;:&quot;#2e8b72&quot;,&quot;field&quot;:&quot;value_1&quot;,&quot;id&quot;:&quot;series-2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.5],[&quot;W2&quot;,3],[&quot;W3&quot;,5]],&quot;dataset_id&quot;:&quot;dataset-mufqfbrp-am9avn&quot;,&quot;drill&quot;:null,&quot;element&quot;:&quot;Vertical Bar&quot;,&quot;engine&quot;:&quot;CoreChartEngine&quot;,&quot;groupId&quot;:null,&quot;id&quot;:&quot;c20&quot;,&quot;locked&quot;:false,&quot;mapping&quot;:{&quot;category&quot;:&quot;week_2&quot;,&quot;value&quot;:&quot;value_1&quot;,&quot;x&quot;:&quot;value_1&quot;,&quot;y&quot;:&quot;value_1&quot;},&quot;message_role&quot;:&quot;Supporting Evidence&quot;,&quot;order&quot;:0,&quot;revealed&quot;:true,&quot;rows&quot;:[{&quot;label&quot;:&quot;W0&quot;,&quot;value&quot;:0},{&quot;label&quot;:&quot;W1&quot;,&quot;value&quot;:2.5},{&quot;label&quot;:&quot;W2&quot;,&quot;value&quot;:3},{&quot;label&quot;:&quot;W3&quot;,&quot;value&quot;:5}],&quot;showTitle&quot;:false,&quot;statistical_result&quot;:null,&quot;textAlign&quot;:&quot;left&quot;,&quot;title&quot;:&quot;Vertical Bar&quot;,&quot;transform_recipe&quot;:{&quot;steps&quot;:[]},&quot;type&quot;:&quot;chart&quot;,&quot;variant&quot;:&quot;line&quot;,&quot;view_type&quot;:&quot;bar&quot;,&quot;weight&quot;:1.8,&quot;z&quot;:1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week_1&quot;,&quot;name&quot;:&quot;Week&quot;,&quot;nullable&quot;:false,&quot;profile&quot;:{&quot;distinct&quot;:4,&quot;missing&quot;:0},&quot;semantic_tags&quot;:[],&quot;type&quot;:&quot;string&quot;},{&quot;id&quot;:&quot;value_2&quot;,&quot;name&quot;:&quot;Value&quot;,&quot;nullable&quot;:false,&quot;profile&quot;:{&quot;distinct&quot;:4,&quot;missing&quot;:0},&quot;semantic_tags&quot;:[&quot;value&quot;],&quot;type&quot;:&quot;integer&quot;,&quot;unit&quot;:&quot;&quot;}],&quot;id&quot;:&quot;dataset-mufqfbrp-am9avn&quot;,&quot;metadata&quot;:{&quot;header&quot;:{&quot;confidence&quot;:1,&quot;present&quot;:true,&quot;source_row&quot;:0}},&quot;name&quot;:&quot;Pasted data&quot;,&quot;revision&quot;:1,&quot;rows&quot;:[[&quot;W0&quot;,0],[&quot;W1&quot;,2],[&quot;W2&quot;,3],[&quot;W3&quot;,5]],&quot;source&quot;:{&quot;imported_at&quot;:&quot;2026-09-24T16:14:17.941Z&quot;,&quot;kind&quot;:&quot;clipboard&quot;,&quot;label&quot;:&quot;TSV&quot;},&quot;warnings&quot;:[]},&quot;dataset_id&quot;:&quot;dataset-mufqfbrp-am9avn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1&quot;,&quot;value&quot;:&quot;value_2&quot;,&quot;x&quot;:&quot;value_2&quot;,&quot;y&quot;:&quot;value_2&quot;},&quot;recipe&quot;:null,&quot;recommendations&quot;:[{&quot;confidence&quot;:0.93,&quot;mapping&quot;:{&quot;category&quot;:&quot;week_1&quot;,&quot;value&quot;:&quot;value_2&quot;,&quot;x&quot;:&quot;value_2&quot;,&quot;y&quot;:&quot;value_2&quot;},&quot;reason&quot;:&quot;A horizontal field and numeric measure are available.&quot;,&quot;type&quot;:&quot;Line Chart&quot;},{&quot;confidence&quot;:0.9,&quot;mapping&quot;:{&quot;category&quot;:&quot;week_1&quot;,&quot;value&quot;:&quot;value_2&quot;,&quot;x&quot;:&quot;value_2&quot;,&quot;y&quot;:&quot;value_2&quot;},&quot;reason&quot;:&quot;A shared axis can compare multiple runs when a series field is available.&quot;,&quot;type&quot;:&quot;Multi-Line&quot;},{&quot;confidence&quot;:0.9,&quot;mapping&quot;:{&quot;category&quot;:&quot;week_1&quot;,&quot;value&quot;:&quot;value_2&quot;,&quot;x&quot;:&quot;value_2&quot;,&quot;y&quot;:&quot;value_2&quot;},&quot;reason&quot;:&quot;A category and measured value are available.&quot;,&quot;type&quot;:&quot;Vertical Bar&quot;},{&quot;confidence&quot;:0.87,&quot;mapping&quot;:{&quot;category&quot;:&quot;week_1&quot;,&quot;value&quot;:&quot;value_2&quot;,&quot;x&quot;:&quot;value_2&quot;,&quot;y&quot;:&quot;value_2&quot;},&quot;reason&quot;:&quot;The same trend mapping can show accumulated movement.&quot;,&quot;type&quot;:&quot;Area Chart&quot;},{&quot;confidence&quot;:0.82,&quot;mapping&quot;:{&quot;category&quot;:&quot;week_1&quot;,&quot;value&quot;:&quot;value_2&quot;,&quot;x&quot;:&quot;value_2&quot;,&quot;y&quot;:&quot;value_2&quot;},&quot;reason&quot;:&quot;A horizontal ranking keeps category labels readable.&quot;,&quot;type&quot;:&quot;Horizontal Bar&quot;},{&quot;confidence&quot;:0.8,&quot;mapping&quot;:{&quot;category&quot;:&quot;week_1&quot;,&quot;value&quot;:&quot;value_2&quot;,&quot;x&quot;:&quot;value_2&quot;,&quot;y&quot;:&quot;valu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],[&quot;W2&quot;,3],[&quot;W3&quot;,5]],&quot;dataset_id&quot;:&quot;dataset-mufqfbrp-am9avn&quot;,&quot;drill&quot;:null,&quot;element&quot;:&quot;Vertical Bar&quot;,&quot;engine&quot;:&quot;CoreChartEngine&quot;,&quot;groupId&quot;:null,&quot;id&quot;:&quot;c21&quot;,&quot;locked&quot;:false,&quot;mapping&quot;:{&quot;category&quot;:&quot;week_2&quot;,&quot;value&quot;:&quot;value_1&quot;,&quot;x&quot;:&quot;value_1&quot;,&quot;y&quot;:&quot;value_1&quot;},&quot;message_role&quot;:&quot;Supporting Evidence&quot;,&quot;order&quot;:1,&quot;revealed&quot;:true,&quot;rows&quot;:[{&quot;label&quot;:&quot;W0&quot;,&quot;value&quot;:0},{&quot;label&quot;:&quot;W1&quot;,&quot;value&quot;:2},{&quot;label&quot;:&quot;W2&quot;,&quot;value&quot;:3},{&quot;label&quot;:&quot;W3&quot;,&quot;value&quot;:5}],&quot;showTitle&quot;:false,&quot;statistical_result&quot;:null,&quot;textAlign&quot;:&quot;left&quot;,&quot;title&quot;:&quot;Vertical Bar copy&quot;,&quot;transform_recipe&quot;:{&quot;steps&quot;:[]},&quot;type&quot;:&quot;chart&quot;,&quot;variant&quot;:&quot;line&quot;,&quot;view_type&quot;:&quot;bar&quot;,&quot;weight&quot;:1.8,&quot;z&quot;:2}],&quot;layoutPreset&quot;:&quot;editorial&quot;,&quot;mode&quot;:&quot;smart&quot;,&quot;nextId&quot;:2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