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M&quot;,&quot;value&quot;:48.2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48.2 M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M&quot;,&quot;value&quot;:48.2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