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2164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9064" y="283041"/>
            <a:ext cx="7496628" cy="85591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50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694757" y="456262"/>
            <a:ext cx="3527825" cy="50947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99.96,&quot;w&quot;:685.52,&quot;h&quot;:206.0}"/>
          <p:cNvSpPr/>
          <p:nvPr/>
        </p:nvSpPr>
        <p:spPr>
          <a:xfrm>
            <a:off x="6371823" y="1414922"/>
            <a:ext cx="4850759" cy="145766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99064" y="1379542"/>
            <a:ext cx="6173693" cy="152842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76.32647058823534,&quot;w&quot;:509.52000000000004,&quot;h&quot;:247.26705882352942}"/>
          <p:cNvGraphicFramePr>
            <a:graphicFrameLocks noGrp="1"/>
          </p:cNvGraphicFramePr>
          <p:nvPr/>
        </p:nvGraphicFramePr>
        <p:xfrm>
          <a:off x="3425364" y="3370500"/>
          <a:ext cx="3605378" cy="17496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gj6dyj-u06txm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489.96000000000004,&quot;w&quot;:432.32000000000005,&quot;h&quot;:220.0}"/>
          <p:cNvGraphicFramePr>
            <a:graphicFrameLocks noGrp="1"/>
          </p:cNvGraphicFramePr>
          <p:nvPr/>
        </p:nvGraphicFramePr>
        <p:xfrm>
          <a:off x="7129807" y="3466971"/>
          <a:ext cx="3059108" cy="15567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762.96,&quot;w&quot;:1572.0,&quot;h&quot;:237.60000000000002}"/>
          <p:cNvSpPr/>
          <p:nvPr/>
        </p:nvSpPr>
        <p:spPr>
          <a:xfrm>
            <a:off x="99064" y="5398727"/>
            <a:ext cx="11123517" cy="16812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706694" y="7320577"/>
            <a:ext cx="5908257" cy="12029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1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1552.1799999999998,&quot;w&quot;:1572.0,&quot;h&quot;:156.0}"/>
          <p:cNvSpPr/>
          <p:nvPr/>
        </p:nvSpPr>
        <p:spPr>
          <a:xfrm>
            <a:off x="99064" y="10983271"/>
            <a:ext cx="11123517" cy="110386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7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gj6bv8-fx3gqn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44.96000000000004,&quot;w&quot;:310.0,&quot;h&quot;:310.0}"/>
          <p:cNvSpPr/>
          <p:nvPr/>
        </p:nvSpPr>
        <p:spPr>
          <a:xfrm>
            <a:off x="1132731" y="3148550"/>
            <a:ext cx="2193569" cy="21935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220473" y="3230846"/>
            <a:ext cx="20180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220473" y="3486878"/>
            <a:ext cx="2018083" cy="350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67807" y="3954539"/>
            <a:ext cx="923416" cy="923416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83795" y="3950882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109471" y="3808235"/>
            <a:ext cx="64639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194887" y="479346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947781" y="4711095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2030149" y="4711095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112518" y="471109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194887" y="4711095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277256" y="4711095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359624" y="4711095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441993" y="4711095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86541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947781" y="4628726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2030149" y="4628726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112518" y="4628726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194887" y="4628726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277256" y="4628726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359624" y="4628726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441993" y="4628726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52436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86541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947781" y="4546357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2030149" y="4546357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112518" y="4546357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194887" y="4546357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277256" y="4546357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359624" y="4546357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441993" y="4546357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52436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86541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947781" y="4463988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2030149" y="4463988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112518" y="4463988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194887" y="4463988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277256" y="4463988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359624" y="4463988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441993" y="4463988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52436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83043" y="4381619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86541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94778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2030149" y="4381619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112518" y="4381619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194887" y="4381619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277256" y="4381619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359624" y="4381619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441993" y="4381619"/>
            <a:ext cx="69256" cy="69256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52436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60673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86541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947781" y="4299251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2030149" y="4299251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112518" y="4299251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194887" y="4299251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277256" y="4299251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359624" y="4299251"/>
            <a:ext cx="69256" cy="69256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441993" y="4299251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52436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86541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947781" y="4216882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2030149" y="4216882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112518" y="4216882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194887" y="4216882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277256" y="4216882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359624" y="4216882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441993" y="4216882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52436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86541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947781" y="4134513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2030149" y="4134513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112518" y="4134513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194887" y="413451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277256" y="4134513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359624" y="4134513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441993" y="4134513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52436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947781" y="4052144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2030149" y="4052144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112518" y="4052144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194887" y="4052144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277256" y="4052144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359624" y="4052144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441993" y="4052144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194887" y="396977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242459" y="4914532"/>
            <a:ext cx="1974113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242459" y="5124844"/>
            <a:ext cx="199025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464344" y="5124844"/>
            <a:ext cx="199025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86230" y="5124844"/>
            <a:ext cx="199025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908116" y="5124844"/>
            <a:ext cx="199025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130002" y="5124844"/>
            <a:ext cx="199025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351888" y="5124844"/>
            <a:ext cx="199025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573774" y="5124844"/>
            <a:ext cx="199025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795660" y="5124844"/>
            <a:ext cx="199025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3017546" y="5124844"/>
            <a:ext cx="199025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242459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624338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1212.56,&quot;w&quot;:1572.0,&quot;h&quot;:305.62}"/>
          <p:cNvGraphicFramePr>
            <a:graphicFrameLocks noGrp="1"/>
          </p:cNvGraphicFramePr>
          <p:nvPr/>
        </p:nvGraphicFramePr>
        <p:xfrm>
          <a:off x="99064" y="8580110"/>
          <a:ext cx="11123517" cy="21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879"/>
                <a:gridCol w="2780879"/>
                <a:gridCol w="2780879"/>
                <a:gridCol w="2780880"/>
              </a:tblGrid>
              <a:tr h="54064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61558" y="7338865"/>
            <a:ext cx="579852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4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1034.56,&quot;w&quot;:834.968,&quot;h&quot;:170.0}"/>
          <p:cNvSpPr/>
          <p:nvPr/>
        </p:nvSpPr>
        <p:spPr>
          <a:xfrm>
            <a:off x="2761558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15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4261482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16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761406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17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261330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18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4064886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564810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064734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gj6bv8-fx3gqn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5T05:39:07.028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gj6dyj-u06txm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5T05:39:09.739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gj6bv8-fx3gqn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gj6dyj-u06txm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