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01240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Conversion by week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by week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W1</c:v>
                </c:pt>
                <c:pt idx="1">
                  <c:v>W1</c:v>
                </c:pt>
                <c:pt idx="2">
                  <c:v>W2</c:v>
                </c:pt>
                <c:pt idx="3">
                  <c:v>W2</c:v>
                </c:pt>
                <c:pt idx="4">
                  <c:v>W3</c:v>
                </c:pt>
                <c:pt idx="5">
                  <c:v>W3</c:v>
                </c:pt>
                <c:pt idx="6">
                  <c:v>W4</c:v>
                </c:pt>
                <c:pt idx="7">
                  <c:v>W4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</c:v>
                </c:pt>
                <c:pt idx="1">
                  <c:v>8.2</c:v>
                </c:pt>
                <c:pt idx="2">
                  <c:v>8.1</c:v>
                </c:pt>
                <c:pt idx="3">
                  <c:v>8.7</c:v>
                </c:pt>
                <c:pt idx="4">
                  <c:v>8.4</c:v>
                </c:pt>
                <c:pt idx="5">
                  <c:v>9.4</c:v>
                </c:pt>
                <c:pt idx="6">
                  <c:v>8.5</c:v>
                </c:pt>
                <c:pt idx="7">
                  <c:v>9.8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Outcome distribution by cohort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Outcome distribution by cohort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Control</c:v>
                </c:pt>
                <c:pt idx="1">
                  <c:v>Control</c:v>
                </c:pt>
                <c:pt idx="2">
                  <c:v>Control</c:v>
                </c:pt>
                <c:pt idx="3">
                  <c:v>Control</c:v>
                </c:pt>
                <c:pt idx="4">
                  <c:v>Treatment</c:v>
                </c:pt>
                <c:pt idx="5">
                  <c:v>Treatment</c:v>
                </c:pt>
                <c:pt idx="6">
                  <c:v>Treatment</c:v>
                </c:pt>
                <c:pt idx="7">
                  <c:v>Treatment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</c:v>
                </c:pt>
                <c:pt idx="1">
                  <c:v>8.1</c:v>
                </c:pt>
                <c:pt idx="2">
                  <c:v>8.4</c:v>
                </c:pt>
                <c:pt idx="3">
                  <c:v>8.5</c:v>
                </c:pt>
                <c:pt idx="4">
                  <c:v>8.2</c:v>
                </c:pt>
                <c:pt idx="5">
                  <c:v>8.7</c:v>
                </c:pt>
                <c:pt idx="6">
                  <c:v>9.4</c:v>
                </c:pt>
                <c:pt idx="7">
                  <c:v>9.8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The treatment cohort improved conversion across four weeks. The quality guardrail remained inside its agreed range; the sample does not establish long-term retention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periment summary&quot;,&quot;text&quot;:&quot;The treatment cohort improved conversion across four weeks. The quality guardrail remained inside its agreed range; the sample does not establish long-term retention.&quot;,&quot;title&quot;:&quot;Executive Statement&quot;,&quot;type&quot;:&quot;text&quot;,&quot;weight&quot;:1,&quot;z&quot;:1,&quot;x&quot;:14.0,&quot;y&quot;:40.0,&quot;w&quot;:1059.44,&quot;h&quot;:120.96000000000001}"/>
          <p:cNvSpPr/>
          <p:nvPr/>
        </p:nvSpPr>
        <p:spPr>
          <a:xfrm>
            <a:off x="105886" y="302530"/>
            <a:ext cx="8012835" cy="91485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 Narrow"/>
              </a:rPr>
              <a:t>The treatment cohort improved conversion across four weeks. The quality guardrail remained inside its agreed range; the sample does not establish long-term retention.</a:t>
            </a:r>
          </a:p>
        </p:txBody>
      </p:sp>
      <p:sp>
        <p:nvSpPr>
          <p:cNvPr id="3" name="VIZ::Hypothesis and context" title="Visembler report text roles: text heading, context subhead" descr="VisualizerSemantic:{&quot;body&quot;:&quot;Eligible new-account cohorts · W1–W4 · randomized control and treatment · conversion and quality guardrail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periment design&quot;,&quot;text&quot;:&quot;Eligible new-account cohorts · W1–W4 · randomized control and treatment · conversion and quality guardrail.&quot;,&quot;title&quot;:&quot;Hypothesis and context&quot;,&quot;type&quot;:&quot;text&quot;,&quot;weight&quot;:1,&quot;z&quot;:2,&quot;x&quot;:1087.44,&quot;y&quot;:64.48,&quot;w&quot;:498.56,&quot;h&quot;:72.0}"/>
          <p:cNvSpPr/>
          <p:nvPr/>
        </p:nvSpPr>
        <p:spPr>
          <a:xfrm>
            <a:off x="8224607" y="487679"/>
            <a:ext cx="3770745" cy="54455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Hypothesis and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Eligible new-account cohorts · W1–W4 · randomized control and treatment · conversion and quality guardrail.</a:t>
            </a:r>
          </a:p>
        </p:txBody>
      </p:sp>
      <p:sp>
        <p:nvSpPr>
          <p:cNvPr id="4" name="VIZ::Treatment conversion KPI" title="Visembler report text roles: metric title, metric value" descr="VisualizerSemantic:{&quot;capability_overrides&quot;:{&quot;target&quot;:10},&quot;composition_role&quot;:&quot;hero_metric&quot;,&quot;delta&quot;:1.6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10,&quot;title&quot;:&quot;Treatment conversion&quot;,&quot;type&quot;:&quot;metric&quot;,&quot;unit&quot;:&quot;%&quot;,&quot;value&quot;:9.8,&quot;weight&quot;:1,&quot;z&quot;:3,&quot;x&quot;:900.4800000000001,&quot;y&quot;:200.46,&quot;w&quot;:685.52,&quot;h&quot;:205.0}"/>
          <p:cNvSpPr/>
          <p:nvPr/>
        </p:nvSpPr>
        <p:spPr>
          <a:xfrm>
            <a:off x="6810577" y="1516134"/>
            <a:ext cx="5184775" cy="1550471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Treatment conversion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9.8%</a:t>
            </a:r>
          </a:p>
        </p:txBody>
      </p:sp>
      <p:sp>
        <p:nvSpPr>
          <p:cNvPr id="5" name="VIZ::Treatment conversion · Week 1 to 4 KPI" title="Visembler report text roles: metric title, comparison value" descr="VisualizerSemantic:{&quot;after&quot;:9.8,&quot;before&quot;:8.2,&quot;composition_role&quot;:&quot;hero_metric&quot;,&quot;element&quot;:&quot;Before/After KPI&quot;,&quot;engine&quot;:&quot;Comparison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itle&quot;:&quot;Treatment conversion · Week 1 to 4&quot;,&quot;type&quot;:&quot;comparison&quot;,&quot;unit&quot;:&quot;%&quot;,&quot;weight&quot;:1,&quot;z&quot;:4,&quot;x&quot;:14.0,&quot;y&quot;:194.96,&quot;w&quot;:872.4800000000001,&quot;h&quot;:216.0}"/>
          <p:cNvSpPr/>
          <p:nvPr/>
        </p:nvSpPr>
        <p:spPr>
          <a:xfrm>
            <a:off x="105886" y="1474536"/>
            <a:ext cx="6598805" cy="1633667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Treatment conversion · Week 1 to 4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8.2% → 9.8%</a:t>
            </a:r>
          </a:p>
        </p:txBody>
      </p:sp>
      <p:graphicFrame>
        <p:nvGraphicFramePr>
          <p:cNvPr id="6" name="Chart 5" descr="VisualizerSemantic:{&quot;composition_role&quot;:&quot;primary_analysis&quot;,&quot;data&quot;:[[&quot;W1&quot;,8],[&quot;W1&quot;,8.2],[&quot;W2&quot;,8.1],[&quot;W2&quot;,8.7],[&quot;W3&quot;,8.4],[&quot;W3&quot;,9.4],[&quot;W4&quot;,8.5],[&quot;W4&quot;,9.8]],&quot;dataset_id&quot;:&quot;dataset-mugj6lmd-hx8agd&quot;,&quot;element&quot;:&quot;Line Chart&quot;,&quot;engine&quot;:&quot;CoreChartEngine&quot;,&quot;groupId&quot;:null,&quot;id&quot;:&quot;c6&quot;,&quot;locked&quot;:false,&quot;mapping&quot;:{&quot;category&quot;:&quot;week_1&quot;,&quot;cohort&quot;:&quot;cohort_2&quot;,&quot;series&quot;:&quot;cohort_2&quot;,&quot;status&quot;:&quot;cohort_2&quot;,&quot;value&quot;:&quot;conversion_3&quot;,&quot;x&quot;:&quot;week_1&quot;,&quot;y&quot;:&quot;conversion_3&quot;},&quot;message_role&quot;:&quot;Primary Evidence&quot;,&quot;order&quot;:4,&quot;section_id&quot;:&quot;analysis&quot;,&quot;section_title&quot;:&quot;Analysis&quot;,&quot;showTitle&quot;:true,&quot;title&quot;:&quot;Conversion by week&quot;,&quot;type&quot;:&quot;chart&quot;,&quot;weight&quot;:1,&quot;z&quot;:6,&quot;rows&quot;:[{&quot;label&quot;:&quot;W1&quot;,&quot;value&quot;:8},{&quot;label&quot;:&quot;W1&quot;,&quot;value&quot;:8.2},{&quot;label&quot;:&quot;W2&quot;,&quot;value&quot;:8.1},{&quot;label&quot;:&quot;W2&quot;,&quot;value&quot;:8.7},{&quot;label&quot;:&quot;W3&quot;,&quot;value&quot;:8.4},{&quot;label&quot;:&quot;W3&quot;,&quot;value&quot;:9.4},{&quot;label&quot;:&quot;W4&quot;,&quot;value&quot;:8.5},{&quot;label&quot;:&quot;W4&quot;,&quot;value&quot;:9.8}],&quot;observations&quot;:[{&quot;label&quot;:&quot;W1&quot;,&quot;value&quot;:8},{&quot;label&quot;:&quot;W1&quot;,&quot;value&quot;:8.2},{&quot;label&quot;:&quot;W2&quot;,&quot;value&quot;:8.1},{&quot;label&quot;:&quot;W2&quot;,&quot;value&quot;:8.7},{&quot;label&quot;:&quot;W3&quot;,&quot;value&quot;:8.4},{&quot;label&quot;:&quot;W3&quot;,&quot;value&quot;:9.4},{&quot;label&quot;:&quot;W4&quot;,&quot;value&quot;:8.5},{&quot;label&quot;:&quot;W4&quot;,&quot;value&quot;:9.8}],&quot;x&quot;:811.6593939393938,&quot;y&quot;:444.96000000000004,&quot;w&quot;:738.5212121212122,&quot;h&quot;:358.40000000000003}"/>
          <p:cNvGraphicFramePr>
            <a:graphicFrameLocks noGrp="1"/>
          </p:cNvGraphicFramePr>
          <p:nvPr/>
        </p:nvGraphicFramePr>
        <p:xfrm>
          <a:off x="6138803" y="3365354"/>
          <a:ext cx="5585638" cy="271067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 descr="VisualizerSemantic:{&quot;composition_role&quot;:&quot;supporting_analysis&quot;,&quot;data&quot;:[[&quot;Control&quot;,8],[&quot;Control&quot;,8.1],[&quot;Control&quot;,8.4],[&quot;Control&quot;,8.5],[&quot;Treatment&quot;,8.2],[&quot;Treatment&quot;,8.7],[&quot;Treatment&quot;,9.4],[&quot;Treatment&quot;,9.8]],&quot;dataset_id&quot;:&quot;dataset-mugj6nrd-qtl852&quot;,&quot;element&quot;:&quot;Box Plot&quot;,&quot;engine&quot;:&quot;CoreChartEngine&quot;,&quot;groupId&quot;:null,&quot;id&quot;:&quot;c5&quot;,&quot;locked&quot;:false,&quot;mapping&quot;:{&quot;category&quot;:&quot;cohort_1&quot;,&quot;cohort&quot;:&quot;cohort_1&quot;,&quot;status&quot;:&quot;cohort_1&quot;,&quot;value&quot;:&quot;conversion_2&quot;,&quot;x&quot;:&quot;conversion_2&quot;},&quot;message_role&quot;:&quot;Supporting Evidence&quot;,&quot;order&quot;:5,&quot;section_id&quot;:&quot;analysis&quot;,&quot;section_title&quot;:&quot;Analysis&quot;,&quot;showTitle&quot;:true,&quot;title&quot;:&quot;Outcome distribution by cohort&quot;,&quot;type&quot;:&quot;chart&quot;,&quot;weight&quot;:1,&quot;z&quot;:5,&quot;rows&quot;:[{&quot;label&quot;:&quot;Control&quot;,&quot;value&quot;:8},{&quot;label&quot;:&quot;Control&quot;,&quot;value&quot;:8.1},{&quot;label&quot;:&quot;Control&quot;,&quot;value&quot;:8.4},{&quot;label&quot;:&quot;Control&quot;,&quot;value&quot;:8.5},{&quot;label&quot;:&quot;Treatment&quot;,&quot;value&quot;:8.2},{&quot;label&quot;:&quot;Treatment&quot;,&quot;value&quot;:8.7},{&quot;label&quot;:&quot;Treatment&quot;,&quot;value&quot;:9.4},{&quot;label&quot;:&quot;Treatment&quot;,&quot;value&quot;:9.8}],&quot;observations&quot;:[{&quot;label&quot;:&quot;Control&quot;,&quot;value&quot;:8},{&quot;label&quot;:&quot;Control&quot;,&quot;value&quot;:8.1},{&quot;label&quot;:&quot;Control&quot;,&quot;value&quot;:8.4},{&quot;label&quot;:&quot;Control&quot;,&quot;value&quot;:8.5},{&quot;label&quot;:&quot;Treatment&quot;,&quot;value&quot;:8.2},{&quot;label&quot;:&quot;Treatment&quot;,&quot;value&quot;:8.7},{&quot;label&quot;:&quot;Treatment&quot;,&quot;value&quot;:9.4},{&quot;label&quot;:&quot;Treatment&quot;,&quot;value&quot;:9.8}],&quot;x&quot;:424.1454545454546,&quot;y&quot;:811.3600000000001,&quot;w&quot;:751.7090909090908,&quot;h&quot;:364.79999999999995}"/>
          <p:cNvGraphicFramePr>
            <a:graphicFrameLocks noGrp="1"/>
          </p:cNvGraphicFramePr>
          <p:nvPr/>
        </p:nvGraphicFramePr>
        <p:xfrm>
          <a:off x="3207929" y="6136538"/>
          <a:ext cx="5685381" cy="275908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VIZ::Interpretation" title="Visembler report text roles: text heading, narrative interpretation" descr="VisualizerSemantic:{&quot;body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composition_role&quot;:&quot;narrative_interpretation&quot;,&quot;element&quot;:&quot;Body Narrative&quot;,&quot;engine&quot;:&quot;TextEngine&quot;,&quot;groupId&quot;:null,&quot;id&quot;:&quot;c8&quot;,&quot;locked&quot;:false,&quot;message_role&quot;:&quot;Context&quot;,&quot;order&quot;:6,&quot;section_id&quot;:&quot;analysis&quot;,&quot;section_title&quot;:&quot;Interpretation&quot;,&quot;text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title&quot;:&quot;Interpretation&quot;,&quot;type&quot;:&quot;text&quot;,&quot;weight&quot;:1,&quot;z&quot;:8,&quot;x&quot;:49.819393939393876,&quot;y&quot;:566.1600000000001,&quot;w&quot;:747.8399999999999,&quot;h&quot;:116.0}"/>
          <p:cNvSpPr/>
          <p:nvPr/>
        </p:nvSpPr>
        <p:spPr>
          <a:xfrm>
            <a:off x="376798" y="4282023"/>
            <a:ext cx="5656118" cy="877339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Interpretation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 Narrow"/>
              </a:rPr>
              <a:t>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</a:t>
            </a:r>
          </a:p>
        </p:txBody>
      </p:sp>
      <p:sp>
        <p:nvSpPr>
          <p:cNvPr id="10" name="VIZ::Recommendation" title="Visembler report text roles: text heading, conclusion next step, risk decision, action status" descr="VisualizerSemantic:{&quot;composition_role&quot;:&quot;decision_risk&quot;,&quot;detail&quot;:&quot;Pause expansion if the quality guardrail moves outside its agreed range.&quot;,&quot;element&quot;:&quot;Risk Callout&quot;,&quot;engine&quot;:&quot;DecisionCompositeEngine&quot;,&quot;groupId&quot;:null,&quot;id&quot;:&quot;c9&quot;,&quot;locked&quot;:false,&quot;message_role&quot;:&quot;Risk&quot;,&quot;order&quot;:8,&quot;section_id&quot;:&quot;decision&quot;,&quot;section_title&quot;:&quot;Recommendation&quot;,&quot;statement&quot;:&quot;Stage a limited treatment rollout&quot;,&quot;status&quot;:&quot;Review&quot;,&quot;title&quot;:&quot;Recommendation&quot;,&quot;type&quot;:&quot;decision&quot;,&quot;weight&quot;:1,&quot;z&quot;:9,&quot;x&quot;:14.0,&quot;y&quot;:1503.16,&quot;w&quot;:1572.0,&quot;h&quot;:94.0}"/>
          <p:cNvSpPr/>
          <p:nvPr/>
        </p:nvSpPr>
        <p:spPr>
          <a:xfrm>
            <a:off x="105886" y="11368811"/>
            <a:ext cx="11889467" cy="710947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Recommendation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Stage a limited treatment rollout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Pause expansion if the quality guardrail moves outside its agreed range.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graphicFrame>
        <p:nvGraphicFramePr>
          <p:cNvPr id="11" name="VIZ::Cohort evidence" descr="VisualizerSemantic:{&quot;composition_role&quot;:&quot;detailed_evidence&quot;,&quot;customTable&quot;:{&quot;headers&quot;:[&quot;Cohort&quot;,&quot;Eligible&quot;,&quot;Conversion&quot;,&quot;Quality guardrail&quot;],&quot;rows&quot;:[[&quot;Control&quot;,1198,&quot;8.25%&quot;,&quot;Within quality guardrail&quot;],[&quot;Treatment&quot;,1204,&quot;9.03%&quot;,&quot;Within quality guardrail&quot;],[&quot;Holdout&quot;,412,&quot;8.45%&quot;,&quot;Monitor mix&quot;]]},&quot;element&quot;:&quot;Clean Table&quot;,&quot;engine&quot;:&quot;TableEngine&quot;,&quot;groupId&quot;:null,&quot;id&quot;:&quot;c7&quot;,&quot;locked&quot;:false,&quot;message_role&quot;:&quot;Primary Evidence&quot;,&quot;order&quot;:7,&quot;rows&quot;:[[&quot;Control&quot;,1198,&quot;8.25%&quot;,&quot;Within quality guardrail&quot;],[&quot;Treatment&quot;,1204,&quot;9.03%&quot;,&quot;Within quality guardrail&quot;],[&quot;Holdout&quot;,412,&quot;8.45%&quot;,&quot;Monitor mix&quot;]],&quot;section_id&quot;:&quot;evidence&quot;,&quot;section_title&quot;:&quot;Experiment evidence&quot;,&quot;showTitle&quot;:true,&quot;title&quot;:&quot;Cohort evidence&quot;,&quot;type&quot;:&quot;table&quot;,&quot;weight&quot;:1,&quot;z&quot;:7,&quot;x&quot;:14.0,&quot;y&quot;:1210.16,&quot;w&quot;:1572.0,&quot;h&quot;:259.0}"/>
          <p:cNvGraphicFramePr>
            <a:graphicFrameLocks noGrp="1"/>
          </p:cNvGraphicFramePr>
          <p:nvPr/>
        </p:nvGraphicFramePr>
        <p:xfrm>
          <a:off x="105886" y="9152772"/>
          <a:ext cx="11889467" cy="1958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2366"/>
                <a:gridCol w="2972366"/>
                <a:gridCol w="2972366"/>
                <a:gridCol w="2972369"/>
              </a:tblGrid>
              <a:tr h="489722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Cohort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Eligible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Conversion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Quality guardrail</a:t>
                      </a:r>
                    </a:p>
                  </a:txBody>
                  <a:tcPr/>
                </a:tc>
              </a:tr>
              <a:tr h="48972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Within quality guardrail</a:t>
                      </a:r>
                    </a:p>
                  </a:txBody>
                  <a:tcPr/>
                </a:tc>
              </a:tr>
              <a:tr h="48972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Treatment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9.03%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Within quality guardrail</a:t>
                      </a:r>
                    </a:p>
                  </a:txBody>
                  <a:tcPr/>
                </a:tc>
              </a:tr>
              <a:tr h="48972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Holdout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412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Monitor mix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week_1&quot;,&quot;name&quot;:&quot;Week&quot;,&quot;nullable&quot;:false,&quot;profile&quot;:{&quot;distinct&quot;:4,&quot;missing&quot;:0},&quot;semantic_tags&quot;:[],&quot;type&quot;:&quot;categorical&quot;},{&quot;id&quot;:&quot;cohort_2&quot;,&quot;name&quot;:&quot;Cohort&quot;,&quot;nullable&quot;:false,&quot;profile&quot;:{&quot;distinct&quot;:2,&quot;missing&quot;:0},&quot;semantic_tags&quot;:[&quot;cohort&quot;,&quot;status&quot;],&quot;type&quot;:&quot;categorical&quot;},{&quot;id&quot;:&quot;conversion_3&quot;,&quot;name&quot;:&quot;Conversion&quot;,&quot;nullable&quot;:false,&quot;profile&quot;:{&quot;distinct&quot;:8,&quot;missing&quot;:0},&quot;semantic_tags&quot;:[],&quot;type&quot;:&quot;number&quot;,&quot;unit&quot;:&quot;&quot;}],&quot;id&quot;:&quot;dataset-mugj6lmd-hx8agd&quot;,&quot;metadata&quot;:{&quot;header&quot;:{&quot;confidence&quot;:0.8333333333333334,&quot;present&quot;:true,&quot;source_row&quot;:0}},&quot;name&quot;:&quot;Pasted data&quot;,&quot;revision&quot;:1,&quot;rows&quot;:[[&quot;W1&quot;,&quot;Control&quot;,8],[&quot;W1&quot;,&quot;Treatment&quot;,8.2],[&quot;W2&quot;,&quot;Control&quot;,8.1],[&quot;W2&quot;,&quot;Treatment&quot;,8.7],[&quot;W3&quot;,&quot;Control&quot;,8.4],[&quot;W3&quot;,&quot;Treatment&quot;,9.4],[&quot;W4&quot;,&quot;Control&quot;,8.5],[&quot;W4&quot;,&quot;Treatment&quot;,9.8]],&quot;source&quot;:{&quot;imported_at&quot;:&quot;2026-09-25T05:39:19.669Z&quot;,&quot;kind&quot;:&quot;clipboard&quot;,&quot;label&quot;:&quot;TSV&quot;},&quot;warnings&quot;:[]},{&quot;fields&quot;:[{&quot;id&quot;:&quot;cohort_1&quot;,&quot;name&quot;:&quot;Cohort&quot;,&quot;nullable&quot;:false,&quot;profile&quot;:{&quot;distinct&quot;:2,&quot;missing&quot;:0},&quot;semantic_tags&quot;:[&quot;cohort&quot;,&quot;status&quot;],&quot;type&quot;:&quot;categorical&quot;},{&quot;id&quot;:&quot;conversion_2&quot;,&quot;name&quot;:&quot;Conversion&quot;,&quot;nullable&quot;:false,&quot;profile&quot;:{&quot;distinct&quot;:8,&quot;missing&quot;:0},&quot;semantic_tags&quot;:[],&quot;type&quot;:&quot;number&quot;,&quot;unit&quot;:&quot;&quot;}],&quot;id&quot;:&quot;dataset-mugj6nrd-qtl852&quot;,&quot;metadata&quot;:{&quot;header&quot;:{&quot;confidence&quot;:1,&quot;present&quot;:true,&quot;source_row&quot;:0}},&quot;name&quot;:&quot;Pasted data&quot;,&quot;revision&quot;:1,&quot;rows&quot;:[[&quot;Control&quot;,8],[&quot;Control&quot;,8.1],[&quot;Control&quot;,8.4],[&quot;Control&quot;,8.5],[&quot;Treatment&quot;,8.2],[&quot;Treatment&quot;,8.7],[&quot;Treatment&quot;,9.4],[&quot;Treatment&quot;,9.8]],&quot;source&quot;:{&quot;imported_at&quot;:&quot;2026-09-25T05:39:22.441Z&quot;,&quot;kind&quot;:&quot;clipboard&quot;,&quot;label&quot;:&quot;TSV&quot;},&quot;warnings&quot;:[]}],&quot;groups&quot;:{},&quot;items&quot;:[{&quot;body&quot;:&quot;The treatment cohort improved conversion across four weeks. The quality guardrail remained inside its agreed range; the sample does not establish long-term retention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periment summary&quot;,&quot;text&quot;:&quot;The treatment cohort improved conversion across four weeks. The quality guardrail remained inside its agreed range; the sample does not establish long-term retention.&quot;,&quot;title&quot;:&quot;Executive Statement&quot;,&quot;type&quot;:&quot;text&quot;,&quot;weight&quot;:1,&quot;z&quot;:1},{&quot;body&quot;:&quot;Eligible new-account cohorts · W1–W4 · randomized control and treatment · conversion and quality guardrail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periment design&quot;,&quot;text&quot;:&quot;Eligible new-account cohorts · W1–W4 · randomized control and treatment · conversion and quality guardrail.&quot;,&quot;title&quot;:&quot;Hypothesis and context&quot;,&quot;type&quot;:&quot;text&quot;,&quot;weight&quot;:1,&quot;z&quot;:2},{&quot;capability_overrides&quot;:{&quot;target&quot;:10},&quot;composition_role&quot;:&quot;hero_metric&quot;,&quot;delta&quot;:1.6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10,&quot;title&quot;:&quot;Treatment conversion&quot;,&quot;type&quot;:&quot;metric&quot;,&quot;unit&quot;:&quot;%&quot;,&quot;value&quot;:9.8,&quot;weight&quot;:1,&quot;z&quot;:3},{&quot;after&quot;:9.8,&quot;before&quot;:8.2,&quot;composition_role&quot;:&quot;hero_metric&quot;,&quot;element&quot;:&quot;Before/After KPI&quot;,&quot;engine&quot;:&quot;Comparison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itle&quot;:&quot;Treatment conversion · Week 1 to 4&quot;,&quot;type&quot;:&quot;comparison&quot;,&quot;unit&quot;:&quot;%&quot;,&quot;weight&quot;:1,&quot;z&quot;:4},{&quot;composition_role&quot;:&quot;supporting_analysis&quot;,&quot;data&quot;:[],&quot;dataset_id&quot;:&quot;dataset-mugj6nrd-qtl852&quot;,&quot;element&quot;:&quot;Box Plot&quot;,&quot;engine&quot;:&quot;CoreChartEngine&quot;,&quot;groupId&quot;:null,&quot;id&quot;:&quot;c5&quot;,&quot;locked&quot;:false,&quot;mapping&quot;:{&quot;category&quot;:&quot;cohort_1&quot;,&quot;cohort&quot;:&quot;cohort_1&quot;,&quot;status&quot;:&quot;cohort_1&quot;,&quot;value&quot;:&quot;conversion_2&quot;,&quot;x&quot;:&quot;conversion_2&quot;},&quot;message_role&quot;:&quot;Supporting Evidence&quot;,&quot;order&quot;:5,&quot;section_id&quot;:&quot;analysis&quot;,&quot;section_title&quot;:&quot;Analysis&quot;,&quot;showTitle&quot;:true,&quot;title&quot;:&quot;Outcome distribution by cohort&quot;,&quot;type&quot;:&quot;chart&quot;,&quot;weight&quot;:1,&quot;z&quot;:5},{&quot;composition_role&quot;:&quot;primary_analysis&quot;,&quot;data&quot;:[],&quot;dataset_id&quot;:&quot;dataset-mugj6lmd-hx8agd&quot;,&quot;element&quot;:&quot;Line Chart&quot;,&quot;engine&quot;:&quot;CoreChartEngine&quot;,&quot;groupId&quot;:null,&quot;id&quot;:&quot;c6&quot;,&quot;locked&quot;:false,&quot;mapping&quot;:{&quot;category&quot;:&quot;week_1&quot;,&quot;cohort&quot;:&quot;cohort_2&quot;,&quot;series&quot;:&quot;cohort_2&quot;,&quot;status&quot;:&quot;cohort_2&quot;,&quot;value&quot;:&quot;conversion_3&quot;,&quot;x&quot;:&quot;week_1&quot;,&quot;y&quot;:&quot;conversion_3&quot;},&quot;message_role&quot;:&quot;Primary Evidence&quot;,&quot;order&quot;:4,&quot;section_id&quot;:&quot;analysis&quot;,&quot;section_title&quot;:&quot;Analysis&quot;,&quot;showTitle&quot;:true,&quot;title&quot;:&quot;Conversion by week&quot;,&quot;type&quot;:&quot;chart&quot;,&quot;weight&quot;:1,&quot;z&quot;:6},{&quot;composition_role&quot;:&quot;detailed_evidence&quot;,&quot;customTable&quot;:{&quot;headers&quot;:[&quot;Cohort&quot;,&quot;Eligible&quot;,&quot;Conversion&quot;,&quot;Quality guardrail&quot;],&quot;rows&quot;:[[&quot;Control&quot;,1198,&quot;8.25%&quot;,&quot;Within quality guardrail&quot;],[&quot;Treatment&quot;,1204,&quot;9.03%&quot;,&quot;Within quality guardrail&quot;],[&quot;Holdout&quot;,412,&quot;8.45%&quot;,&quot;Monitor mix&quot;]]},&quot;element&quot;:&quot;Clean Table&quot;,&quot;engine&quot;:&quot;TableEngine&quot;,&quot;groupId&quot;:null,&quot;id&quot;:&quot;c7&quot;,&quot;locked&quot;:false,&quot;message_role&quot;:&quot;Primary Evidence&quot;,&quot;order&quot;:7,&quot;rows&quot;:[[&quot;Control&quot;,1198,&quot;8.25%&quot;,&quot;Within quality guardrail&quot;],[&quot;Treatment&quot;,1204,&quot;9.03%&quot;,&quot;Within quality guardrail&quot;],[&quot;Holdout&quot;,412,&quot;8.45%&quot;,&quot;Monitor mix&quot;]],&quot;section_id&quot;:&quot;evidence&quot;,&quot;section_title&quot;:&quot;Experiment evidence&quot;,&quot;showTitle&quot;:true,&quot;title&quot;:&quot;Cohort evidence&quot;,&quot;type&quot;:&quot;table&quot;,&quot;weight&quot;:1,&quot;z&quot;:7},{&quot;body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composition_role&quot;:&quot;narrative_interpretation&quot;,&quot;element&quot;:&quot;Body Narrative&quot;,&quot;engine&quot;:&quot;TextEngine&quot;,&quot;groupId&quot;:null,&quot;id&quot;:&quot;c8&quot;,&quot;locked&quot;:false,&quot;message_role&quot;:&quot;Context&quot;,&quot;order&quot;:6,&quot;section_id&quot;:&quot;analysis&quot;,&quot;section_title&quot;:&quot;Interpretation&quot;,&quot;text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title&quot;:&quot;Interpretation&quot;,&quot;type&quot;:&quot;text&quot;,&quot;weight&quot;:1,&quot;z&quot;:8},{&quot;composition_role&quot;:&quot;decision_risk&quot;,&quot;detail&quot;:&quot;Pause expansion if the quality guardrail moves outside its agreed range.&quot;,&quot;element&quot;:&quot;Risk Callout&quot;,&quot;engine&quot;:&quot;DecisionCompositeEngine&quot;,&quot;groupId&quot;:null,&quot;id&quot;:&quot;c9&quot;,&quot;locked&quot;:false,&quot;message_role&quot;:&quot;Risk&quot;,&quot;order&quot;:8,&quot;section_id&quot;:&quot;decision&quot;,&quot;section_title&quot;:&quot;Recommendation&quot;,&quot;statement&quot;:&quot;Stage a limited treatment rollout&quot;,&quot;status&quot;:&quot;Review&quot;,&quot;title&quot;:&quot;Recommendation&quot;,&quot;type&quot;:&quot;decision&quot;,&quot;weight&quot;:1,&quot;z&quot;:9}],&quot;layoutPreset&quot;:&quot;comparison&quot;,&quot;mode&quot;:&quot;smart&quot;,&quot;nextId&quot;:10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