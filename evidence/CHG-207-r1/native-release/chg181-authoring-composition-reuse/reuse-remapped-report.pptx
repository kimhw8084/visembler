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829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14.0,&quot;y&quot;:196.93120000000002,&quot;w&quot;:648.48,&quot;h&quot;:180.0}"/>
          <p:cNvSpPr/>
          <p:nvPr/>
        </p:nvSpPr>
        <p:spPr>
          <a:xfrm>
            <a:off x="106679" y="1500615"/>
            <a:ext cx="4941417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gj7bjk-sp4ms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gj7bjk-sp4ms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39.1712,&quot;w&quot;:1572.0,&quot;h&quot;:101.52000000000001}"/>
          <p:cNvSpPr/>
          <p:nvPr/>
        </p:nvSpPr>
        <p:spPr>
          <a:xfrm>
            <a:off x="106679" y="791848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74.6912,&quot;w&quot;:1572.0,&quot;h&quot;:100.80000000000001}"/>
          <p:cNvSpPr/>
          <p:nvPr/>
        </p:nvSpPr>
        <p:spPr>
          <a:xfrm>
            <a:off x="106679" y="895114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3.1712,&quot;w&quot;:1572.0,&quot;h&quot;:222.0}"/>
          <p:cNvGraphicFramePr>
            <a:graphicFrameLocks noGrp="1"/>
          </p:cNvGraphicFramePr>
          <p:nvPr/>
        </p:nvGraphicFramePr>
        <p:xfrm>
          <a:off x="106679" y="5967763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gj7bjk-sp4msc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5T05:39:53.264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gj7bjk-sp4ms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gj7bjk-sp4ms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