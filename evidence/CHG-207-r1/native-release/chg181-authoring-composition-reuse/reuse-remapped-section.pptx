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gj7j4x-xegqwp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gj7j4x-xegqwp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gj7j4x-xegqwp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39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gj7j4x-xegqwp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5T05:40:03.105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gj7j4x-xegqwp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gj7j4x-xegqwp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gj7j4x-xegqwp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