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9669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676.48,&quot;y&quot;:202.43120000000002,&quot;w&quot;:447.76,&quot;h&quot;:205.0}"/>
          <p:cNvSpPr/>
          <p:nvPr/>
        </p:nvSpPr>
        <p:spPr>
          <a:xfrm>
            <a:off x="5154777" y="1542525"/>
            <a:ext cx="3411930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14.0,&quot;y&quot;:196.93120000000002,&quot;w&quot;:648.48,&quot;h&quot;:200.0}"/>
          <p:cNvSpPr/>
          <p:nvPr/>
        </p:nvSpPr>
        <p:spPr>
          <a:xfrm>
            <a:off x="106679" y="1500615"/>
            <a:ext cx="4941417" cy="15239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0" cy="1645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&quot;:[[&quot;East&quot;,80],[&quot;West&quot;,95]],&quot;dataset_id&quot;:&quot;dataset-mugj730c-8e3435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82.8630303030303,&quot;y&quot;:446.9312,&quot;w&quot;:659.3939393939394,&quot;h&quot;:320.0}"/>
          <p:cNvGraphicFramePr>
            <a:graphicFrameLocks noGrp="1"/>
          </p:cNvGraphicFramePr>
          <p:nvPr/>
        </p:nvGraphicFramePr>
        <p:xfrm>
          <a:off x="1393416" y="3405615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East&quot;,80],[&quot;West&quot;,95]],&quot;dataset_id&quot;:&quot;dataset-mugj730c-8e3435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56.2569696969697,&quot;y&quot;:470.8353176470588,&quot;w&quot;:560.88,&quot;h&quot;:272.19176470588235}"/>
          <p:cNvGraphicFramePr>
            <a:graphicFrameLocks noGrp="1"/>
          </p:cNvGraphicFramePr>
          <p:nvPr/>
        </p:nvGraphicFramePr>
        <p:xfrm>
          <a:off x="6524677" y="3587764"/>
          <a:ext cx="4273905" cy="2074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56.9312,&quot;w&quot;:1572.0,&quot;h&quot;:101.52000000000001}"/>
          <p:cNvSpPr/>
          <p:nvPr/>
        </p:nvSpPr>
        <p:spPr>
          <a:xfrm>
            <a:off x="106679" y="8053814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192.4512,&quot;w&quot;:1572.0,&quot;h&quot;:100.80000000000001}"/>
          <p:cNvSpPr/>
          <p:nvPr/>
        </p:nvSpPr>
        <p:spPr>
          <a:xfrm>
            <a:off x="106679" y="9086477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2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22.0}"/>
          <p:cNvGraphicFramePr>
            <a:graphicFrameLocks noGrp="1"/>
          </p:cNvGraphicFramePr>
          <p:nvPr/>
        </p:nvGraphicFramePr>
        <p:xfrm>
          <a:off x="106679" y="6103095"/>
          <a:ext cx="11978638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56387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6387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56388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gj730c-8e3435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09-25T05:39:42.204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gj730c-8e3435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gj730c-8e3435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