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23715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by area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comparison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,&quot;x&quot;:14.0,&quot;y&quot;:40.0,&quot;w&quot;:1059.44,&quot;h&quot;:122.93120000000002}"/>
          <p:cNvSpPr/>
          <p:nvPr/>
        </p:nvSpPr>
        <p:spPr>
          <a:xfrm>
            <a:off x="104332" y="298093"/>
            <a:ext cx="7895287" cy="91612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25 units in the regional review.</a:t>
            </a:r>
          </a:p>
        </p:txBody>
      </p:sp>
      <p:sp>
        <p:nvSpPr>
          <p:cNvPr id="3" name="VIZ::Body Narrative" title="Visembler report text roles: text heading, context subhead" descr="VisualizerSemantic: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,&quot;x&quot;:1087.44,&quot;y&quot;:65.46560000000001,&quot;w&quot;:498.56,&quot;h&quot;:72.0}"/>
          <p:cNvSpPr/>
          <p:nvPr/>
        </p:nvSpPr>
        <p:spPr>
          <a:xfrm>
            <a:off x="8103952" y="487870"/>
            <a:ext cx="3715429" cy="53656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destination source entered into a blank report.</a:t>
            </a:r>
          </a:p>
        </p:txBody>
      </p:sp>
      <p:sp>
        <p:nvSpPr>
          <p:cNvPr id="4" name="VIZ::Regional revenue total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,&quot;x&quot;:676.48,&quot;y&quot;:202.43120000000002,&quot;w&quot;:447.76,&quot;h&quot;:205.0}"/>
          <p:cNvSpPr/>
          <p:nvPr/>
        </p:nvSpPr>
        <p:spPr>
          <a:xfrm>
            <a:off x="5041346" y="1508582"/>
            <a:ext cx="3336851" cy="152772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385 units</a:t>
            </a:r>
          </a:p>
        </p:txBody>
      </p:sp>
      <p:sp>
        <p:nvSpPr>
          <p:cNvPr id="5" name="VIZ::West lead over East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,&quot;x&quot;:1138.24,&quot;y&quot;:202.43120000000002,&quot;w&quot;:447.76,&quot;h&quot;:205.0}"/>
          <p:cNvSpPr/>
          <p:nvPr/>
        </p:nvSpPr>
        <p:spPr>
          <a:xfrm>
            <a:off x="8482530" y="1508582"/>
            <a:ext cx="3336851" cy="152772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,&quot;x&quot;:14.0,&quot;y&quot;:196.93120000000002,&quot;w&quot;:648.48,&quot;h&quot;:216.0}"/>
          <p:cNvSpPr/>
          <p:nvPr/>
        </p:nvSpPr>
        <p:spPr>
          <a:xfrm>
            <a:off x="104332" y="1467594"/>
            <a:ext cx="4832681" cy="160970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180 units → 205 units</a:t>
            </a:r>
          </a:p>
        </p:txBody>
      </p:sp>
      <p:graphicFrame>
        <p:nvGraphicFramePr>
          <p:cNvPr id="7" name="Chart 6" descr="VisualizerSemantic:{&quot;brush&quot;:[0,4],&quot;composition_role&quot;:&quot;supporting_analysis&quot;,&quot;cross&quot;:null,&quot;data&quot;:[[&quot;East&quot;,180],[&quot;West&quot;,205]],&quot;dataset_id&quot;:&quot;dataset-mugj80ef-gel7i8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,&quot;observations&quot;:[{&quot;label&quot;:&quot;East&quot;,&quot;value&quot;:180},{&quot;label&quot;:&quot;West&quot;,&quot;value&quot;:205}],&quot;x&quot;:851.2230303030303,&quot;y&quot;:446.9312,&quot;w&quot;:659.3939393939394,&quot;h&quot;:320.0}"/>
          <p:cNvGraphicFramePr>
            <a:graphicFrameLocks noGrp="1"/>
          </p:cNvGraphicFramePr>
          <p:nvPr/>
        </p:nvGraphicFramePr>
        <p:xfrm>
          <a:off x="6343587" y="3330675"/>
          <a:ext cx="4914015" cy="238474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brush&quot;:[0,4],&quot;composition_role&quot;:&quot;supporting_analysis&quot;,&quot;cross&quot;:null,&quot;data&quot;:[[&quot;East&quot;,180],[&quot;West&quot;,205]],&quot;dataset_id&quot;:&quot;dataset-mugj80ef-gel7i8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,&quot;observations&quot;:[{&quot;label&quot;:&quot;East&quot;,&quot;value&quot;:180},{&quot;label&quot;:&quot;West&quot;,&quot;value&quot;:205}],&quot;x&quot;:470.3030303030303,&quot;y&quot;:774.9312,&quot;w&quot;:659.3939393939394,&quot;h&quot;:320.0}"/>
          <p:cNvGraphicFramePr>
            <a:graphicFrameLocks noGrp="1"/>
          </p:cNvGraphicFramePr>
          <p:nvPr/>
        </p:nvGraphicFramePr>
        <p:xfrm>
          <a:off x="3504849" y="5775036"/>
          <a:ext cx="4914015" cy="238474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Body Narrative" title="Visembler report text roles: text heading, narrative interpretation" descr="VisualizerSemantic: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,&quot;x&quot;:89.38303030303041,&quot;y&quot;:446.9312,&quot;w&quot;:747.8399999999999,&quot;h&quot;:116.0}"/>
          <p:cNvSpPr/>
          <p:nvPr/>
        </p:nvSpPr>
        <p:spPr>
          <a:xfrm>
            <a:off x="666111" y="3330675"/>
            <a:ext cx="5573144" cy="86446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The extract totals 385 units. West is 25 units above East; confirm the pattern before changing regional targets.</a:t>
            </a:r>
          </a:p>
        </p:txBody>
      </p:sp>
      <p:sp>
        <p:nvSpPr>
          <p:cNvPr id="11" name="VIZ::Risk Callout" title="Visembler report text roles: text heading, risk decision, evidence detail, action status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,&quot;x&quot;:14.0,&quot;y&quot;:1384.9312,&quot;w&quot;:1572.0,&quot;h&quot;:101.52000000000001}"/>
          <p:cNvSpPr/>
          <p:nvPr/>
        </p:nvSpPr>
        <p:spPr>
          <a:xfrm>
            <a:off x="104332" y="10320953"/>
            <a:ext cx="11715049" cy="75655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destination contains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2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,&quot;x&quot;:14.0,&quot;y&quot;:1520.4512,&quot;w&quot;:1572.0,&quot;h&quot;:100.80000000000001}"/>
          <p:cNvSpPr/>
          <p:nvPr/>
        </p:nvSpPr>
        <p:spPr>
          <a:xfrm>
            <a:off x="104332" y="11330891"/>
            <a:ext cx="11715049" cy="75119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3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,&quot;x&quot;:14.0,&quot;y&quot;:1128.9312,&quot;w&quot;:1572.0,&quot;h&quot;:222.0}"/>
          <p:cNvGraphicFramePr>
            <a:graphicFrameLocks noGrp="1"/>
          </p:cNvGraphicFramePr>
          <p:nvPr/>
        </p:nvGraphicFramePr>
        <p:xfrm>
          <a:off x="104332" y="8413158"/>
          <a:ext cx="11715049" cy="1654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8762"/>
                <a:gridCol w="2928762"/>
                <a:gridCol w="2928762"/>
                <a:gridCol w="2928763"/>
              </a:tblGrid>
              <a:tr h="551471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55147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55147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gj80ef-gel7i8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09-25T05:40:25.479Z&quot;,&quot;kind&quot;:&quot;clipboard&quot;,&quot;label&quot;:&quot;TSV&quot;},&quot;warnings&quot;:[]}],&quot;groups&quot;:{},&quot;items&quot;:[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gj80ef-gel7i8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gj80ef-gel7i8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},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},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},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},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},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},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