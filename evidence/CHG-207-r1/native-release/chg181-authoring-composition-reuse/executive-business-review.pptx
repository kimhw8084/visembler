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2488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retention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7"/>
            <a:ext cx="3799026" cy="5486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202.43120000000002,&quot;w&quot;:447.76,&quot;h&quot;:205.0}"/>
          <p:cNvSpPr/>
          <p:nvPr/>
        </p:nvSpPr>
        <p:spPr>
          <a:xfrm>
            <a:off x="5154777" y="1542525"/>
            <a:ext cx="3411930" cy="15620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96.93120000000002,&quot;w&quot;:648.48,&quot;h&quot;:200.0}"/>
          <p:cNvSpPr/>
          <p:nvPr/>
        </p:nvSpPr>
        <p:spPr>
          <a:xfrm>
            <a:off x="106680" y="1500615"/>
            <a:ext cx="4941416" cy="15239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96.93120000000002,&quot;w&quot;:447.76,&quot;h&quot;:216.0}"/>
          <p:cNvSpPr/>
          <p:nvPr/>
        </p:nvSpPr>
        <p:spPr>
          <a:xfrm>
            <a:off x="8673387" y="1500615"/>
            <a:ext cx="3411930" cy="164591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7" name="Chart 6" descr="VisualizerSemantic:{&quot;composition_role&quot;:&quot;primary_analysis&quot;,&quot;data&quot;:[[&quot;Q1&quot;,91.8],[&quot;Q2&quot;,93.2],[&quot;Q3&quot;,94.1],[&quot;Q4&quot;,94.6]],&quot;dataset_id&quot;:&quot;dataset-mugj650n-dt05wy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470.30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3583708" y="3405615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93.9312,&quot;w&quot;:1572.0,&quot;h&quot;:101.52000000000001}"/>
          <p:cNvSpPr/>
          <p:nvPr/>
        </p:nvSpPr>
        <p:spPr>
          <a:xfrm>
            <a:off x="106680" y="8335754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29.4512,&quot;w&quot;:1572.0,&quot;h&quot;:100.80000000000001}"/>
          <p:cNvSpPr/>
          <p:nvPr/>
        </p:nvSpPr>
        <p:spPr>
          <a:xfrm>
            <a:off x="106680" y="9368417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1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800.9312,&quot;w&quot;:1572.0,&quot;h&quot;:259.0}"/>
          <p:cNvGraphicFramePr>
            <a:graphicFrameLocks noGrp="1"/>
          </p:cNvGraphicFramePr>
          <p:nvPr/>
        </p:nvGraphicFramePr>
        <p:xfrm>
          <a:off x="106680" y="6103095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gj650n-dt05wy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5T05:38:58.151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gj650n-dt05wy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