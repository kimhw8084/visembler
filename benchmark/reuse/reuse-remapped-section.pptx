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kcipr1-ghy0bt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kcipr1-ghy0bt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kcipr1-ghy0bt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kcipr1-ghy0bt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7T21:43:52.285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kcipr1-ghy0bt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kcipr1-ghy0bt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kcipr1-ghy0bt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