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121663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comparison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180.0</c:v>
                </c:pt>
                <c:pt idx="1">
                  <c:v>205.0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by area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180.0</c:v>
                </c:pt>
                <c:pt idx="1">
                  <c:v>205.0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Hero Title" title="Visembler report text roles: text heading, report headline" descr="VisualizerSemantic:{&quot;body&quot;:&quot;West revenue leads East by 25 units in the regional review.&quot;,&quot;composition_role&quot;:&quot;report_headline&quot;,&quot;element&quot;:&quot;Hero Title&quot;,&quot;engine&quot;:&quot;TextEngine&quot;,&quot;groupId&quot;:null,&quot;id&quot;:&quot;c3&quot;,&quot;locked&quot;:false,&quot;message_role&quot;:&quot;Headline&quot;,&quot;order&quot;:0,&quot;section_id&quot;:&quot;opening&quot;,&quot;section_title&quot;:&quot;Overview&quot;,&quot;showTitle&quot;:false,&quot;text&quot;:&quot;West revenue leads East by 25 units in the regional review.&quot;,&quot;textAlign&quot;:&quot;left&quot;,&quot;title&quot;:&quot;Hero Title&quot;,&quot;type&quot;:&quot;text&quot;,&quot;weight&quot;:1.1,&quot;z&quot;:3,&quot;x&quot;:14.0,&quot;y&quot;:40.0,&quot;w&quot;:1059.44,&quot;h&quot;:122.93120000000002}"/>
          <p:cNvSpPr/>
          <p:nvPr/>
        </p:nvSpPr>
        <p:spPr>
          <a:xfrm>
            <a:off x="106679" y="304800"/>
            <a:ext cx="8072932" cy="93673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Hero Title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West revenue leads East by 25 units in the regional review.</a:t>
            </a:r>
          </a:p>
        </p:txBody>
      </p:sp>
      <p:sp>
        <p:nvSpPr>
          <p:cNvPr id="3" name="VIZ::Body Narrative" title="Visembler report text roles: text heading, context subhead" descr="VisualizerSemantic:{&quot;body&quot;:&quot;Regional revenue review · East and West · destination source entered into a blank report.&quot;,&quot;composition_role&quot;:&quot;context&quot;,&quot;element&quot;:&quot;Body Narrative&quot;,&quot;engine&quot;:&quot;TextEngine&quot;,&quot;groupId&quot;:null,&quot;id&quot;:&quot;c4&quot;,&quot;locked&quot;:false,&quot;message_role&quot;:&quot;Context&quot;,&quot;order&quot;:1,&quot;section_id&quot;:&quot;opening&quot;,&quot;section_title&quot;:&quot;Overview&quot;,&quot;showTitle&quot;:false,&quot;text&quot;:&quot;Regional revenue review · East and West · destination source entered into a blank report.&quot;,&quot;textAlign&quot;:&quot;left&quot;,&quot;title&quot;:&quot;Body Narrative&quot;,&quot;type&quot;:&quot;text&quot;,&quot;weight&quot;:1.1,&quot;z&quot;:4,&quot;x&quot;:1087.44,&quot;y&quot;:65.46560000000001,&quot;w&quot;:498.56,&quot;h&quot;:72.0}"/>
          <p:cNvSpPr/>
          <p:nvPr/>
        </p:nvSpPr>
        <p:spPr>
          <a:xfrm>
            <a:off x="8286291" y="498848"/>
            <a:ext cx="3799027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Regional revenue review · East and West · destination source entered into a blank report.</a:t>
            </a:r>
          </a:p>
        </p:txBody>
      </p:sp>
      <p:sp>
        <p:nvSpPr>
          <p:cNvPr id="4" name="VIZ::Regional revenue total KPI" title="Visembler report text roles: metric title, metric value" descr="VisualizerSemantic:{&quot;capability_overrides&quot;:{&quot;target&quot;:null},&quot;composition_role&quot;:&quot;hero_metric&quot;,&quot;delta&quot;:null,&quot;element&quot;:&quot;Hero KPI&quot;,&quot;engine&quot;:&quot;MetricEngine&quot;,&quot;groupId&quot;:null,&quot;id&quot;:&quot;c5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Regional revenue total&quot;,&quot;type&quot;:&quot;metric&quot;,&quot;unit&quot;:&quot;units&quot;,&quot;value&quot;:385,&quot;weight&quot;:1.15,&quot;z&quot;:5,&quot;x&quot;:14.0,&quot;y&quot;:198.93120000000002,&quot;w&quot;:648.48,&quot;h&quot;:205.0}"/>
          <p:cNvSpPr/>
          <p:nvPr/>
        </p:nvSpPr>
        <p:spPr>
          <a:xfrm>
            <a:off x="106679" y="1515855"/>
            <a:ext cx="4941417" cy="15621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Regional revenue total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385 units</a:t>
            </a:r>
          </a:p>
        </p:txBody>
      </p:sp>
      <p:sp>
        <p:nvSpPr>
          <p:cNvPr id="5" name="VIZ::West lead over East KPI" title="Visembler report text roles: metric title, metric value" descr="VisualizerSemantic:{&quot;capability_overrides&quot;:{&quot;target&quot;:null},&quot;composition_role&quot;:&quot;hero_metric&quot;,&quot;delta&quot;:null,&quot;element&quot;:&quot;Hero KPI&quot;,&quot;engine&quot;:&quot;MetricEngine&quot;,&quot;groupId&quot;:null,&quot;id&quot;:&quot;c6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West lead over East&quot;,&quot;type&quot;:&quot;metric&quot;,&quot;unit&quot;:&quot;units&quot;,&quot;value&quot;:25,&quot;weight&quot;:1.15,&quot;z&quot;:6,&quot;x&quot;:676.48,&quot;y&quot;:198.93120000000002,&quot;w&quot;:447.76,&quot;h&quot;:205.0}"/>
          <p:cNvSpPr/>
          <p:nvPr/>
        </p:nvSpPr>
        <p:spPr>
          <a:xfrm>
            <a:off x="5154777" y="1515855"/>
            <a:ext cx="3411931" cy="15621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West lead over East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25 units</a:t>
            </a:r>
          </a:p>
        </p:txBody>
      </p:sp>
      <p:sp>
        <p:nvSpPr>
          <p:cNvPr id="6" name="VIZ::East to West revenue KPI" title="Visembler report text roles: metric title, comparison value" descr="VisualizerSemantic:{&quot;after&quot;:205,&quot;before&quot;:180,&quot;composition_role&quot;:&quot;hero_metric&quot;,&quot;element&quot;:&quot;Before/After KPI&quot;,&quot;engine&quot;:&quot;ComparisonEngine&quot;,&quot;groupId&quot;:null,&quot;id&quot;:&quot;c7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extAlign&quot;:&quot;left&quot;,&quot;title&quot;:&quot;East to West revenue&quot;,&quot;type&quot;:&quot;comparison&quot;,&quot;unit&quot;:&quot;units&quot;,&quot;weight&quot;:1.15,&quot;z&quot;:7,&quot;x&quot;:1138.24,&quot;y&quot;:196.93120000000002,&quot;w&quot;:447.76,&quot;h&quot;:209.0}"/>
          <p:cNvSpPr/>
          <p:nvPr/>
        </p:nvSpPr>
        <p:spPr>
          <a:xfrm>
            <a:off x="8673387" y="1500615"/>
            <a:ext cx="3411931" cy="159258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East to West revenue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180 units → 205 units</a:t>
            </a:r>
          </a:p>
        </p:txBody>
      </p:sp>
      <p:graphicFrame>
        <p:nvGraphicFramePr>
          <p:cNvPr id="13" name="VIZ::Regional revenue by area" descr="VisualizerSemantic:{&quot;brush&quot;:[0,4],&quot;composition_role&quot;:&quot;supporting_analysis&quot;,&quot;cross&quot;:null,&quot;data&quot;:[[&quot;East&quot;,180],[&quot;West&quot;,205]],&quot;dataset_id&quot;:&quot;dataset-mukciviy-3xct37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East&quot;,&quot;value&quot;:180},{&quot;label&quot;:&quot;West&quot;,&quot;value&quot;:205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,&quot;observations&quot;:[{&quot;label&quot;:&quot;East&quot;,&quot;value&quot;:180},{&quot;label&quot;:&quot;West&quot;,&quot;value&quot;:205}],&quot;x&quot;:133.60606060606062,&quot;y&quot;:439.9312,&quot;w&quot;:659.3939393939394,&quot;h&quot;:320.0}"/>
          <p:cNvGraphicFramePr>
            <a:graphicFrameLocks noGrp="1"/>
          </p:cNvGraphicFramePr>
          <p:nvPr/>
        </p:nvGraphicFramePr>
        <p:xfrm>
          <a:off x="1018078" y="3352275"/>
          <a:ext cx="5024581" cy="24384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4" name="VIZ::Regional revenue comparison" descr="VisualizerSemantic:{&quot;brush&quot;:[0,4],&quot;composition_role&quot;:&quot;supporting_analysis&quot;,&quot;cross&quot;:null,&quot;data&quot;:[[&quot;East&quot;,180],[&quot;West&quot;,205]],&quot;dataset_id&quot;:&quot;dataset-mukciviy-3xct37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East&quot;,&quot;value&quot;:180},{&quot;label&quot;:&quot;West&quot;,&quot;value&quot;:205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2,&quot;observations&quot;:[{&quot;label&quot;:&quot;East&quot;,&quot;value&quot;:180},{&quot;label&quot;:&quot;West&quot;,&quot;value&quot;:205}],&quot;x&quot;:807.0,&quot;y&quot;:439.9312,&quot;w&quot;:659.3939393939394,&quot;h&quot;:320.0}"/>
          <p:cNvGraphicFramePr>
            <a:graphicFrameLocks noGrp="1"/>
          </p:cNvGraphicFramePr>
          <p:nvPr/>
        </p:nvGraphicFramePr>
        <p:xfrm>
          <a:off x="6149339" y="3352275"/>
          <a:ext cx="5024581" cy="2438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VIZ::Body Narrative" title="Visembler report text roles: text heading, narrative interpretation" descr="VisualizerSemantic:{&quot;body&quot;:&quot;The extract totals 385 units. West is 25 units above East; confirm the pattern before changing regional targets.&quot;,&quot;composition_role&quot;:&quot;narrative_interpretation&quot;,&quot;element&quot;:&quot;Body Narrative&quot;,&quot;engine&quot;:&quot;TextEngine&quot;,&quot;groupId&quot;:null,&quot;id&quot;:&quot;c10&quot;,&quot;locked&quot;:false,&quot;message_role&quot;:&quot;Context&quot;,&quot;order&quot;:7,&quot;section_id&quot;:&quot;analysis&quot;,&quot;section_title&quot;:&quot;Analysis&quot;,&quot;showTitle&quot;:false,&quot;text&quot;:&quot;The extract totals 385 units. West is 25 units above East; confirm the pattern before changing regional targets.&quot;,&quot;textAlign&quot;:&quot;left&quot;,&quot;title&quot;:&quot;Body Narrative&quot;,&quot;type&quot;:&quot;text&quot;,&quot;weight&quot;:1.1,&quot;z&quot;:10,&quot;x&quot;:14.0,&quot;y&quot;:767.9312,&quot;w&quot;:1572.0,&quot;h&quot;:116.0}"/>
          <p:cNvSpPr/>
          <p:nvPr/>
        </p:nvSpPr>
        <p:spPr>
          <a:xfrm>
            <a:off x="106679" y="5851635"/>
            <a:ext cx="11978639" cy="88392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The extract totals 385 units. West is 25 units above East; confirm the pattern before changing regional targets.</a:t>
            </a:r>
          </a:p>
        </p:txBody>
      </p:sp>
      <p:sp>
        <p:nvSpPr>
          <p:cNvPr id="11" name="VIZ::Risk Callout" title="Visembler report text roles: text heading, risk decision, evidence detail, action status" descr="VisualizerSemantic: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9&quot;,&quot;locked&quot;:false,&quot;message_role&quot;:&quot;Risk&quot;,&quot;order&quot;:9,&quot;section_id&quot;:&quot;decision&quot;,&quot;section_title&quot;:&quot;Decision&quot;,&quot;showTitle&quot;:false,&quot;statement&quot;:&quot;Validate the West lead before shifting regional targets&quot;,&quot;status&quot;:&quot;Review&quot;,&quot;textAlign&quot;:&quot;left&quot;,&quot;title&quot;:&quot;Risk Callout&quot;,&quot;type&quot;:&quot;decision&quot;,&quot;weight&quot;:1.15,&quot;z&quot;:9,&quot;x&quot;:14.0,&quot;y&quot;:1209.4512,&quot;w&quot;:1572.0,&quot;h&quot;:113.70240000000003}"/>
          <p:cNvSpPr/>
          <p:nvPr/>
        </p:nvSpPr>
        <p:spPr>
          <a:xfrm>
            <a:off x="106679" y="9216017"/>
            <a:ext cx="11978639" cy="86641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Validate the West lead before shifting regional targets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The destination contains two regions; confirm the pattern in the next operating window.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2" name="VIZ::Key Takeaway" title="Visembler report text roles: text heading, conclusion next step" descr="VisualizerSemantic: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11&quot;,&quot;locked&quot;:false,&quot;message_role&quot;:&quot;Action&quot;,&quot;order&quot;:10,&quot;section_id&quot;:&quot;delivery&quot;,&quot;section_title&quot;:&quot;Next steps&quot;,&quot;showTitle&quot;:false,&quot;text&quot;:&quot;Next step: validate the West lead in the next operating window before shifting regional targets.&quot;,&quot;textAlign&quot;:&quot;left&quot;,&quot;title&quot;:&quot;Key Takeaway&quot;,&quot;type&quot;:&quot;text&quot;,&quot;weight&quot;:1.1,&quot;z&quot;:11,&quot;x&quot;:14.0,&quot;y&quot;:1357.1536,&quot;w&quot;:1572.0,&quot;h&quot;:100.80000000000001}"/>
          <p:cNvSpPr/>
          <p:nvPr/>
        </p:nvSpPr>
        <p:spPr>
          <a:xfrm>
            <a:off x="106679" y="10341509"/>
            <a:ext cx="11978639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validate the West lead in the next operating window before shifting regional targets.</a:t>
            </a:r>
          </a:p>
        </p:txBody>
      </p:sp>
      <p:graphicFrame>
        <p:nvGraphicFramePr>
          <p:cNvPr id="15" name="VIZ::Regional revenue evidence" descr="VisualizerSemantic: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8&quot;,&quot;locked&quot;:false,&quot;message_role&quot;:&quot;Primary Evidence&quot;,&quot;order&quot;:8,&quot;rows&quot;:[[&quot;East&quot;,180,&quot;Comparison baseline&quot;,&quot;Destination extract&quot;],[&quot;West&quot;,205,&quot;Leads by 25&quot;,&quot;Destination extract&quot;]],&quot;section_id&quot;:&quot;evidence&quot;,&quot;section_title&quot;:&quot;Evidence&quot;,&quot;showTitle&quot;:true,&quot;textAlign&quot;:&quot;left&quot;,&quot;title&quot;:&quot;Regional revenue evidence&quot;,&quot;type&quot;:&quot;table&quot;,&quot;weight&quot;:1.55,&quot;z&quot;:8,&quot;x&quot;:14.0,&quot;y&quot;:917.9312,&quot;w&quot;:1572.0,&quot;h&quot;:257.52}"/>
          <p:cNvGraphicFramePr>
            <a:graphicFrameLocks noGrp="1"/>
          </p:cNvGraphicFramePr>
          <p:nvPr/>
        </p:nvGraphicFramePr>
        <p:xfrm>
          <a:off x="106679" y="6994635"/>
          <a:ext cx="11978639" cy="1962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2"/>
              </a:tblGrid>
              <a:tr h="65410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65410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Comparison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  <a:tr h="65410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Leads by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kciviy-3xct37&quot;,&quot;metadata&quot;:{&quot;header&quot;:{&quot;confidence&quot;:0.75,&quot;present&quot;:true,&quot;source_row&quot;:0}},&quot;name&quot;:&quot;Pasted data&quot;,&quot;revision&quot;:1,&quot;rows&quot;:[[&quot;East&quot;,180],[&quot;West&quot;,205]],&quot;source&quot;:{&quot;imported_at&quot;:&quot;2026-09-27T21:43:59.771Z&quot;,&quot;kind&quot;:&quot;clipboard&quot;,&quot;label&quot;:&quot;TSV&quot;},&quot;warnings&quot;:[]}],&quot;groups&quot;:{},&quot;items&quot;:[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kciviy-3xct37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kciviy-3xct37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2},{&quot;body&quot;:&quot;West revenue leads East by 25 units in the regional review.&quot;,&quot;composition_role&quot;:&quot;report_headline&quot;,&quot;element&quot;:&quot;Hero Title&quot;,&quot;engine&quot;:&quot;TextEngine&quot;,&quot;groupId&quot;:null,&quot;id&quot;:&quot;c3&quot;,&quot;locked&quot;:false,&quot;message_role&quot;:&quot;Headline&quot;,&quot;order&quot;:0,&quot;section_id&quot;:&quot;opening&quot;,&quot;section_title&quot;:&quot;Overview&quot;,&quot;showTitle&quot;:false,&quot;text&quot;:&quot;West revenue leads East by 25 units in the regional review.&quot;,&quot;textAlign&quot;:&quot;left&quot;,&quot;title&quot;:&quot;Hero Title&quot;,&quot;type&quot;:&quot;text&quot;,&quot;weight&quot;:1.1,&quot;z&quot;:3},{&quot;body&quot;:&quot;Regional revenue review · East and West · destination source entered into a blank report.&quot;,&quot;composition_role&quot;:&quot;context&quot;,&quot;element&quot;:&quot;Body Narrative&quot;,&quot;engine&quot;:&quot;TextEngine&quot;,&quot;groupId&quot;:null,&quot;id&quot;:&quot;c4&quot;,&quot;locked&quot;:false,&quot;message_role&quot;:&quot;Context&quot;,&quot;order&quot;:1,&quot;section_id&quot;:&quot;opening&quot;,&quot;section_title&quot;:&quot;Overview&quot;,&quot;showTitle&quot;:false,&quot;text&quot;:&quot;Regional revenue review · East and West · destination source entered into a blank report.&quot;,&quot;textAlign&quot;:&quot;left&quot;,&quot;title&quot;:&quot;Body Narrative&quot;,&quot;type&quot;:&quot;text&quot;,&quot;weight&quot;:1.1,&quot;z&quot;:4},{&quot;capability_overrides&quot;:{&quot;target&quot;:null},&quot;composition_role&quot;:&quot;hero_metric&quot;,&quot;delta&quot;:null,&quot;element&quot;:&quot;Hero KPI&quot;,&quot;engine&quot;:&quot;MetricEngine&quot;,&quot;groupId&quot;:null,&quot;id&quot;:&quot;c5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Regional revenue total&quot;,&quot;type&quot;:&quot;metric&quot;,&quot;unit&quot;:&quot;units&quot;,&quot;value&quot;:385,&quot;weight&quot;:1.15,&quot;z&quot;:5},{&quot;capability_overrides&quot;:{&quot;target&quot;:null},&quot;composition_role&quot;:&quot;hero_metric&quot;,&quot;delta&quot;:null,&quot;element&quot;:&quot;Hero KPI&quot;,&quot;engine&quot;:&quot;MetricEngine&quot;,&quot;groupId&quot;:null,&quot;id&quot;:&quot;c6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West lead over East&quot;,&quot;type&quot;:&quot;metric&quot;,&quot;unit&quot;:&quot;units&quot;,&quot;value&quot;:25,&quot;weight&quot;:1.15,&quot;z&quot;:6},{&quot;after&quot;:205,&quot;before&quot;:180,&quot;composition_role&quot;:&quot;hero_metric&quot;,&quot;element&quot;:&quot;Before/After KPI&quot;,&quot;engine&quot;:&quot;ComparisonEngine&quot;,&quot;groupId&quot;:null,&quot;id&quot;:&quot;c7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extAlign&quot;:&quot;left&quot;,&quot;title&quot;:&quot;East to West revenue&quot;,&quot;type&quot;:&quot;comparison&quot;,&quot;unit&quot;:&quot;units&quot;,&quot;weight&quot;:1.15,&quot;z&quot;:7},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8&quot;,&quot;locked&quot;:false,&quot;message_role&quot;:&quot;Primary Evidence&quot;,&quot;order&quot;:8,&quot;rows&quot;:[[&quot;East&quot;,180,&quot;Comparison baseline&quot;,&quot;Destination extract&quot;],[&quot;West&quot;,205,&quot;Leads by 25&quot;,&quot;Destination extract&quot;]],&quot;section_id&quot;:&quot;evidence&quot;,&quot;section_title&quot;:&quot;Evidence&quot;,&quot;showTitle&quot;:true,&quot;textAlign&quot;:&quot;left&quot;,&quot;title&quot;:&quot;Regional revenue evidence&quot;,&quot;type&quot;:&quot;table&quot;,&quot;weight&quot;:1.55,&quot;z&quot;:8},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9&quot;,&quot;locked&quot;:false,&quot;message_role&quot;:&quot;Risk&quot;,&quot;order&quot;:9,&quot;section_id&quot;:&quot;decision&quot;,&quot;section_title&quot;:&quot;Decision&quot;,&quot;showTitle&quot;:false,&quot;statement&quot;:&quot;Validate the West lead before shifting regional targets&quot;,&quot;status&quot;:&quot;Review&quot;,&quot;textAlign&quot;:&quot;left&quot;,&quot;title&quot;:&quot;Risk Callout&quot;,&quot;type&quot;:&quot;decision&quot;,&quot;weight&quot;:1.15,&quot;z&quot;:9},{&quot;body&quot;:&quot;The extract totals 385 units. West is 25 units above East; confirm the pattern before changing regional targets.&quot;,&quot;composition_role&quot;:&quot;narrative_interpretation&quot;,&quot;element&quot;:&quot;Body Narrative&quot;,&quot;engine&quot;:&quot;TextEngine&quot;,&quot;groupId&quot;:null,&quot;id&quot;:&quot;c10&quot;,&quot;locked&quot;:false,&quot;message_role&quot;:&quot;Context&quot;,&quot;order&quot;:7,&quot;section_id&quot;:&quot;analysis&quot;,&quot;section_title&quot;:&quot;Analysis&quot;,&quot;showTitle&quot;:false,&quot;text&quot;:&quot;The extract totals 385 units. West is 25 units above East; confirm the pattern before changing regional targets.&quot;,&quot;textAlign&quot;:&quot;left&quot;,&quot;title&quot;:&quot;Body Narrative&quot;,&quot;type&quot;:&quot;text&quot;,&quot;weight&quot;:1.1,&quot;z&quot;:10},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11&quot;,&quot;locked&quot;:false,&quot;message_role&quot;:&quot;Action&quot;,&quot;order&quot;:10,&quot;section_id&quot;:&quot;delivery&quot;,&quot;section_title&quot;:&quot;Next steps&quot;,&quot;showTitle&quot;:false,&quot;text&quot;:&quot;Next step: validate the West lead in the next operating window before shifting regional targets.&quot;,&quot;textAlign&quot;:&quot;left&quot;,&quot;title&quot;:&quot;Key Takeaway&quot;,&quot;type&quot;:&quot;text&quot;,&quot;weight&quot;:1.1,&quot;z&quot;:11}],&quot;layoutPreset&quot;:&quot;executive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