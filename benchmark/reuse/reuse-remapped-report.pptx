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1726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25 units in the newly selected data.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destination data selected through guided remap.</a:t>
            </a:r>
          </a:p>
        </p:txBody>
      </p:sp>
      <p:sp>
        <p:nvSpPr>
          <p:cNvPr id="4" name="VIZ::Regional revenue total KPI" title="Visembler report text roles: metric title, metric value" descr="VisualizerSemantic: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,&quot;x&quot;:14.0,&quot;y&quot;:202.43120000000002,&quot;w&quot;:648.48,&quot;h&quot;:185.0}"/>
          <p:cNvSpPr/>
          <p:nvPr/>
        </p:nvSpPr>
        <p:spPr>
          <a:xfrm>
            <a:off x="106679" y="1542525"/>
            <a:ext cx="4941417" cy="14097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385 units</a:t>
            </a:r>
          </a:p>
        </p:txBody>
      </p:sp>
      <p:sp>
        <p:nvSpPr>
          <p:cNvPr id="5" name="VIZ::West lead over East KPI" title="Visembler report text roles: metric title, metric value" descr="VisualizerSemantic: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,&quot;x&quot;:676.48,&quot;y&quot;:204.93120000000002,&quot;w&quot;:447.76,&quot;h&quot;:180.0}"/>
          <p:cNvSpPr/>
          <p:nvPr/>
        </p:nvSpPr>
        <p:spPr>
          <a:xfrm>
            <a:off x="5154777" y="1561575"/>
            <a:ext cx="3411931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25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138.24,&quot;y&quot;:196.93120000000002,&quot;w&quot;:447.76,&quot;h&quot;:196.0}"/>
          <p:cNvSpPr/>
          <p:nvPr/>
        </p:nvSpPr>
        <p:spPr>
          <a:xfrm>
            <a:off x="8673387" y="1500615"/>
            <a:ext cx="3411931" cy="14935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180 units → 205 units</a:t>
            </a:r>
          </a:p>
        </p:txBody>
      </p:sp>
      <p:graphicFrame>
        <p:nvGraphicFramePr>
          <p:cNvPr id="12" name="VIZ::Regional revenue by area" descr="VisualizerSemantic:{&quot;brush&quot;:[0,4],&quot;composition_role&quot;:&quot;supporting_analysis&quot;,&quot;cross&quot;:null,&quot;dataset_id&quot;:&quot;dataset-mukciijw-vxn0mh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133.60606060606062,&quot;y&quot;:426.9312,&quot;w&quot;:659.3939393939394,&quot;h&quot;:320.0}"/>
          <p:cNvGraphicFramePr>
            <a:graphicFrameLocks noGrp="1"/>
          </p:cNvGraphicFramePr>
          <p:nvPr/>
        </p:nvGraphicFramePr>
        <p:xfrm>
          <a:off x="1018078" y="325321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3" name="VIZ::Regional revenue comparison" descr="VisualizerSemantic:{&quot;brush&quot;:[0,4],&quot;composition_role&quot;:&quot;supporting_analysis&quot;,&quot;cross&quot;:null,&quot;dataset_id&quot;:&quot;dataset-mukciijw-vxn0mh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807.0,&quot;y&quot;:426.9312,&quot;w&quot;:659.3939393939394,&quot;h&quot;:320.0}"/>
          <p:cNvGraphicFramePr>
            <a:graphicFrameLocks noGrp="1"/>
          </p:cNvGraphicFramePr>
          <p:nvPr/>
        </p:nvGraphicFramePr>
        <p:xfrm>
          <a:off x="6149339" y="325321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072.4512,&quot;w&quot;:1572.0,&quot;h&quot;:113.70240000000003}"/>
          <p:cNvSpPr/>
          <p:nvPr/>
        </p:nvSpPr>
        <p:spPr>
          <a:xfrm>
            <a:off x="106679" y="817207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destination contains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1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220.1536,&quot;w&quot;:1572.0,&quot;h&quot;:100.80000000000001}"/>
          <p:cNvSpPr/>
          <p:nvPr/>
        </p:nvSpPr>
        <p:spPr>
          <a:xfrm>
            <a:off x="106679" y="929756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4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780.9312,&quot;w&quot;:1572.0,&quot;h&quot;:257.52}"/>
          <p:cNvGraphicFramePr>
            <a:graphicFrameLocks noGrp="1"/>
          </p:cNvGraphicFramePr>
          <p:nvPr/>
        </p:nvGraphicFramePr>
        <p:xfrm>
          <a:off x="106679" y="595069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kciijw-vxn0mh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09-27T21:43:42.956Z&quot;,&quot;kind&quot;:&quot;clipboard&quot;,&quot;label&quot;:&quot;TSV&quot;},&quot;warnings&quot;:[]}],&quot;groups&quot;:{},&quot;items&quot;:[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},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},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},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},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set_id&quot;:&quot;dataset-mukciijw-vxn0mh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set_id&quot;:&quot;dataset-mukciijw-vxn0mh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