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it8psg-2xp7vx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it8s40-0i84s8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it8psg-2xp7vx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6T19:56:26.896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it8s40-0i84s8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6T19:56:29.904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it8psg-2xp7vx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it8s40-0i84s8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