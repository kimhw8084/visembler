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ita4ho-325n2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ita4ho-325n2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a4ho-325n2r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6T19:57:32.604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a4ho-325n2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a4ho-325n2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