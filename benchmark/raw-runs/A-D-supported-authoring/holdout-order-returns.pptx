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itaepo-vttiqx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itaepo-vttiqx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itaepo-vttiqx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6T19:57:45.852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itaepo-vttiqx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aepo-vttiqx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