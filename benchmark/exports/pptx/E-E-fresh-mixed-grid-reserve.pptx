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65064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Delivered MW by dispatch resource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Battery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Sheet1!$A$2:$A$10</c:f>
              <c:strCache>
                <c:ptCount val="9"/>
                <c:pt idx="0">
                  <c:v>17:00</c:v>
                </c:pt>
                <c:pt idx="1">
                  <c:v>17:30</c:v>
                </c:pt>
                <c:pt idx="2">
                  <c:v>18:00</c:v>
                </c:pt>
                <c:pt idx="3">
                  <c:v>18:30</c:v>
                </c:pt>
                <c:pt idx="4">
                  <c:v>19:00</c:v>
                </c:pt>
                <c:pt idx="5">
                  <c:v>19:30</c:v>
                </c:pt>
                <c:pt idx="6">
                  <c:v>20:00</c:v>
                </c:pt>
                <c:pt idx="7">
                  <c:v>20:30</c:v>
                </c:pt>
                <c:pt idx="8">
                  <c:v>21:00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34.0</c:v>
                </c:pt>
                <c:pt idx="1">
                  <c:v>32.0</c:v>
                </c:pt>
                <c:pt idx="2">
                  <c:v>29.0</c:v>
                </c:pt>
                <c:pt idx="3">
                  <c:v>28.0</c:v>
                </c:pt>
                <c:pt idx="4">
                  <c:v>25.0</c:v>
                </c:pt>
                <c:pt idx="5">
                  <c:v>24.0</c:v>
                </c:pt>
                <c:pt idx="6">
                  <c:v>22.0</c:v>
                </c:pt>
                <c:pt idx="7">
                  <c:v>21.0</c:v>
                </c:pt>
                <c:pt idx="8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response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Sheet1!$A$2:$A$10</c:f>
              <c:strCache>
                <c:ptCount val="9"/>
                <c:pt idx="0">
                  <c:v>17:00</c:v>
                </c:pt>
                <c:pt idx="1">
                  <c:v>17:30</c:v>
                </c:pt>
                <c:pt idx="2">
                  <c:v>18:00</c:v>
                </c:pt>
                <c:pt idx="3">
                  <c:v>18:30</c:v>
                </c:pt>
                <c:pt idx="4">
                  <c:v>19:00</c:v>
                </c:pt>
                <c:pt idx="5">
                  <c:v>19:30</c:v>
                </c:pt>
                <c:pt idx="6">
                  <c:v>20:00</c:v>
                </c:pt>
                <c:pt idx="7">
                  <c:v>20:30</c:v>
                </c:pt>
                <c:pt idx="8">
                  <c:v>21:00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18.0</c:v>
                </c:pt>
                <c:pt idx="1">
                  <c:v>18.0</c:v>
                </c:pt>
                <c:pt idx="2">
                  <c:v>16.0</c:v>
                </c:pt>
                <c:pt idx="3">
                  <c:v>16.0</c:v>
                </c:pt>
                <c:pt idx="4">
                  <c:v>14.0</c:v>
                </c:pt>
                <c:pt idx="5">
                  <c:v>12.0</c:v>
                </c:pt>
                <c:pt idx="6">
                  <c:v>10.0</c:v>
                </c:pt>
                <c:pt idx="7">
                  <c:v>8.0</c:v>
                </c:pt>
                <c:pt idx="8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Firm imports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Sheet1!$A$2:$A$10</c:f>
              <c:strCache>
                <c:ptCount val="9"/>
                <c:pt idx="0">
                  <c:v>17:00</c:v>
                </c:pt>
                <c:pt idx="1">
                  <c:v>17:30</c:v>
                </c:pt>
                <c:pt idx="2">
                  <c:v>18:00</c:v>
                </c:pt>
                <c:pt idx="3">
                  <c:v>18:30</c:v>
                </c:pt>
                <c:pt idx="4">
                  <c:v>19:00</c:v>
                </c:pt>
                <c:pt idx="5">
                  <c:v>19:30</c:v>
                </c:pt>
                <c:pt idx="6">
                  <c:v>20:00</c:v>
                </c:pt>
                <c:pt idx="7">
                  <c:v>20:30</c:v>
                </c:pt>
                <c:pt idx="8">
                  <c:v>21:00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41.0</c:v>
                </c:pt>
                <c:pt idx="1">
                  <c:v>40.0</c:v>
                </c:pt>
                <c:pt idx="2">
                  <c:v>40.0</c:v>
                </c:pt>
                <c:pt idx="3">
                  <c:v>39.0</c:v>
                </c:pt>
                <c:pt idx="4">
                  <c:v>37.0</c:v>
                </c:pt>
                <c:pt idx="5">
                  <c:v>37.0</c:v>
                </c:pt>
                <c:pt idx="6">
                  <c:v>36.0</c:v>
                </c:pt>
                <c:pt idx="7">
                  <c:v>34.0</c:v>
                </c:pt>
                <c:pt idx="8">
                  <c:v>33.0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2.65"/>
          <c:min val="6.3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spatch decision" title="Visembler report text roles: text heading, report headline" descr="VisualizerSemantic:{&quot;body&quot;:&quot;Verified supply falls toward the 21:00 reserve commitment.&quot;,&quot;composition_role&quot;:&quot;report_headline&quot;,&quot;element&quot;:&quot;Hero Title&quot;,&quot;engine&quot;:&quot;TextEngine&quot;,&quot;groupId&quot;:null,&quot;h&quot;:147.0,&quot;id&quot;:&quot;c1&quot;,&quot;locked&quot;:false,&quot;message_role&quot;:&quot;Headline&quot;,&quot;order&quot;:0,&quot;section_id&quot;:&quot;opening&quot;,&quot;section_title&quot;:&quot;Overview&quot;,&quot;showTitle&quot;:true,&quot;text&quot;:&quot;Verified supply falls toward the 21:00 reserve commitment.&quot;,&quot;textAlign&quot;:&quot;left&quot;,&quot;title&quot;:&quot;Dispatch decision&quot;,&quot;type&quot;:&quot;text&quot;,&quot;w&quot;:1059.44,&quot;weight&quot;:1.1,&quot;x&quot;:14.0,&quot;y&quot;:40.0,&quot;z&quot;:1}"/>
          <p:cNvSpPr/>
          <p:nvPr/>
        </p:nvSpPr>
        <p:spPr>
          <a:xfrm>
            <a:off x="75693" y="216266"/>
            <a:ext cx="5728023" cy="79477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Dispatch decision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Verified supply falls toward the 21:00 reserve commitment.</a:t>
            </a:r>
          </a:p>
        </p:txBody>
      </p:sp>
      <p:sp>
        <p:nvSpPr>
          <p:cNvPr id="3" name="VIZ::Operating context" title="Visembler report text roles: text heading, context subhead" descr="VisualizerSemantic:{&quot;body&quot;:&quot;Lakeshore cooperative · evening ramp · 17:00–21:00 local · dispatch logs plus balancing desk commitment ledger.&quot;,&quot;composition_role&quot;:&quot;context&quot;,&quot;element&quot;:&quot;Body Narrative&quot;,&quot;engine&quot;:&quot;TextEngine&quot;,&quot;groupId&quot;:null,&quot;h&quot;:152.0,&quot;id&quot;:&quot;c2&quot;,&quot;locked&quot;:false,&quot;message_role&quot;:&quot;Context&quot;,&quot;order&quot;:1,&quot;section_id&quot;:&quot;opening&quot;,&quot;section_title&quot;:&quot;Overview&quot;,&quot;showTitle&quot;:true,&quot;text&quot;:&quot;Lakeshore cooperative · evening ramp · 17:00–21:00 local · dispatch logs plus balancing desk commitment ledger.&quot;,&quot;textAlign&quot;:&quot;left&quot;,&quot;title&quot;:&quot;Operating context&quot;,&quot;type&quot;:&quot;text&quot;,&quot;w&quot;:498.56,&quot;weight&quot;:1.1,&quot;x&quot;:1087.44,&quot;y&quot;:40.0,&quot;z&quot;:2}"/>
          <p:cNvSpPr/>
          <p:nvPr/>
        </p:nvSpPr>
        <p:spPr>
          <a:xfrm>
            <a:off x="5879408" y="216266"/>
            <a:ext cx="2695540" cy="82181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Operating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Lakeshore cooperative · evening ramp · 17:00–21:00 local · dispatch logs plus balancing desk commitment ledger.</a:t>
            </a:r>
          </a:p>
        </p:txBody>
      </p:sp>
      <p:sp>
        <p:nvSpPr>
          <p:cNvPr id="4" name="VIZ::Verified reserve at 20:30 KPI" title="Visembler report text roles: metric title, metric value" descr="VisualizerSemantic:{&quot;capability_overrides&quot;:{&quot;target&quot;:&quot;70 MW operating reserve&quot;},&quot;composition_role&quot;:&quot;hero_metric&quot;,&quot;delta&quot;:&quot;−7 MW · 20:30 interval&quot;,&quot;element&quot;:&quot;Hero KPI&quot;,&quot;engine&quot;:&quot;MetricEngine&quot;,&quot;groupId&quot;:null,&quot;h&quot;:185.0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MW&quot;},&quot;order&quot;:2,&quot;period&quot;:&quot;vs prior period&quot;,&quot;section_id&quot;:&quot;performance&quot;,&quot;section_title&quot;:&quot;Performance&quot;,&quot;showTitle&quot;:true,&quot;target&quot;:&quot;70 MW operating reserve&quot;,&quot;textAlign&quot;:&quot;left&quot;,&quot;title&quot;:&quot;Verified reserve at 20:30&quot;,&quot;type&quot;:&quot;metric&quot;,&quot;unit&quot;:&quot;MW&quot;,&quot;value&quot;:63,&quot;w&quot;:1572.0,&quot;weight&quot;:1.15,&quot;x&quot;:14.0,&quot;y&quot;:2055.52,&quot;z&quot;:4}"/>
          <p:cNvSpPr/>
          <p:nvPr/>
        </p:nvSpPr>
        <p:spPr>
          <a:xfrm>
            <a:off x="75693" y="11113479"/>
            <a:ext cx="8499256" cy="100023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Verified reserve at 20:30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63 MW</a:t>
            </a:r>
          </a:p>
        </p:txBody>
      </p:sp>
      <p:graphicFrame>
        <p:nvGraphicFramePr>
          <p:cNvPr id="12" name="VIZ::Delivered MW by dispatch resource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Multi-Line&quot;,&quot;dataset&quot;:{&quot;fields&quot;:[{&quot;id&quot;:&quot;window_1&quot;,&quot;name&quot;:&quot;Window&quot;,&quot;nullable&quot;:false,&quot;profile&quot;:{&quot;distinct&quot;:8,&quot;missing&quot;:0},&quot;semantic_tags&quot;:[],&quot;type&quot;:&quot;categorical&quot;},{&quot;id&quot;:&quot;resource_2&quot;,&quot;name&quot;:&quot;Resource&quot;,&quot;nullable&quot;:false,&quot;profile&quot;:{&quot;distinct&quot;:3,&quot;missing&quot;:0},&quot;semantic_tags&quot;:[],&quot;type&quot;:&quot;categorical&quot;},{&quot;id&quot;:&quot;delivered_mw_3&quot;,&quot;name&quot;:&quot;Delivered MW&quot;,&quot;nullable&quot;:false,&quot;profile&quot;:{&quot;distinct&quot;:19,&quot;missing&quot;:0},&quot;semantic_tags&quot;:[],&quot;type&quot;:&quot;integer&quot;,&quot;unit&quot;:&quot;&quot;}],&quot;id&quot;:&quot;dataset-muirvtjz-8w9hyl&quot;,&quot;metadata&quot;:{&quot;header&quot;:{&quot;confidence&quot;:0.6666666666666666,&quot;present&quot;:true,&quot;source_row&quot;:0}},&quot;name&quot;:&quot;Pasted data&quot;,&quot;revision&quot;:1,&quot;rows&quot;:[[&quot;17:00&quot;,&quot;Battery&quot;,34],[&quot;17:00&quot;,&quot;Demand response&quot;,18],[&quot;17:00&quot;,&quot;Firm imports&quot;,41],[&quot;17:30&quot;,&quot;Battery&quot;,32],[&quot;17:30&quot;,&quot;Demand response&quot;,18],[&quot;17:30&quot;,&quot;Firm imports&quot;,40],[&quot;18:00&quot;,&quot;Battery&quot;,29],[&quot;18:00&quot;,&quot;Demand response&quot;,16],[&quot;18:00&quot;,&quot;Firm imports&quot;,40],[&quot;18:30&quot;,&quot;Battery&quot;,28],[&quot;18:30&quot;,&quot;Demand response&quot;,16],[&quot;18:30&quot;,&quot;Firm imports&quot;,39],[&quot;19:00&quot;,&quot;Battery&quot;,25],[&quot;19:00&quot;,&quot;Demand response&quot;,14],[&quot;19:00&quot;,&quot;Firm imports&quot;,37],[&quot;19:30&quot;,&quot;Battery&quot;,24],[&quot;19:30&quot;,&quot;Demand response&quot;,12],[&quot;19:30&quot;,&quot;Firm imports&quot;,37],[&quot;20:00&quot;,&quot;Battery&quot;,22],[&quot;20:00&quot;,&quot;Demand response&quot;,10],[&quot;20:00&quot;,&quot;Firm imports&quot;,36],[&quot;20:30&quot;,&quot;Battery&quot;,21],[&quot;20:30&quot;,&quot;Demand response&quot;,8],[&quot;20:30&quot;,&quot;Firm imports&quot;,34]],&quot;source&quot;:{&quot;imported_at&quot;:&quot;2026-09-26T19:18:25.631Z&quot;,&quot;kind&quot;:&quot;clipboard&quot;,&quot;label&quot;:&quot;TSV&quot;},&quot;warnings&quot;:[]},&quot;dataset_id&quot;:&quot;dataset-muirvtjz-8w9hyl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series&quot;:&quot;resource_2&quot;,&quot;x&quot;:&quot;window_1&quot;,&quot;y&quot;:&quot;delivered_mw_3&quot;},&quot;recipe&quot;:null,&quot;recommendations&quot;:[{&quot;confidence&quot;:0.93,&quot;mapping&quot;:{&quot;series&quot;:&quot;resource_2&quot;,&quot;x&quot;:&quot;window_1&quot;,&quot;y&quot;:&quot;delivered_mw_3&quot;},&quot;reason&quot;:&quot;A horizontal field and numeric measure are available.&quot;,&quot;type&quot;:&quot;Line Chart&quot;},{&quot;confidence&quot;:0.9,&quot;mapping&quot;:{&quot;series&quot;:&quot;resource_2&quot;,&quot;x&quot;:&quot;window_1&quot;,&quot;y&quot;:&quot;delivered_mw_3&quot;},&quot;reason&quot;:&quot;A shared axis can compare multiple runs when a series field is available.&quot;,&quot;type&quot;:&quot;Multi-Line&quot;},{&quot;confidence&quot;:0.87,&quot;mapping&quot;:{&quot;series&quot;:&quot;resource_2&quot;,&quot;x&quot;:&quot;window_1&quot;,&quot;y&quot;:&quot;delivered_mw_3&quot;},&quot;reason&quot;:&quot;The same trend mapping can show accumulated movement.&quot;,&quot;type&quot;:&quot;Area Chart&quot;}],&quot;reference_bands&quot;:[],&quot;reference_lines&quot;:[],&quot;schema&quot;:&quot;visembler.chart.studio&quot;,&quot;series&quot;:[{&quot;axis&quot;:&quot;primary&quot;,&quot;color&quot;:&quot;#1769d1&quot;,&quot;field&quot;:&quot;resource_2&quot;,&quot;id&quot;:&quot;series-1&quot;,&quot;key&quot;:&quot;Battery&quot;,&quot;label&quot;:&quot;Battery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resource_2&quot;,&quot;id&quot;:&quot;series-2&quot;,&quot;key&quot;:&quot;Demand response&quot;,&quot;label&quot;:&quot;Demand response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resource_2&quot;,&quot;id&quot;:&quot;series-3&quot;,&quot;key&quot;:&quot;Firm imports&quot;,&quot;label&quot;:&quot;Firm import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Switched from Line Chart to Multi-Line; compatible field bindings were retained.&quot;},&quot;composition_role&quot;:&quot;primary_analysis&quot;,&quot;cross&quot;:null,&quot;data&quot;:[[&quot;17:00&quot;,34],[&quot;17:00&quot;,18],[&quot;17:00&quot;,41],[&quot;17:30&quot;,32],[&quot;17:30&quot;,18],[&quot;17:30&quot;,40],[&quot;18:00&quot;,29],[&quot;18:00&quot;,16],[&quot;18:00&quot;,40],[&quot;18:30&quot;,28],[&quot;18:30&quot;,16],[&quot;18:30&quot;,39],[&quot;19:00&quot;,25],[&quot;19:00&quot;,14],[&quot;19:00&quot;,37],[&quot;19:30&quot;,24],[&quot;19:30&quot;,12],[&quot;19:30&quot;,37],[&quot;20:00&quot;,22],[&quot;20:00&quot;,10],[&quot;20:00&quot;,36],[&quot;20:30&quot;,21],[&quot;20:30&quot;,8],[&quot;20:30&quot;,34],[&quot;21:00&quot;,20],[&quot;21:00&quot;,8],[&quot;21:00&quot;,33]],&quot;dataset_id&quot;:&quot;dataset-muirvtjz-8w9hyl&quot;,&quot;drill&quot;:null,&quot;element&quot;:&quot;Multi-Line&quot;,&quot;engine&quot;:&quot;CoreChartEngine&quot;,&quot;groupId&quot;:null,&quot;h&quot;:364.79999999999995,&quot;id&quot;:&quot;c3&quot;,&quot;locked&quot;:false,&quot;mapping&quot;:{&quot;category&quot;:&quot;window_1&quot;,&quot;series&quot;:&quot;resource_2&quot;,&quot;value&quot;:&quot;delivered_mw_3&quot;,&quot;x&quot;:&quot;window_1&quot;,&quot;y&quot;:&quot;delivered_mw_3&quot;},&quot;message_role&quot;:&quot;Primary Evidence&quot;,&quot;order&quot;:3,&quot;revealed&quot;:true,&quot;rows&quot;:[{&quot;label&quot;:&quot;17:00&quot;,&quot;value&quot;:34},{&quot;label&quot;:&quot;17:00&quot;,&quot;value&quot;:18},{&quot;label&quot;:&quot;17:00&quot;,&quot;value&quot;:41},{&quot;label&quot;:&quot;17:30&quot;,&quot;value&quot;:32},{&quot;label&quot;:&quot;17:30&quot;,&quot;value&quot;:18},{&quot;label&quot;:&quot;17:30&quot;,&quot;value&quot;:40},{&quot;label&quot;:&quot;18:00&quot;,&quot;value&quot;:29},{&quot;label&quot;:&quot;18:00&quot;,&quot;value&quot;:16},{&quot;label&quot;:&quot;18:00&quot;,&quot;value&quot;:40},{&quot;label&quot;:&quot;18:30&quot;,&quot;value&quot;:28},{&quot;label&quot;:&quot;18:30&quot;,&quot;value&quot;:16},{&quot;label&quot;:&quot;18:30&quot;,&quot;value&quot;:39},{&quot;label&quot;:&quot;19:00&quot;,&quot;value&quot;:25},{&quot;label&quot;:&quot;19:00&quot;,&quot;value&quot;:14},{&quot;label&quot;:&quot;19:00&quot;,&quot;value&quot;:37},{&quot;label&quot;:&quot;19:30&quot;,&quot;value&quot;:24},{&quot;label&quot;:&quot;19:30&quot;,&quot;value&quot;:12},{&quot;label&quot;:&quot;19:30&quot;,&quot;value&quot;:37},{&quot;label&quot;:&quot;20:00&quot;,&quot;value&quot;:22},{&quot;label&quot;:&quot;20:00&quot;,&quot;value&quot;:10},{&quot;label&quot;:&quot;20:00&quot;,&quot;value&quot;:36},{&quot;label&quot;:&quot;20:30&quot;,&quot;value&quot;:21},{&quot;label&quot;:&quot;20:30&quot;,&quot;value&quot;:8},{&quot;label&quot;:&quot;20:30&quot;,&quot;value&quot;:34},{&quot;label&quot;:&quot;21:00&quot;,&quot;value&quot;:20},{&quot;label&quot;:&quot;21:00&quot;,&quot;value&quot;:8},{&quot;label&quot;:&quot;21:00&quot;,&quot;value&quot;:33}],&quot;section_id&quot;:&quot;analysis&quot;,&quot;section_title&quot;:&quot;Analysis&quot;,&quot;showTitle&quot;:true,&quot;statistical_result&quot;:null,&quot;textAlign&quot;:&quot;left&quot;,&quot;title&quot;:&quot;Delivered MW by dispatch resource&quot;,&quot;transform_recipe&quot;:{&quot;steps&quot;:[]},&quot;type&quot;:&quot;chart&quot;,&quot;variant&quot;:&quot;line&quot;,&quot;w&quot;:751.7090909090908,&quot;weight&quot;:1.8,&quot;x&quot;:424.1454545454546,&quot;y&quot;:1448.72,&quot;z&quot;:3,&quot;observations&quot;:[{&quot;label&quot;:&quot;17:00&quot;,&quot;value&quot;:34},{&quot;label&quot;:&quot;17:00&quot;,&quot;value&quot;:18},{&quot;label&quot;:&quot;17:00&quot;,&quot;value&quot;:41},{&quot;label&quot;:&quot;17:30&quot;,&quot;value&quot;:32},{&quot;label&quot;:&quot;17:30&quot;,&quot;value&quot;:18},{&quot;label&quot;:&quot;17:30&quot;,&quot;value&quot;:40},{&quot;label&quot;:&quot;18:00&quot;,&quot;value&quot;:29},{&quot;label&quot;:&quot;18:00&quot;,&quot;value&quot;:16},{&quot;label&quot;:&quot;18:00&quot;,&quot;value&quot;:40},{&quot;label&quot;:&quot;18:30&quot;,&quot;value&quot;:28},{&quot;label&quot;:&quot;18:30&quot;,&quot;value&quot;:16},{&quot;label&quot;:&quot;18:30&quot;,&quot;value&quot;:39},{&quot;label&quot;:&quot;19:00&quot;,&quot;value&quot;:25},{&quot;label&quot;:&quot;19:00&quot;,&quot;value&quot;:14},{&quot;label&quot;:&quot;19:00&quot;,&quot;value&quot;:37},{&quot;label&quot;:&quot;19:30&quot;,&quot;value&quot;:24},{&quot;label&quot;:&quot;19:30&quot;,&quot;value&quot;:12},{&quot;label&quot;:&quot;19:30&quot;,&quot;value&quot;:37},{&quot;label&quot;:&quot;20:00&quot;,&quot;value&quot;:22},{&quot;label&quot;:&quot;20:00&quot;,&quot;value&quot;:10},{&quot;label&quot;:&quot;20:00&quot;,&quot;value&quot;:36},{&quot;label&quot;:&quot;20:30&quot;,&quot;value&quot;:21},{&quot;label&quot;:&quot;20:30&quot;,&quot;value&quot;:8},{&quot;label&quot;:&quot;20:30&quot;,&quot;value&quot;:34},{&quot;label&quot;:&quot;21:00&quot;,&quot;value&quot;:20},{&quot;label&quot;:&quot;21:00&quot;,&quot;value&quot;:8},{&quot;label&quot;:&quot;21:00&quot;,&quot;value&quot;:33}]}"/>
          <p:cNvGraphicFramePr>
            <a:graphicFrameLocks noGrp="1"/>
          </p:cNvGraphicFramePr>
          <p:nvPr/>
        </p:nvGraphicFramePr>
        <p:xfrm>
          <a:off x="2293206" y="7832723"/>
          <a:ext cx="4064228" cy="197234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VIZ::Committed reserve versus requirement KPI" title="Visembler report text roles: metric title, comparison value" descr="VisualizerSemantic:{&quot;after&quot;:70,&quot;before&quot;:63,&quot;composition_role&quot;:&quot;primary_analysis&quot;,&quot;element&quot;:&quot;Before/After KPI&quot;,&quot;engine&quot;:&quot;ComparisonEngine&quot;,&quot;groupId&quot;:null,&quot;h&quot;:195.0,&quot;id&quot;:&quot;c5&quot;,&quot;locked&quot;:false,&quot;message_role&quot;:&quot;Primary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MW&quot;},&quot;order&quot;:4,&quot;section_id&quot;:&quot;analysis&quot;,&quot;section_title&quot;:&quot;Analysis&quot;,&quot;showTitle&quot;:true,&quot;textAlign&quot;:&quot;left&quot;,&quot;title&quot;:&quot;Committed reserve versus requirement&quot;,&quot;type&quot;:&quot;comparison&quot;,&quot;unit&quot;:&quot;MW&quot;,&quot;w&quot;:1572.0,&quot;weight&quot;:1.15,&quot;x&quot;:14.0,&quot;y&quot;:1826.52,&quot;z&quot;:5}"/>
          <p:cNvSpPr/>
          <p:nvPr/>
        </p:nvSpPr>
        <p:spPr>
          <a:xfrm>
            <a:off x="75693" y="9875356"/>
            <a:ext cx="8499256" cy="105429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Committed reserve versus requirement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63 MW → 70 MW</a:t>
            </a:r>
          </a:p>
        </p:txBody>
      </p:sp>
      <p:sp>
        <p:nvSpPr>
          <p:cNvPr id="7" name="VIZ::Supply interpretation" title="Visembler report text roles: text heading, narrative interpretation" descr="VisualizerSemantic:{&quot;body&quot;:&quot;At 20:30 the logged resources total 63 MW against a 70 MW operating reserve requirement. Battery discharge is tapering and the final demand-response block is provisional until telemetry confirms delivery. Imports also trend down across the interval. Keep 7 MW of backup procurement available while dispatch confirms the 21:00 state; these logs describe supply, not delivered customer load.&quot;,&quot;composition_role&quot;:&quot;narrative_interpretation&quot;,&quot;element&quot;:&quot;Body Narrative&quot;,&quot;engine&quot;:&quot;TextEngine&quot;,&quot;groupId&quot;:null,&quot;h&quot;:152.0,&quot;id&quot;:&quot;c9&quot;,&quot;locked&quot;:false,&quot;message_role&quot;:&quot;Context&quot;,&quot;order&quot;:5,&quot;section_id&quot;:&quot;analysis&quot;,&quot;section_title&quot;:&quot;Analysis&quot;,&quot;showTitle&quot;:true,&quot;text&quot;:&quot;At 20:30 the logged resources total 63 MW against a 70 MW operating reserve requirement. Battery discharge is tapering and the final demand-response block is provisional until telemetry confirms delivery. Imports also trend down across the interval. Keep 7 MW of backup procurement available while dispatch confirms the 21:00 state; these logs describe supply, not delivered customer load.&quot;,&quot;textAlign&quot;:&quot;left&quot;,&quot;title&quot;:&quot;Supply interpretation&quot;,&quot;type&quot;:&quot;text&quot;,&quot;w&quot;:1572.0,&quot;weight&quot;:1.1,&quot;x&quot;:14.0,&quot;y&quot;:1288.72,&quot;z&quot;:9}"/>
          <p:cNvSpPr/>
          <p:nvPr/>
        </p:nvSpPr>
        <p:spPr>
          <a:xfrm>
            <a:off x="75693" y="6967659"/>
            <a:ext cx="8499256" cy="82181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Supply 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 Narrow"/>
              </a:rPr>
              <a:t>At 20:30 the logged resources total 63 MW against a 70 MW operating reserve requirement. Battery discharge is tapering and the final demand-response block is provisional until telemetry confirms delivery. Imports also trend down across the interval. Keep 7 MW of backup procurement available while dispatch confirms the 21:00 state; these logs describe supply, not delivered customer load.</a:t>
            </a:r>
          </a:p>
        </p:txBody>
      </p:sp>
      <p:sp>
        <p:nvSpPr>
          <p:cNvPr id="9" name="VIZ::Reserve release path"/>
          <p:cNvSpPr/>
          <p:nvPr/>
        </p:nvSpPr>
        <p:spPr>
          <a:xfrm>
            <a:off x="1920118" y="1221903"/>
            <a:ext cx="4810405" cy="125975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77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0" name="VIZ::Dispatch risk / provisional block" title="Visembler report text roles: text heading, risk decision, evidence detail, action status" descr="VisualizerSemantic:{&quot;composition_role&quot;:&quot;decision_risk&quot;,&quot;detail&quot;:&quot;The final response block is provisional and telemetry has not confirmed delivery. Logged supply is 63 MW at 20:30 against the 70 MW requirement; release now would leave the operating reserve under target.&quot;,&quot;element&quot;:&quot;Risk Callout&quot;,&quot;engine&quot;:&quot;DecisionCompositeEngine&quot;,&quot;groupId&quot;:null,&quot;h&quot;:175.0,&quot;id&quot;:&quot;c6&quot;,&quot;locked&quot;:false,&quot;message_role&quot;:&quot;Risk&quot;,&quot;order&quot;:8,&quot;section_id&quot;:&quot;decision&quot;,&quot;section_title&quot;:&quot;Decision&quot;,&quot;showTitle&quot;:true,&quot;statement&quot;:&quot;Retain the 7 MW backup block until demand-response delivery is verified.&quot;,&quot;status&quot;:&quot;HOLD · telemetry pending&quot;,&quot;textAlign&quot;:&quot;left&quot;,&quot;title&quot;:&quot;Dispatch risk / provisional block&quot;,&quot;type&quot;:&quot;decision&quot;,&quot;w&quot;:1572.0,&quot;weight&quot;:1.15,&quot;x&quot;:14.0,&quot;y&quot;:891.72,&quot;z&quot;:6}"/>
          <p:cNvSpPr/>
          <p:nvPr/>
        </p:nvSpPr>
        <p:spPr>
          <a:xfrm>
            <a:off x="75693" y="4821219"/>
            <a:ext cx="8499256" cy="9461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Dispatch risk / provisional block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Retain the 7 MW backup block until demand-response delivery is verified.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final response block is provisional and telemetry has not confirmed delivery. Logged supply is 63 MW at 20:30 against the 70 MW requirement; release now would leave the operating reserve under target.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HOLD · telemetry pending</a:t>
            </a:r>
          </a:p>
        </p:txBody>
      </p:sp>
      <p:sp>
        <p:nvSpPr>
          <p:cNvPr id="11" name="VIZ::Action / release condition" title="Visembler report text roles: text heading, conclusion next step" descr="VisualizerSemantic:{&quot;body&quot;:&quot;Next step: confirm demand-response telemetry at 20:45, then release or retain the 7 MW backup block with the balancing desk.&quot;,&quot;composition_role&quot;:&quot;conclusion&quot;,&quot;element&quot;:&quot;Key Takeaway&quot;,&quot;engine&quot;:&quot;TextEngine&quot;,&quot;groupId&quot;:null,&quot;h&quot;:154.0,&quot;id&quot;:&quot;c10&quot;,&quot;locked&quot;:false,&quot;message_role&quot;:&quot;Action&quot;,&quot;order&quot;:9,&quot;section_id&quot;:&quot;delivery&quot;,&quot;section_title&quot;:&quot;Next steps&quot;,&quot;showTitle&quot;:true,&quot;text&quot;:&quot;Next step: confirm demand-response telemetry at 20:45, then release or retain the 7 MW backup block with the balancing desk.&quot;,&quot;textAlign&quot;:&quot;left&quot;,&quot;title&quot;:&quot;Action / release condition&quot;,&quot;type&quot;:&quot;text&quot;,&quot;w&quot;:1572.0,&quot;weight&quot;:1.1,&quot;x&quot;:14.0,&quot;y&quot;:1100.72,&quot;z&quot;:10}"/>
          <p:cNvSpPr/>
          <p:nvPr/>
        </p:nvSpPr>
        <p:spPr>
          <a:xfrm>
            <a:off x="75693" y="5951209"/>
            <a:ext cx="8499256" cy="83262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Action / release condition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confirm demand-response telemetry at 20:45, then release or retain the 7 MW backup block with the balancing desk.</a:t>
            </a:r>
          </a:p>
        </p:txBody>
      </p:sp>
      <p:graphicFrame>
        <p:nvGraphicFramePr>
          <p:cNvPr id="13" name="VIZ::Commitment and telemetry ledger" descr="VisualizerSemantic:{&quot;composition_role&quot;:&quot;detailed_evidence&quot;,&quot;customTable&quot;:{&quot;headers&quot;:[&quot;Feeder / contract ID&quot;,&quot;Verified at 20:30&quot;,&quot;Requirement / commitment&quot;,&quot;Evidence state&quot;,&quot;Owner&quot;],&quot;rows&quot;:[[&quot;LSH-BAT-04 / inverter INV-77402&quot;,&quot;21 MW&quot;,&quot;25 MW scheduled&quot;,&quot;Telemetry valid; tapering&quot;,&quot;Storage desk&quot;],[&quot;DR-COMM-209 / block 06&quot;,&quot;8 MW&quot;,&quot;15 MW committed&quot;,&quot;Final interval unconfirmed&quot;,&quot;Balancing desk&quot;],[&quot;IMP-771-K / North tie&quot;,&quot;34 MW&quot;,&quot;30 MW minimum&quot;,&quot;Schedule revised 20:10&quot;,&quot;Transmission ops&quot;],[&quot;LSH-RES-70 / operating reserve&quot;,&quot;63 MW total&quot;,&quot;70 MW required&quot;,&quot;7 MW gap&quot;,&quot;Duty controller&quot;]]},&quot;element&quot;:&quot;Clean Table&quot;,&quot;engine&quot;:&quot;TableEngine&quot;,&quot;groupId&quot;:null,&quot;h&quot;:390.72,&quot;id&quot;:&quot;c7&quot;,&quot;locked&quot;:false,&quot;message_role&quot;:&quot;Primary Evidence&quot;,&quot;order&quot;:6,&quot;rows&quot;:[[&quot;LSH-BAT-04 / inverter INV-77402&quot;,&quot;21 MW&quot;,&quot;25 MW scheduled&quot;,&quot;Telemetry valid; tapering&quot;,&quot;Storage desk&quot;],[&quot;DR-COMM-209 / block 06&quot;,&quot;8 MW&quot;,&quot;15 MW committed&quot;,&quot;Final interval unconfirmed&quot;,&quot;Balancing desk&quot;],[&quot;IMP-771-K / North tie&quot;,&quot;34 MW&quot;,&quot;30 MW minimum&quot;,&quot;Schedule revised 20:10&quot;,&quot;Transmission ops&quot;],[&quot;LSH-RES-70 / operating reserve&quot;,&quot;63 MW total&quot;,&quot;70 MW required&quot;,&quot;7 MW gap&quot;,&quot;Duty controller&quot;]],&quot;section_id&quot;:&quot;evidence&quot;,&quot;section_title&quot;:&quot;Evidence&quot;,&quot;showTitle&quot;:true,&quot;textAlign&quot;:&quot;left&quot;,&quot;title&quot;:&quot;Commitment and telemetry ledger&quot;,&quot;type&quot;:&quot;table&quot;,&quot;w&quot;:1572.0,&quot;weight&quot;:1.55,&quot;x&quot;:14.0,&quot;y&quot;:467.0,&quot;z&quot;:7}"/>
          <p:cNvGraphicFramePr>
            <a:graphicFrameLocks noGrp="1"/>
          </p:cNvGraphicFramePr>
          <p:nvPr/>
        </p:nvGraphicFramePr>
        <p:xfrm>
          <a:off x="75693" y="2524906"/>
          <a:ext cx="8499256" cy="2112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851"/>
                <a:gridCol w="1699851"/>
                <a:gridCol w="1699851"/>
                <a:gridCol w="1699851"/>
                <a:gridCol w="1699852"/>
              </a:tblGrid>
              <a:tr h="422497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Feeder / contract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Verified at 20:30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Requirement / commitment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</a:tr>
              <a:tr h="4224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LSH-BAT-04 / inverter INV-77402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25 MW scheduled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Telemetry valid; tapering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Storage desk</a:t>
                      </a:r>
                    </a:p>
                  </a:txBody>
                  <a:tcPr/>
                </a:tc>
              </a:tr>
              <a:tr h="4224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DR-COMM-209 / block 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 MW 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Final interval unconfirmed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Balancing desk</a:t>
                      </a:r>
                    </a:p>
                  </a:txBody>
                  <a:tcPr/>
                </a:tc>
              </a:tr>
              <a:tr h="4224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IMP-771-K / North 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34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30 MW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Schedule revised 20:10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Transmission ops</a:t>
                      </a:r>
                    </a:p>
                  </a:txBody>
                  <a:tcPr/>
                </a:tc>
              </a:tr>
              <a:tr h="42249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LSH-RES-70 / operating reserve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63 MW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70 MW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7 MW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Duty controller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VIZ::DiagramTitle::Reserve release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1974982" y="1240191"/>
            <a:ext cx="47006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Reserve release path</a:t>
            </a:r>
          </a:p>
        </p:txBody>
      </p:sp>
      <p:sp>
        <p:nvSpPr>
          <p:cNvPr id="15" name="VIZ::Reserve release path::Validate meter quality::node-1" descr="VisualizerSemantic:{&quot;composition_role&quot;:&quot;causal_evidence&quot;,&quot;direction&quot;:&quot;right&quot;,&quot;edges&quot;:[[&quot;Validate meter quality&quot;,&quot;Confirm DR block delivery&quot;],[&quot;Confirm DR block delivery&quot;,&quot;Reconcile reserve margin&quot;],[&quot;Reconcile reserve margin&quot;,&quot;Release or retain backup&quot;]],&quot;element&quot;:&quot;Process Flow&quot;,&quot;engine&quot;:&quot;DiagramEngine&quot;,&quot;groupId&quot;:null,&quot;h&quot;:233.0,&quot;id&quot;:&quot;c8&quot;,&quot;locked&quot;:false,&quot;message_role&quot;:&quot;Primary Evidence&quot;,&quot;nodes&quot;:[&quot;Validate meter quality&quot;,&quot;Confirm DR block delivery&quot;,&quot;Reconcile reserve margin&quot;,&quot;Release or retain backup&quot;],&quot;order&quot;:7,&quot;section_id&quot;:&quot;evidence&quot;,&quot;section_title&quot;:&quot;Evidence&quot;,&quot;showTitle&quot;:true,&quot;textAlign&quot;:&quot;left&quot;,&quot;title&quot;:&quot;Reserve release path&quot;,&quot;type&quot;:&quot;diagram&quot;,&quot;w&quot;:889.7199999999999,&quot;weight&quot;:1.5,&quot;x&quot;:355.14000000000004,&quot;y&quot;:226.0,&quot;z&quot;:8}"/>
          <p:cNvSpPr/>
          <p:nvPr/>
        </p:nvSpPr>
        <p:spPr>
          <a:xfrm>
            <a:off x="1974982" y="1658993"/>
            <a:ext cx="1024293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Validate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meter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quality</a:t>
            </a:r>
          </a:p>
        </p:txBody>
      </p:sp>
      <p:sp>
        <p:nvSpPr>
          <p:cNvPr id="16" name="VIZ::Reserve release path::Confirm DR block delivery::node-2" descr="VisualizerDiagramNode:{&quot;item_id&quot;:&quot;c8&quot;,&quot;node_index&quot;:1,&quot;label&quot;:&quot;Confirm DR block delivery&quot;,&quot;page&quot;:1,&quot;page_count&quot;:1,&quot;direction&quot;:&quot;right&quot;}"/>
          <p:cNvSpPr/>
          <p:nvPr/>
        </p:nvSpPr>
        <p:spPr>
          <a:xfrm>
            <a:off x="3200443" y="1658993"/>
            <a:ext cx="1024293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DR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block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delivery</a:t>
            </a:r>
          </a:p>
        </p:txBody>
      </p:sp>
      <p:sp>
        <p:nvSpPr>
          <p:cNvPr id="17" name="VIZ::Reserve release path::Reconcile reserve margin::node-3" descr="VisualizerDiagramNode:{&quot;item_id&quot;:&quot;c8&quot;,&quot;node_index&quot;:2,&quot;label&quot;:&quot;Reconcile reserve margin&quot;,&quot;page&quot;:1,&quot;page_count&quot;:1,&quot;direction&quot;:&quot;right&quot;}"/>
          <p:cNvSpPr/>
          <p:nvPr/>
        </p:nvSpPr>
        <p:spPr>
          <a:xfrm>
            <a:off x="4425904" y="1658993"/>
            <a:ext cx="1024293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Reconcile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reserve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8" name="VIZ::Reserve release path::Release or retain backup::node-4" descr="VisualizerDiagramNode:{&quot;item_id&quot;:&quot;c8&quot;,&quot;node_index&quot;:3,&quot;label&quot;:&quot;Release or retain backup&quot;,&quot;page&quot;:1,&quot;page_count&quot;:1,&quot;direction&quot;:&quot;right&quot;}"/>
          <p:cNvSpPr/>
          <p:nvPr/>
        </p:nvSpPr>
        <p:spPr>
          <a:xfrm>
            <a:off x="5651365" y="1658993"/>
            <a:ext cx="1024293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or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retain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backup</a:t>
            </a:r>
          </a:p>
        </p:txBody>
      </p:sp>
      <p:cxnSp>
        <p:nvCxnSpPr>
          <p:cNvPr id="19" name="VIZ::DiagramEdge::Reserve release path::1" descr="VisualizerSemanticEdge:{&quot;item_id&quot;:&quot;c8&quot;,&quot;edge_index&quot;:0,&quot;source&quot;:&quot;Validate meter quality&quot;,&quot;target&quot;:&quot;Confirm DR block delivery&quot;,&quot;continuation&quot;:false}"/>
          <p:cNvCxnSpPr/>
          <p:nvPr/>
        </p:nvCxnSpPr>
        <p:spPr>
          <a:xfrm>
            <a:off x="3003847" y="197064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Z::DiagramEdge::Reserve release path::2" descr="VisualizerSemanticEdge:{&quot;item_id&quot;:&quot;c8&quot;,&quot;edge_index&quot;:1,&quot;source&quot;:&quot;Confirm DR block delivery&quot;,&quot;target&quot;:&quot;Reconcile reserve margin&quot;,&quot;continuation&quot;:false}"/>
          <p:cNvCxnSpPr/>
          <p:nvPr/>
        </p:nvCxnSpPr>
        <p:spPr>
          <a:xfrm>
            <a:off x="4229308" y="197064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Reserve release path::3" descr="VisualizerSemanticEdge:{&quot;item_id&quot;:&quot;c8&quot;,&quot;edge_index&quot;:2,&quot;source&quot;:&quot;Reconcile reserve margin&quot;,&quot;target&quot;:&quot;Release or retain backup&quot;,&quot;continuation&quot;:false}"/>
          <p:cNvCxnSpPr/>
          <p:nvPr/>
        </p:nvCxnSpPr>
        <p:spPr>
          <a:xfrm>
            <a:off x="5454769" y="197064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indow_1&quot;,&quot;name&quot;:&quot;Window&quot;,&quot;nullable&quot;:false,&quot;profile&quot;:{&quot;distinct&quot;:9,&quot;missing&quot;:0},&quot;semantic_tags&quot;:[],&quot;type&quot;:&quot;categorical&quot;},{&quot;id&quot;:&quot;resource_2&quot;,&quot;name&quot;:&quot;Resource&quot;,&quot;nullable&quot;:false,&quot;profile&quot;:{&quot;distinct&quot;:3,&quot;missing&quot;:0},&quot;semantic_tags&quot;:[],&quot;type&quot;:&quot;categorical&quot;},{&quot;id&quot;:&quot;delivered_mw_3&quot;,&quot;name&quot;:&quot;Delivered MW&quot;,&quot;nullable&quot;:false,&quot;profile&quot;:{&quot;distinct&quot;:21,&quot;missing&quot;:0},&quot;semantic_tags&quot;:[],&quot;type&quot;:&quot;integer&quot;,&quot;unit&quot;:&quot;&quot;}],&quot;id&quot;:&quot;dataset-muirvtjz-8w9hyl&quot;,&quot;metadata&quot;:{&quot;header&quot;:{&quot;confidence&quot;:0.6666666666666666,&quot;present&quot;:true,&quot;source_row&quot;:0}},&quot;name&quot;:&quot;Pasted data&quot;,&quot;revision&quot;:2,&quot;rows&quot;:[[&quot;17:00&quot;,&quot;Battery&quot;,34],[&quot;17:00&quot;,&quot;Demand response&quot;,18],[&quot;17:00&quot;,&quot;Firm imports&quot;,41],[&quot;17:30&quot;,&quot;Battery&quot;,32],[&quot;17:30&quot;,&quot;Demand response&quot;,18],[&quot;17:30&quot;,&quot;Firm imports&quot;,40],[&quot;18:00&quot;,&quot;Battery&quot;,29],[&quot;18:00&quot;,&quot;Demand response&quot;,16],[&quot;18:00&quot;,&quot;Firm imports&quot;,40],[&quot;18:30&quot;,&quot;Battery&quot;,28],[&quot;18:30&quot;,&quot;Demand response&quot;,16],[&quot;18:30&quot;,&quot;Firm imports&quot;,39],[&quot;19:00&quot;,&quot;Battery&quot;,25],[&quot;19:00&quot;,&quot;Demand response&quot;,14],[&quot;19:00&quot;,&quot;Firm imports&quot;,37],[&quot;19:30&quot;,&quot;Battery&quot;,24],[&quot;19:30&quot;,&quot;Demand response&quot;,12],[&quot;19:30&quot;,&quot;Firm imports&quot;,37],[&quot;20:00&quot;,&quot;Battery&quot;,22],[&quot;20:00&quot;,&quot;Demand response&quot;,10],[&quot;20:00&quot;,&quot;Firm imports&quot;,36],[&quot;20:30&quot;,&quot;Battery&quot;,21],[&quot;20:30&quot;,&quot;Demand response&quot;,8],[&quot;20:30&quot;,&quot;Firm imports&quot;,34],[&quot;21:00&quot;,&quot;Battery&quot;,20],[&quot;21:00&quot;,&quot;Demand response&quot;,8],[&quot;21:00&quot;,&quot;Firm imports&quot;,33]],&quot;source&quot;:{&quot;imported_at&quot;:&quot;2026-09-26T19:18:35.975Z&quot;,&quot;kind&quot;:&quot;clipboard&quot;,&quot;label&quot;:&quot;TSV&quot;},&quot;warnings&quot;:[]}],&quot;groups&quot;:{},&quot;items&quot;:[{&quot;body&quot;:&quot;Verified supply falls toward the 21:00 reserve commitment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verview&quot;,&quot;showTitle&quot;:true,&quot;text&quot;:&quot;Verified supply falls toward the 21:00 reserve commitment.&quot;,&quot;textAlign&quot;:&quot;left&quot;,&quot;title&quot;:&quot;Dispatch decision&quot;,&quot;type&quot;:&quot;text&quot;,&quot;w&quot;:520,&quot;weight&quot;:1.1,&quot;x&quot;:14,&quot;y&quot;:14,&quot;z&quot;:1},{&quot;body&quot;:&quot;Lakeshore cooperative · evening ramp · 17:00–21:00 local · dispatch logs plus balancing desk commitment ledger.&quot;,&quot;composition_role&quot;:&quot;context&quot;,&quot;element&quot;:&quot;Body Narrative&quot;,&quot;engine&quot;:&quot;TextEngine&quot;,&quot;groupId&quot;:null,&quot;h&quot;:116,&quot;id&quot;:&quot;c2&quot;,&quot;locked&quot;:false,&quot;message_role&quot;:&quot;Context&quot;,&quot;order&quot;:1,&quot;section_id&quot;:&quot;opening&quot;,&quot;section_title&quot;:&quot;Overview&quot;,&quot;showTitle&quot;:true,&quot;text&quot;:&quot;Lakeshore cooperative · evening ramp · 17:00–21:00 local · dispatch logs plus balancing desk commitment ledger.&quot;,&quot;textAlign&quot;:&quot;left&quot;,&quot;title&quot;:&quot;Operating context&quot;,&quot;type&quot;:&quot;text&quot;,&quot;w&quot;:500,&quot;weight&quot;:1.1,&quot;x&quot;:548,&quot;y&quot;:14,&quot;z&quot;:2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Multi-Line&quot;,&quot;dataset&quot;:{&quot;fields&quot;:[{&quot;id&quot;:&quot;window_1&quot;,&quot;name&quot;:&quot;Window&quot;,&quot;nullable&quot;:false,&quot;profile&quot;:{&quot;distinct&quot;:8,&quot;missing&quot;:0},&quot;semantic_tags&quot;:[],&quot;type&quot;:&quot;categorical&quot;},{&quot;id&quot;:&quot;resource_2&quot;,&quot;name&quot;:&quot;Resource&quot;,&quot;nullable&quot;:false,&quot;profile&quot;:{&quot;distinct&quot;:3,&quot;missing&quot;:0},&quot;semantic_tags&quot;:[],&quot;type&quot;:&quot;categorical&quot;},{&quot;id&quot;:&quot;delivered_mw_3&quot;,&quot;name&quot;:&quot;Delivered MW&quot;,&quot;nullable&quot;:false,&quot;profile&quot;:{&quot;distinct&quot;:19,&quot;missing&quot;:0},&quot;semantic_tags&quot;:[],&quot;type&quot;:&quot;integer&quot;,&quot;unit&quot;:&quot;&quot;}],&quot;id&quot;:&quot;dataset-muirvtjz-8w9hyl&quot;,&quot;metadata&quot;:{&quot;header&quot;:{&quot;confidence&quot;:0.6666666666666666,&quot;present&quot;:true,&quot;source_row&quot;:0}},&quot;name&quot;:&quot;Pasted data&quot;,&quot;revision&quot;:1,&quot;rows&quot;:[[&quot;17:00&quot;,&quot;Battery&quot;,34],[&quot;17:00&quot;,&quot;Demand response&quot;,18],[&quot;17:00&quot;,&quot;Firm imports&quot;,41],[&quot;17:30&quot;,&quot;Battery&quot;,32],[&quot;17:30&quot;,&quot;Demand response&quot;,18],[&quot;17:30&quot;,&quot;Firm imports&quot;,40],[&quot;18:00&quot;,&quot;Battery&quot;,29],[&quot;18:00&quot;,&quot;Demand response&quot;,16],[&quot;18:00&quot;,&quot;Firm imports&quot;,40],[&quot;18:30&quot;,&quot;Battery&quot;,28],[&quot;18:30&quot;,&quot;Demand response&quot;,16],[&quot;18:30&quot;,&quot;Firm imports&quot;,39],[&quot;19:00&quot;,&quot;Battery&quot;,25],[&quot;19:00&quot;,&quot;Demand response&quot;,14],[&quot;19:00&quot;,&quot;Firm imports&quot;,37],[&quot;19:30&quot;,&quot;Battery&quot;,24],[&quot;19:30&quot;,&quot;Demand response&quot;,12],[&quot;19:30&quot;,&quot;Firm imports&quot;,37],[&quot;20:00&quot;,&quot;Battery&quot;,22],[&quot;20:00&quot;,&quot;Demand response&quot;,10],[&quot;20:00&quot;,&quot;Firm imports&quot;,36],[&quot;20:30&quot;,&quot;Battery&quot;,21],[&quot;20:30&quot;,&quot;Demand response&quot;,8],[&quot;20:30&quot;,&quot;Firm imports&quot;,34]],&quot;source&quot;:{&quot;imported_at&quot;:&quot;2026-09-26T19:18:25.631Z&quot;,&quot;kind&quot;:&quot;clipboard&quot;,&quot;label&quot;:&quot;TSV&quot;},&quot;warnings&quot;:[]},&quot;dataset_id&quot;:&quot;dataset-muirvtjz-8w9hyl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series&quot;:&quot;resource_2&quot;,&quot;x&quot;:&quot;window_1&quot;,&quot;y&quot;:&quot;delivered_mw_3&quot;},&quot;recipe&quot;:null,&quot;recommendations&quot;:[{&quot;confidence&quot;:0.93,&quot;mapping&quot;:{&quot;series&quot;:&quot;resource_2&quot;,&quot;x&quot;:&quot;window_1&quot;,&quot;y&quot;:&quot;delivered_mw_3&quot;},&quot;reason&quot;:&quot;A horizontal field and numeric measure are available.&quot;,&quot;type&quot;:&quot;Line Chart&quot;},{&quot;confidence&quot;:0.9,&quot;mapping&quot;:{&quot;series&quot;:&quot;resource_2&quot;,&quot;x&quot;:&quot;window_1&quot;,&quot;y&quot;:&quot;delivered_mw_3&quot;},&quot;reason&quot;:&quot;A shared axis can compare multiple runs when a series field is available.&quot;,&quot;type&quot;:&quot;Multi-Line&quot;},{&quot;confidence&quot;:0.87,&quot;mapping&quot;:{&quot;series&quot;:&quot;resource_2&quot;,&quot;x&quot;:&quot;window_1&quot;,&quot;y&quot;:&quot;delivered_mw_3&quot;},&quot;reason&quot;:&quot;The same trend mapping can show accumulated movement.&quot;,&quot;type&quot;:&quot;Area Chart&quot;}],&quot;reference_bands&quot;:[],&quot;reference_lines&quot;:[],&quot;schema&quot;:&quot;visembler.chart.studio&quot;,&quot;series&quot;:[{&quot;axis&quot;:&quot;primary&quot;,&quot;color&quot;:&quot;#1769d1&quot;,&quot;field&quot;:&quot;resource_2&quot;,&quot;id&quot;:&quot;series-1&quot;,&quot;key&quot;:&quot;Battery&quot;,&quot;label&quot;:&quot;Battery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resource_2&quot;,&quot;id&quot;:&quot;series-2&quot;,&quot;key&quot;:&quot;Demand response&quot;,&quot;label&quot;:&quot;Demand response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resource_2&quot;,&quot;id&quot;:&quot;series-3&quot;,&quot;key&quot;:&quot;Firm imports&quot;,&quot;label&quot;:&quot;Firm import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Switched from Line Chart to Multi-Line; compatible field bindings were retained.&quot;},&quot;composition_role&quot;:&quot;primary_analysis&quot;,&quot;cross&quot;:null,&quot;data&quot;:[[&quot;17:00&quot;,34],[&quot;17:00&quot;,18],[&quot;17:00&quot;,41],[&quot;17:30&quot;,32],[&quot;17:30&quot;,18],[&quot;17:30&quot;,40],[&quot;18:00&quot;,29],[&quot;18:00&quot;,16],[&quot;18:00&quot;,40],[&quot;18:30&quot;,28],[&quot;18:30&quot;,16],[&quot;18:30&quot;,39],[&quot;19:00&quot;,25],[&quot;19:00&quot;,14],[&quot;19:00&quot;,37],[&quot;19:30&quot;,24],[&quot;19:30&quot;,12],[&quot;19:30&quot;,37],[&quot;20:00&quot;,22],[&quot;20:00&quot;,10],[&quot;20:00&quot;,36],[&quot;20:30&quot;,21],[&quot;20:30&quot;,8],[&quot;20:30&quot;,34]],&quot;dataset_id&quot;:&quot;dataset-muirvtjz-8w9hyl&quot;,&quot;drill&quot;:null,&quot;element&quot;:&quot;Multi-Line&quot;,&quot;engine&quot;:&quot;CoreChartEngine&quot;,&quot;groupId&quot;:null,&quot;h&quot;:320,&quot;id&quot;:&quot;c3&quot;,&quot;locked&quot;:false,&quot;mapping&quot;:{&quot;category&quot;:&quot;window_1&quot;,&quot;series&quot;:&quot;resource_2&quot;,&quot;value&quot;:&quot;delivered_mw_3&quot;,&quot;x&quot;:&quot;window_1&quot;,&quot;y&quot;:&quot;delivered_mw_3&quot;},&quot;message_role&quot;:&quot;Primary Evidence&quot;,&quot;order&quot;:3,&quot;revealed&quot;:true,&quot;rows&quot;:[{&quot;label&quot;:&quot;17:00&quot;,&quot;value&quot;:34},{&quot;label&quot;:&quot;17:00&quot;,&quot;value&quot;:18},{&quot;label&quot;:&quot;17:00&quot;,&quot;value&quot;:41},{&quot;label&quot;:&quot;17:30&quot;,&quot;value&quot;:32},{&quot;label&quot;:&quot;17:30&quot;,&quot;value&quot;:18},{&quot;label&quot;:&quot;17:30&quot;,&quot;value&quot;:40},{&quot;label&quot;:&quot;18:00&quot;,&quot;value&quot;:29},{&quot;label&quot;:&quot;18:00&quot;,&quot;value&quot;:16},{&quot;label&quot;:&quot;18:00&quot;,&quot;value&quot;:40},{&quot;label&quot;:&quot;18:30&quot;,&quot;value&quot;:28},{&quot;label&quot;:&quot;18:30&quot;,&quot;value&quot;:16},{&quot;label&quot;:&quot;18:30&quot;,&quot;value&quot;:39},{&quot;label&quot;:&quot;19:00&quot;,&quot;value&quot;:25},{&quot;label&quot;:&quot;19:00&quot;,&quot;value&quot;:14},{&quot;label&quot;:&quot;19:00&quot;,&quot;value&quot;:37},{&quot;label&quot;:&quot;19:30&quot;,&quot;value&quot;:24},{&quot;label&quot;:&quot;19:30&quot;,&quot;value&quot;:12},{&quot;label&quot;:&quot;19:30&quot;,&quot;value&quot;:37},{&quot;label&quot;:&quot;20:00&quot;,&quot;value&quot;:22},{&quot;label&quot;:&quot;20:00&quot;,&quot;value&quot;:10},{&quot;label&quot;:&quot;20:00&quot;,&quot;value&quot;:36},{&quot;label&quot;:&quot;20:30&quot;,&quot;value&quot;:21},{&quot;label&quot;:&quot;20:30&quot;,&quot;value&quot;:8},{&quot;label&quot;:&quot;20:30&quot;,&quot;value&quot;:34}],&quot;section_id&quot;:&quot;analysis&quot;,&quot;section_title&quot;:&quot;Analysis&quot;,&quot;showTitle&quot;:true,&quot;statistical_result&quot;:null,&quot;textAlign&quot;:&quot;left&quot;,&quot;title&quot;:&quot;Delivered MW by dispatch resource&quot;,&quot;transform_recipe&quot;:{&quot;steps&quot;:[]},&quot;type&quot;:&quot;chart&quot;,&quot;variant&quot;:&quot;line&quot;,&quot;w&quot;:520,&quot;weight&quot;:1.8,&quot;x&quot;:1062,&quot;y&quot;:14,&quot;z&quot;:3},{&quot;capability_overrides&quot;:{&quot;target&quot;:&quot;70 MW operating reserve&quot;},&quot;composition_role&quot;:&quot;hero_metric&quot;,&quot;delta&quot;:&quot;−7 MW · 20:30 interval&quot;,&quot;element&quot;:&quot;Hero KPI&quot;,&quot;engine&quot;:&quot;MetricEngine&quot;,&quot;groupId&quot;:null,&quot;h&quot;:152.32000000000002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MW&quot;},&quot;order&quot;:2,&quot;period&quot;:&quot;vs prior period&quot;,&quot;section_id&quot;:&quot;performance&quot;,&quot;section_title&quot;:&quot;Performance&quot;,&quot;showTitle&quot;:true,&quot;target&quot;:&quot;70 MW operating reserve&quot;,&quot;textAlign&quot;:&quot;left&quot;,&quot;title&quot;:&quot;Verified reserve at 20:30&quot;,&quot;type&quot;:&quot;metric&quot;,&quot;unit&quot;:&quot;MW&quot;,&quot;value&quot;:63,&quot;w&quot;:520,&quot;weight&quot;:1.15,&quot;x&quot;:14,&quot;y&quot;:137.76,&quot;z&quot;:4},{&quot;after&quot;:70,&quot;before&quot;:63,&quot;composition_role&quot;:&quot;primary_analysis&quot;,&quot;element&quot;:&quot;Before/After KPI&quot;,&quot;engine&quot;:&quot;ComparisonEngine&quot;,&quot;groupId&quot;:null,&quot;h&quot;:150,&quot;id&quot;:&quot;c5&quot;,&quot;locked&quot;:false,&quot;message_role&quot;:&quot;Primary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MW&quot;},&quot;order&quot;:4,&quot;section_id&quot;:&quot;analysis&quot;,&quot;section_title&quot;:&quot;Analysis&quot;,&quot;showTitle&quot;:true,&quot;textAlign&quot;:&quot;left&quot;,&quot;title&quot;:&quot;Committed reserve versus requirement&quot;,&quot;type&quot;:&quot;comparison&quot;,&quot;unit&quot;:&quot;MW&quot;,&quot;w&quot;:430,&quot;weight&quot;:1.15,&quot;x&quot;:548,&quot;y&quot;:144,&quot;z&quot;:5},{&quot;composition_role&quot;:&quot;decision_risk&quot;,&quot;detail&quot;:&quot;The final response block is provisional and telemetry has not confirmed delivery. Logged supply is 63 MW at 20:30 against the 70 MW requirement; release now would leave the operating reserve under target.&quot;,&quot;element&quot;:&quot;Risk Callout&quot;,&quot;engine&quot;:&quot;DecisionCompositeEngine&quot;,&quot;groupId&quot;:null,&quot;h&quot;:94,&quot;id&quot;:&quot;c6&quot;,&quot;locked&quot;:false,&quot;message_role&quot;:&quot;Risk&quot;,&quot;order&quot;:8,&quot;section_id&quot;:&quot;decision&quot;,&quot;section_title&quot;:&quot;Decision&quot;,&quot;showTitle&quot;:true,&quot;statement&quot;:&quot;Retain the 7 MW backup block until demand-response delivery is verified.&quot;,&quot;status&quot;:&quot;HOLD · telemetry pending&quot;,&quot;textAlign&quot;:&quot;left&quot;,&quot;title&quot;:&quot;Dispatch risk / provisional block&quot;,&quot;type&quot;:&quot;decision&quot;,&quot;w&quot;:400,&quot;weight&quot;:1.15,&quot;x&quot;:14,&quot;y&quot;:304.08000000000004,&quot;z&quot;:6},{&quot;composition_role&quot;:&quot;detailed_evidence&quot;,&quot;customTable&quot;:{&quot;headers&quot;:[&quot;Feeder / contract ID&quot;,&quot;Verified at 20:30&quot;,&quot;Requirement / commitment&quot;,&quot;Evidence state&quot;,&quot;Owner&quot;],&quot;rows&quot;:[[&quot;LSH-BAT-04 / inverter INV-77402&quot;,&quot;21 MW&quot;,&quot;25 MW scheduled&quot;,&quot;Telemetry valid; tapering&quot;,&quot;Storage desk&quot;],[&quot;DR-COMM-209 / block 06&quot;,&quot;8 MW&quot;,&quot;15 MW committed&quot;,&quot;Final interval unconfirmed&quot;,&quot;Balancing desk&quot;],[&quot;IMP-771-K / North tie&quot;,&quot;34 MW&quot;,&quot;30 MW minimum&quot;,&quot;Schedule revised 20:10&quot;,&quot;Transmission ops&quot;],[&quot;LSH-RES-70 / operating reserve&quot;,&quot;63 MW total&quot;,&quot;70 MW required&quot;,&quot;7 MW gap&quot;,&quot;Duty controller&quot;]]},&quot;element&quot;:&quot;Clean Table&quot;,&quot;engine&quot;:&quot;TableEngine&quot;,&quot;groupId&quot;:null,&quot;h&quot;:320,&quot;id&quot;:&quot;c7&quot;,&quot;locked&quot;:false,&quot;message_role&quot;:&quot;Primary Evidence&quot;,&quot;order&quot;:6,&quot;rows&quot;:[[&quot;LSH-BAT-04 / inverter INV-77402&quot;,&quot;21 MW&quot;,&quot;25 MW scheduled&quot;,&quot;Telemetry valid; tapering&quot;,&quot;Storage desk&quot;],[&quot;DR-COMM-209 / block 06&quot;,&quot;8 MW&quot;,&quot;15 MW committed&quot;,&quot;Final interval unconfirmed&quot;,&quot;Balancing desk&quot;],[&quot;IMP-771-K / North tie&quot;,&quot;34 MW&quot;,&quot;30 MW minimum&quot;,&quot;Schedule revised 20:10&quot;,&quot;Transmission ops&quot;],[&quot;LSH-RES-70 / operating reserve&quot;,&quot;63 MW total&quot;,&quot;70 MW required&quot;,&quot;7 MW gap&quot;,&quot;Duty controller&quot;]],&quot;section_id&quot;:&quot;evidence&quot;,&quot;section_title&quot;:&quot;Evidence&quot;,&quot;showTitle&quot;:true,&quot;textAlign&quot;:&quot;left&quot;,&quot;title&quot;:&quot;Commitment and telemetry ledger&quot;,&quot;type&quot;:&quot;table&quot;,&quot;w&quot;:520,&quot;weight&quot;:1.55,&quot;x&quot;:428,&quot;y&quot;:308,&quot;z&quot;:7},{&quot;composition_role&quot;:&quot;causal_evidence&quot;,&quot;direction&quot;:&quot;right&quot;,&quot;edges&quot;:[[&quot;Validate meter quality&quot;,&quot;Confirm DR block delivery&quot;],[&quot;Confirm DR block delivery&quot;,&quot;Reconcile reserve margin&quot;],[&quot;Reconcile reserve margin&quot;,&quot;Release or retain backup&quot;]],&quot;element&quot;:&quot;Process Flow&quot;,&quot;engine&quot;:&quot;DiagramEngine&quot;,&quot;groupId&quot;:null,&quot;h&quot;:220,&quot;id&quot;:&quot;c8&quot;,&quot;locked&quot;:false,&quot;message_role&quot;:&quot;Primary Evidence&quot;,&quot;nodes&quot;:[&quot;Validate meter quality&quot;,&quot;Confirm DR block delivery&quot;,&quot;Reconcile reserve margin&quot;,&quot;Release or retain backup&quot;],&quot;order&quot;:7,&quot;section_id&quot;:&quot;evidence&quot;,&quot;section_title&quot;:&quot;Evidence&quot;,&quot;showTitle&quot;:true,&quot;textAlign&quot;:&quot;left&quot;,&quot;title&quot;:&quot;Reserve release path&quot;,&quot;type&quot;:&quot;diagram&quot;,&quot;w&quot;:520,&quot;weight&quot;:1.5,&quot;x&quot;:962,&quot;y&quot;:348,&quot;z&quot;:8},{&quot;body&quot;:&quot;At 20:30 the logged resources total 63 MW against a 70 MW operating reserve requirement. Battery discharge is tapering and the final demand-response block is provisional until telemetry confirms delivery. Imports also trend down across the interval. Keep 7 MW of backup procurement available while dispatch confirms the 21:00 state; these logs describe supply, not delivered customer load.&quot;,&quot;composition_role&quot;:&quot;narrative_interpretation&quot;,&quot;element&quot;:&quot;Body Narrative&quot;,&quot;engine&quot;:&quot;TextEngine&quot;,&quot;groupId&quot;:null,&quot;h&quot;:116,&quot;id&quot;:&quot;c9&quot;,&quot;locked&quot;:false,&quot;message_role&quot;:&quot;Context&quot;,&quot;order&quot;:5,&quot;section_id&quot;:&quot;analysis&quot;,&quot;section_title&quot;:&quot;Analysis&quot;,&quot;showTitle&quot;:true,&quot;text&quot;:&quot;At 20:30 the logged resources total 63 MW against a 70 MW operating reserve requirement. Battery discharge is tapering and the final demand-response block is provisional until telemetry confirms delivery. Imports also trend down across the interval. Keep 7 MW of backup procurement available while dispatch confirms the 21:00 state; these logs describe supply, not delivered customer load.&quot;,&quot;textAlign&quot;:&quot;left&quot;,&quot;title&quot;:&quot;Supply interpretation&quot;,&quot;type&quot;:&quot;text&quot;,&quot;w&quot;:500,&quot;weight&quot;:1.1,&quot;x&quot;:962,&quot;y&quot;:582,&quot;z&quot;:9},{&quot;body&quot;:&quot;Next step: confirm demand-response telemetry at 20:45, then release or retain the 7 MW backup block with the balancing desk.&quot;,&quot;composition_role&quot;:&quot;conclusion&quot;,&quot;element&quot;:&quot;Key Takeaway&quot;,&quot;engine&quot;:&quot;TextEngine&quot;,&quot;groupId&quot;:null,&quot;h&quot;:96,&quot;id&quot;:&quot;c10&quot;,&quot;locked&quot;:false,&quot;message_role&quot;:&quot;Action&quot;,&quot;order&quot;:9,&quot;section_id&quot;:&quot;delivery&quot;,&quot;section_title&quot;:&quot;Next steps&quot;,&quot;showTitle&quot;:true,&quot;text&quot;:&quot;Next step: confirm demand-response telemetry at 20:45, then release or retain the 7 MW backup block with the balancing desk.&quot;,&quot;textAlign&quot;:&quot;left&quot;,&quot;title&quot;:&quot;Action / release condition&quot;,&quot;type&quot;:&quot;text&quot;,&quot;w&quot;:460.2,&quot;weight&quot;:1.1,&quot;x&quot;:14,&quot;y&quot;:642,&quot;z&quot;:10}],&quot;layoutPreset&quot;:&quot;review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