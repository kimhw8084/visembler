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8704685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Availability by interval and interlock zone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Route availability percent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Sheet1!$A$2:$A$37</c:f>
              <c:strCache>
                <c:ptCount val="36"/>
                <c:pt idx="0">
                  <c:v>00:00–02:00 | East Junction IJ-4471</c:v>
                </c:pt>
                <c:pt idx="1">
                  <c:v>00:00–02:00 | North Portal NP-2206</c:v>
                </c:pt>
                <c:pt idx="2">
                  <c:v>00:00–02:00 | River Cut RC-1802</c:v>
                </c:pt>
                <c:pt idx="3">
                  <c:v>02:00–04:00 | East Junction IJ-4471</c:v>
                </c:pt>
                <c:pt idx="4">
                  <c:v>02:00–04:00 | North Portal NP-2206</c:v>
                </c:pt>
                <c:pt idx="5">
                  <c:v>02:00–04:00 | River Cut RC-1802</c:v>
                </c:pt>
                <c:pt idx="6">
                  <c:v>04:00–06:00 | East Junction IJ-4471</c:v>
                </c:pt>
                <c:pt idx="7">
                  <c:v>04:00–06:00 | North Portal NP-2206</c:v>
                </c:pt>
                <c:pt idx="8">
                  <c:v>04:00–06:00 | River Cut RC-1802</c:v>
                </c:pt>
                <c:pt idx="9">
                  <c:v>06:00–08:00 | East Junction IJ-4471</c:v>
                </c:pt>
                <c:pt idx="10">
                  <c:v>06:00–08:00 | North Portal NP-2206</c:v>
                </c:pt>
                <c:pt idx="11">
                  <c:v>06:00–08:00 | River Cut RC-1802</c:v>
                </c:pt>
                <c:pt idx="12">
                  <c:v>08:00–10:00 | East Junction IJ-4471</c:v>
                </c:pt>
                <c:pt idx="13">
                  <c:v>08:00–10:00 | North Portal NP-2206</c:v>
                </c:pt>
                <c:pt idx="14">
                  <c:v>08:00–10:00 | River Cut RC-1802</c:v>
                </c:pt>
                <c:pt idx="15">
                  <c:v>10:00–12:00 | East Junction IJ-4471</c:v>
                </c:pt>
                <c:pt idx="16">
                  <c:v>10:00–12:00 | North Portal NP-2206</c:v>
                </c:pt>
                <c:pt idx="17">
                  <c:v>10:00–12:00 | River Cut RC-1802</c:v>
                </c:pt>
                <c:pt idx="18">
                  <c:v>12:00–14:00 | East Junction IJ-4471</c:v>
                </c:pt>
                <c:pt idx="19">
                  <c:v>12:00–14:00 | North Portal NP-2206</c:v>
                </c:pt>
                <c:pt idx="20">
                  <c:v>12:00–14:00 | River Cut RC-1802</c:v>
                </c:pt>
                <c:pt idx="21">
                  <c:v>14:00–16:00 | East Junction IJ-4471</c:v>
                </c:pt>
                <c:pt idx="22">
                  <c:v>14:00–16:00 | North Portal NP-2206</c:v>
                </c:pt>
                <c:pt idx="23">
                  <c:v>14:00–16:00 | River Cut RC-1802</c:v>
                </c:pt>
                <c:pt idx="24">
                  <c:v>16:00–18:00 | East Junction IJ-4471</c:v>
                </c:pt>
                <c:pt idx="25">
                  <c:v>16:00–18:00 | North Portal NP-2206</c:v>
                </c:pt>
                <c:pt idx="26">
                  <c:v>16:00–18:00 | River Cut RC-1802</c:v>
                </c:pt>
                <c:pt idx="27">
                  <c:v>18:00–20:00 | East Junction IJ-4471</c:v>
                </c:pt>
                <c:pt idx="28">
                  <c:v>18:00–20:00 | North Portal NP-2206</c:v>
                </c:pt>
                <c:pt idx="29">
                  <c:v>18:00–20:00 | River Cut RC-1802</c:v>
                </c:pt>
                <c:pt idx="30">
                  <c:v>20:00–22:00 | East Junction IJ-4471</c:v>
                </c:pt>
                <c:pt idx="31">
                  <c:v>20:00–22:00 | North Portal NP-2206</c:v>
                </c:pt>
                <c:pt idx="32">
                  <c:v>20:00–22:00 | River Cut RC-1802</c:v>
                </c:pt>
                <c:pt idx="33">
                  <c:v>22:00–24:00 | East Junction IJ-4471</c:v>
                </c:pt>
                <c:pt idx="34">
                  <c:v>22:00–24:00 | North Portal NP-2206</c:v>
                </c:pt>
                <c:pt idx="35">
                  <c:v>22:00–24:00 | River Cut RC-1802</c:v>
                </c:pt>
              </c:strCache>
            </c:strRef>
          </c:cat>
          <c:val>
            <c:numRef>
              <c:f>Sheet1!$B$2:$B$37</c:f>
              <c:numCache>
                <c:formatCode>General</c:formatCode>
                <c:ptCount val="36"/>
                <c:pt idx="0">
                  <c:v>98.1</c:v>
                </c:pt>
                <c:pt idx="1">
                  <c:v>99.5</c:v>
                </c:pt>
                <c:pt idx="2">
                  <c:v>99.0</c:v>
                </c:pt>
                <c:pt idx="3">
                  <c:v>98.4</c:v>
                </c:pt>
                <c:pt idx="4">
                  <c:v>99.6</c:v>
                </c:pt>
                <c:pt idx="5">
                  <c:v>99.1</c:v>
                </c:pt>
                <c:pt idx="6">
                  <c:v>98.2</c:v>
                </c:pt>
                <c:pt idx="7">
                  <c:v>99.7</c:v>
                </c:pt>
                <c:pt idx="8">
                  <c:v>99.2</c:v>
                </c:pt>
                <c:pt idx="9">
                  <c:v>98.9</c:v>
                </c:pt>
                <c:pt idx="10">
                  <c:v>99.7</c:v>
                </c:pt>
                <c:pt idx="11">
                  <c:v>99.4</c:v>
                </c:pt>
                <c:pt idx="12">
                  <c:v>99.0</c:v>
                </c:pt>
                <c:pt idx="13">
                  <c:v>99.8</c:v>
                </c:pt>
                <c:pt idx="14">
                  <c:v>99.4</c:v>
                </c:pt>
                <c:pt idx="15">
                  <c:v>99.1</c:v>
                </c:pt>
                <c:pt idx="16">
                  <c:v>99.8</c:v>
                </c:pt>
                <c:pt idx="17">
                  <c:v>99.6</c:v>
                </c:pt>
                <c:pt idx="18">
                  <c:v>99.0</c:v>
                </c:pt>
                <c:pt idx="19">
                  <c:v>99.9</c:v>
                </c:pt>
                <c:pt idx="20">
                  <c:v>99.5</c:v>
                </c:pt>
                <c:pt idx="21">
                  <c:v>99.2</c:v>
                </c:pt>
                <c:pt idx="22">
                  <c:v>99.9</c:v>
                </c:pt>
                <c:pt idx="23">
                  <c:v>99.7</c:v>
                </c:pt>
                <c:pt idx="24">
                  <c:v>99.4</c:v>
                </c:pt>
                <c:pt idx="25">
                  <c:v>99.9</c:v>
                </c:pt>
                <c:pt idx="26">
                  <c:v>99.7</c:v>
                </c:pt>
                <c:pt idx="27">
                  <c:v>99.2</c:v>
                </c:pt>
                <c:pt idx="28">
                  <c:v>99.8</c:v>
                </c:pt>
                <c:pt idx="29">
                  <c:v>99.6</c:v>
                </c:pt>
                <c:pt idx="30">
                  <c:v>99.5</c:v>
                </c:pt>
                <c:pt idx="31">
                  <c:v>99.9</c:v>
                </c:pt>
                <c:pt idx="32">
                  <c:v>99.8</c:v>
                </c:pt>
                <c:pt idx="33">
                  <c:v>99.3</c:v>
                </c:pt>
                <c:pt idx="34">
                  <c:v>99.8</c:v>
                </c:pt>
                <c:pt idx="35">
                  <c:v>99.7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2100000"/>
          <a:lstStyle/>
          <a:p>
            <a:pPr>
              <a:defRPr sz="8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tickLblSkip val="5"/>
        <c:noMultiLvlLbl val="0"/>
      </c:catAx>
      <c:valAx>
        <c:axId val="2140495176"/>
        <c:scaling>
          <c:max val="99.99000000000001"/>
          <c:min val="98.00999999999999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chart" Target="../charts/char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Corridor 7 is available, with a recurring East Junction reset risk.&quot;,&quot;composition_role&quot;:&quot;report_headline&quot;,&quot;element&quot;:&quot;Executive Statement&quot;,&quot;engine&quot;:&quot;TextEngine&quot;,&quot;groupId&quot;:null,&quot;h&quot;:109.76,&quot;id&quot;:&quot;c1&quot;,&quot;locked&quot;:false,&quot;message_role&quot;:&quot;Headline&quot;,&quot;order&quot;:0,&quot;section_id&quot;:&quot;opening&quot;,&quot;section_title&quot;:&quot;Operating summary&quot;,&quot;text&quot;:&quot;Corridor 7 is available, with a recurring East Junction reset risk.&quot;,&quot;title&quot;:&quot;Executive Statement&quot;,&quot;type&quot;:&quot;text&quot;,&quot;w&quot;:1059.44,&quot;weight&quot;:1,&quot;x&quot;:14.0,&quot;y&quot;:40.0,&quot;z&quot;:1}"/>
          <p:cNvSpPr/>
          <p:nvPr/>
        </p:nvSpPr>
        <p:spPr>
          <a:xfrm>
            <a:off x="76166" y="217617"/>
            <a:ext cx="5763806" cy="597141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0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00" b="1" i="0">
                <a:solidFill>
                  <a:srgbClr val="172B43"/>
                </a:solidFill>
                <a:latin typeface="Arial Narrow"/>
              </a:rPr>
              <a:t>Corridor 7 is available, with a recurring East Junction reset risk.</a:t>
            </a:r>
          </a:p>
        </p:txBody>
      </p:sp>
      <p:sp>
        <p:nvSpPr>
          <p:cNvPr id="3" name="VIZ::Report context" title="Visembler report text roles: text heading, context subhead" descr="VisualizerSemantic:{&quot;body&quot;:&quot;Corridor 7 · 12 handoff intervals · 4 interlock zones · runbook 7C-OPS-184 · data frozen at 21:30 local.&quot;,&quot;composition_role&quot;:&quot;context&quot;,&quot;element&quot;:&quot;Body Narrative&quot;,&quot;engine&quot;:&quot;TextEngine&quot;,&quot;groupId&quot;:null,&quot;h&quot;:72.0,&quot;id&quot;:&quot;c2&quot;,&quot;locked&quot;:false,&quot;message_role&quot;:&quot;Context&quot;,&quot;order&quot;:1,&quot;section_id&quot;:&quot;opening&quot;,&quot;section_title&quot;:&quot;Operating summary&quot;,&quot;text&quot;:&quot;Corridor 7 · 12 handoff intervals · 4 interlock zones · runbook 7C-OPS-184 · data frozen at 21:30 local.&quot;,&quot;title&quot;:&quot;Report context&quot;,&quot;type&quot;:&quot;text&quot;,&quot;w&quot;:498.56,&quot;weight&quot;:1,&quot;x&quot;:1087.44,&quot;y&quot;:58.88,&quot;z&quot;:2}"/>
          <p:cNvSpPr/>
          <p:nvPr/>
        </p:nvSpPr>
        <p:spPr>
          <a:xfrm>
            <a:off x="5916138" y="320332"/>
            <a:ext cx="2712380" cy="391711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Report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74A60"/>
                </a:solidFill>
                <a:latin typeface="Arial Narrow"/>
              </a:rPr>
              <a:t>Corridor 7 · 12 handoff intervals · 4 interlock zones · runbook 7C-OPS-184 · data frozen at 21:30 local.</a:t>
            </a:r>
          </a:p>
        </p:txBody>
      </p:sp>
      <p:sp>
        <p:nvSpPr>
          <p:cNvPr id="4" name="VIZ::Route availability KPI" title="Visembler report text roles: metric title, metric value" descr="VisualizerSemantic:{&quot;capability_overrides&quot;:{&quot;target&quot;:99.5},&quot;composition_role&quot;:&quot;hero_metric&quot;,&quot;delta&quot;:1.1,&quot;element&quot;:&quot;Hero KPI&quot;,&quot;emphasis&quot;:&quot;hero&quot;,&quot;engine&quot;:&quot;MetricEngine&quot;,&quot;groupId&quot;:null,&quot;h&quot;:186.0,&quot;id&quot;:&quot;c3&quot;,&quot;locked&quot;:false,&quot;message_role&quot;:&quot;Supporting Evidence&quot;,&quot;order&quot;:2,&quot;section_id&quot;:&quot;performance&quot;,&quot;section_title&quot;:&quot;Performance&quot;,&quot;showTitle&quot;:true,&quot;target&quot;:99.5,&quot;title&quot;:&quot;Route availability&quot;,&quot;type&quot;:&quot;metric&quot;,&quot;unit&quot;:&quot;%&quot;,&quot;value&quot;:99.2,&quot;w&quot;:872.4800000000001,&quot;weight&quot;:1,&quot;x&quot;:14.0,&quot;y&quot;:2040.309882352941,&quot;z&quot;:3}"/>
          <p:cNvSpPr/>
          <p:nvPr/>
        </p:nvSpPr>
        <p:spPr>
          <a:xfrm>
            <a:off x="76166" y="11100158"/>
            <a:ext cx="4746664" cy="101192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Route availability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99.2%</a:t>
            </a:r>
          </a:p>
        </p:txBody>
      </p:sp>
      <p:sp>
        <p:nvSpPr>
          <p:cNvPr id="5" name="VIZ::Reset burden / 12 h KPI" title="Visembler report text roles: metric title, metric value" descr="VisualizerSemantic:{&quot;capability_overrides&quot;:{&quot;target&quot;:10},&quot;composition_role&quot;:&quot;hero_metric&quot;,&quot;delta&quot;:-7,&quot;element&quot;:&quot;Hero KPI&quot;,&quot;engine&quot;:&quot;MetricEngine&quot;,&quot;groupId&quot;:null,&quot;h&quot;:185.0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resets&quot;},&quot;order&quot;:3,&quot;section_id&quot;:&quot;performance&quot;,&quot;section_title&quot;:&quot;Performance&quot;,&quot;showTitle&quot;:true,&quot;target&quot;:10,&quot;title&quot;:&quot;Reset burden / 12 h&quot;,&quot;type&quot;:&quot;metric&quot;,&quot;unit&quot;:&quot;resets&quot;,&quot;value&quot;:19,&quot;w&quot;:685.52,&quot;weight&quot;:1,&quot;x&quot;:900.4800000000001,&quot;y&quot;:2040.809882352941,&quot;z&quot;:4}"/>
          <p:cNvSpPr/>
          <p:nvPr/>
        </p:nvSpPr>
        <p:spPr>
          <a:xfrm>
            <a:off x="4898996" y="11102878"/>
            <a:ext cx="3729522" cy="100647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Reset burden / 12 h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19 resets</a:t>
            </a:r>
          </a:p>
        </p:txBody>
      </p:sp>
      <p:graphicFrame>
        <p:nvGraphicFramePr>
          <p:cNvPr id="13" name="VIZ::Availability by interval and interlock zone" descr="VisualizerSemantic:{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5,&quot;max&quot;:null,&quot;min&quot;:null,&quot;position&quot;:&quot;bottom&quot;,&quot;precision&quot;:null,&quot;rotation&quot;:35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Line Chart&quot;,&quot;dataset&quot;:{&quot;fields&quot;:[{&quot;id&quot;:&quot;handoff_interval_1&quot;,&quot;name&quot;:&quot;Handoff interval&quot;,&quot;nullable&quot;:false,&quot;profile&quot;:{&quot;distinct&quot;:36,&quot;missing&quot;:0},&quot;semantic_tags&quot;:[],&quot;type&quot;:&quot;string&quot;},{&quot;id&quot;:&quot;interlock_zone_2&quot;,&quot;name&quot;:&quot;Interlock zone&quot;,&quot;nullable&quot;:false,&quot;profile&quot;:{&quot;distinct&quot;:3,&quot;missing&quot;:0},&quot;semantic_tags&quot;:[],&quot;type&quot;:&quot;datetime&quot;},{&quot;id&quot;:&quot;route_availability_percent_3&quot;,&quot;name&quot;:&quot;Route availability percent&quot;,&quot;nullable&quot;:false,&quot;profile&quot;:{&quot;distinct&quot;:14,&quot;missing&quot;:0},&quot;semantic_tags&quot;:[],&quot;type&quot;:&quot;number&quot;,&quot;unit&quot;:&quot;&quot;}],&quot;id&quot;:&quot;dataset-mujcoj32-4s41od&quot;,&quot;metadata&quot;:{&quot;header&quot;:{&quot;confidence&quot;:0.8333333333333334,&quot;present&quot;:true,&quot;source_row&quot;:0}},&quot;name&quot;:&quot;Pasted data&quot;,&quot;revision&quot;:1,&quot;rows&quot;:[[&quot;00:00–02:00 | East Junction IJ-4471&quot;,&quot;East Junction IJ-4471&quot;,98.1],[&quot;00:00–02:00 | North Portal NP-2206&quot;,&quot;North Portal NP-2206&quot;,99.5],[&quot;00:00–02:00 | River Cut RC-1802&quot;,&quot;River Cut RC-1802&quot;,99],[&quot;02:00–04:00 | East Junction IJ-4471&quot;,&quot;East Junction IJ-4471&quot;,98.4],[&quot;02:00–04:00 | North Portal NP-2206&quot;,&quot;North Portal NP-2206&quot;,99.6],[&quot;02:00–04:00 | River Cut RC-1802&quot;,&quot;River Cut RC-1802&quot;,99.1],[&quot;04:00–06:00 | East Junction IJ-4471&quot;,&quot;East Junction IJ-4471&quot;,98.2],[&quot;04:00–06:00 | North Portal NP-2206&quot;,&quot;North Portal NP-2206&quot;,99.7],[&quot;04:00–06:00 | River Cut RC-1802&quot;,&quot;River Cut RC-1802&quot;,99.2],[&quot;06:00–08:00 | East Junction IJ-4471&quot;,&quot;East Junction IJ-4471&quot;,98.9],[&quot;06:00–08:00 | North Portal NP-2206&quot;,&quot;North Portal NP-2206&quot;,99.7],[&quot;06:00–08:00 | River Cut RC-1802&quot;,&quot;River Cut RC-1802&quot;,99.4],[&quot;08:00–10:00 | East Junction IJ-4471&quot;,&quot;East Junction IJ-4471&quot;,99],[&quot;08:00–10:00 | North Portal NP-2206&quot;,&quot;North Portal NP-2206&quot;,99.8],[&quot;08:00–10:00 | River Cut RC-1802&quot;,&quot;River Cut RC-1802&quot;,99.4],[&quot;10:00–12:00 | East Junction IJ-4471&quot;,&quot;East Junction IJ-4471&quot;,99.1],[&quot;10:00–12:00 | North Portal NP-2206&quot;,&quot;North Portal NP-2206&quot;,99.8],[&quot;10:00–12:00 | River Cut RC-1802&quot;,&quot;River Cut RC-1802&quot;,99.6],[&quot;12:00–14:00 | East Junction IJ-4471&quot;,&quot;East Junction IJ-4471&quot;,99],[&quot;12:00–14:00 | North Portal NP-2206&quot;,&quot;North Portal NP-2206&quot;,99.9],[&quot;12:00–14:00 | River Cut RC-1802&quot;,&quot;River Cut RC-1802&quot;,99.5],[&quot;14:00–16:00 | East Junction IJ-4471&quot;,&quot;East Junction IJ-4471&quot;,99.2],[&quot;14:00–16:00 | North Portal NP-2206&quot;,&quot;North Portal NP-2206&quot;,99.9],[&quot;14:00–16:00 | River Cut RC-1802&quot;,&quot;River Cut RC-1802&quot;,99.7],[&quot;16:00–18:00 | East Junction IJ-4471&quot;,&quot;East Junction IJ-4471&quot;,99.4],[&quot;16:00–18:00 | North Portal NP-2206&quot;,&quot;North Portal NP-2206&quot;,99.9],[&quot;16:00–18:00 | River Cut RC-1802&quot;,&quot;River Cut RC-1802&quot;,99.7],[&quot;18:00–20:00 | East Junction IJ-4471&quot;,&quot;East Junction IJ-4471&quot;,99.2],[&quot;18:00–20:00 | North Portal NP-2206&quot;,&quot;North Portal NP-2206&quot;,99.8],[&quot;18:00–20:00 | River Cut RC-1802&quot;,&quot;River Cut RC-1802&quot;,99.6],[&quot;20:00–22:00 | East Junction IJ-4471&quot;,&quot;East Junction IJ-4471&quot;,99.5],[&quot;20:00–22:00 | North Portal NP-2206&quot;,&quot;North Portal NP-2206&quot;,99.9],[&quot;20:00–22:00 | River Cut RC-1802&quot;,&quot;River Cut RC-1802&quot;,99.8],[&quot;22:00–24:00 | East Junction IJ-4471&quot;,&quot;East Junction IJ-4471&quot;,99.3],[&quot;22:00–24:00 | North Portal NP-2206&quot;,&quot;North Portal NP-2206&quot;,99.8],[&quot;22:00–24:00 | River Cut RC-1802&quot;,&quot;River Cut RC-1802&quot;,99.7]],&quot;source&quot;:{&quot;imported_at&quot;:&quot;2026-09-27T05:00:37.406Z&quot;,&quot;kind&quot;:&quot;clipboard&quot;,&quot;label&quot;:&quot;TSV&quot;},&quot;warnings&quot;:[]},&quot;dataset_id&quot;:&quot;dataset-mujcoj32-4s41od&quot;,&quot;engineering&quot;:{&quot;L&quot;:3,&quot;h&quot;:5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category&quot;:&quot;handoff_interval_1&quot;,&quot;value&quot;:&quot;route_availability_percent_3&quot;,&quot;x&quot;:&quot;handoff_interval_1&quot;,&quot;y&quot;:&quot;route_availability_percent_3&quot;},&quot;recipe&quot;:null,&quot;recommendations&quot;:[{&quot;confidence&quot;:0.93,&quot;mapping&quot;:{&quot;category&quot;:&quot;handoff_interval_1&quot;,&quot;value&quot;:&quot;route_availability_percent_3&quot;,&quot;x&quot;:&quot;handoff_interval_1&quot;,&quot;y&quot;:&quot;route_availability_percent_3&quot;},&quot;reason&quot;:&quot;A horizontal field and numeric measure are available.&quot;,&quot;type&quot;:&quot;Line Chart&quot;},{&quot;confidence&quot;:0.9,&quot;mapping&quot;:{&quot;category&quot;:&quot;handoff_interval_1&quot;,&quot;value&quot;:&quot;route_availability_percent_3&quot;,&quot;x&quot;:&quot;handoff_interval_1&quot;,&quot;y&quot;:&quot;route_availability_percent_3&quot;},&quot;reason&quot;:&quot;A shared axis can compare multiple runs when a series field is available.&quot;,&quot;type&quot;:&quot;Multi-Line&quot;},{&quot;confidence&quot;:0.9,&quot;mapping&quot;:{&quot;category&quot;:&quot;handoff_interval_1&quot;,&quot;value&quot;:&quot;route_availability_percent_3&quot;,&quot;x&quot;:&quot;handoff_interval_1&quot;,&quot;y&quot;:&quot;route_availability_percent_3&quot;},&quot;reason&quot;:&quot;A category and measured value are available.&quot;,&quot;type&quot;:&quot;Vertical Bar&quot;},{&quot;confidence&quot;:0.87,&quot;mapping&quot;:{&quot;category&quot;:&quot;handoff_interval_1&quot;,&quot;value&quot;:&quot;route_availability_percent_3&quot;,&quot;x&quot;:&quot;handoff_interval_1&quot;,&quot;y&quot;:&quot;route_availability_percent_3&quot;},&quot;reason&quot;:&quot;The same trend mapping can show accumulated movement.&quot;,&quot;type&quot;:&quot;Area Chart&quot;},{&quot;confidence&quot;:0.82,&quot;mapping&quot;:{&quot;category&quot;:&quot;handoff_interval_1&quot;,&quot;value&quot;:&quot;route_availability_percent_3&quot;,&quot;x&quot;:&quot;handoff_interval_1&quot;,&quot;y&quot;:&quot;route_availability_percent_3&quot;},&quot;reason&quot;:&quot;A horizontal ranking keeps category labels readable.&quot;,&quot;type&quot;:&quot;Horizontal Bar&quot;},{&quot;confidence&quot;:0.8,&quot;mapping&quot;:{&quot;category&quot;:&quot;handoff_interval_1&quot;,&quot;value&quot;:&quot;route_availability_percent_3&quot;,&quot;x&quot;:&quot;handoff_interval_1&quot;,&quot;y&quot;:&quot;route_availability_percent_3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route_availability_percent_3&quot;,&quot;id&quot;:&quot;series-1&quot;,&quot;label&quot;:&quot;Route availability percent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horizontal field and numeric measure are available.&quot;},&quot;composition_role&quot;:&quot;primary_analysis&quot;,&quot;data&quot;:[[&quot;00:00–02:00 | East Junction IJ-4471&quot;,98.1],[&quot;00:00–02:00 | North Portal NP-2206&quot;,99.5],[&quot;00:00–02:00 | River Cut RC-1802&quot;,99],[&quot;02:00–04:00 | East Junction IJ-4471&quot;,98.4],[&quot;02:00–04:00 | North Portal NP-2206&quot;,99.6],[&quot;02:00–04:00 | River Cut RC-1802&quot;,99.1],[&quot;04:00–06:00 | East Junction IJ-4471&quot;,98.2],[&quot;04:00–06:00 | North Portal NP-2206&quot;,99.7],[&quot;04:00–06:00 | River Cut RC-1802&quot;,99.2],[&quot;06:00–08:00 | East Junction IJ-4471&quot;,98.9],[&quot;06:00–08:00 | North Portal NP-2206&quot;,99.7],[&quot;06:00–08:00 | River Cut RC-1802&quot;,99.4],[&quot;08:00–10:00 | East Junction IJ-4471&quot;,99],[&quot;08:00–10:00 | North Portal NP-2206&quot;,99.8],[&quot;08:00–10:00 | River Cut RC-1802&quot;,99.4],[&quot;10:00–12:00 | East Junction IJ-4471&quot;,99.1],[&quot;10:00–12:00 | North Portal NP-2206&quot;,99.8],[&quot;10:00–12:00 | River Cut RC-1802&quot;,99.6],[&quot;12:00–14:00 | East Junction IJ-4471&quot;,99],[&quot;12:00–14:00 | North Portal NP-2206&quot;,99.9],[&quot;12:00–14:00 | River Cut RC-1802&quot;,99.5],[&quot;14:00–16:00 | East Junction IJ-4471&quot;,99.2],[&quot;14:00–16:00 | North Portal NP-2206&quot;,99.9],[&quot;14:00–16:00 | River Cut RC-1802&quot;,99.7],[&quot;16:00–18:00 | East Junction IJ-4471&quot;,99.4],[&quot;16:00–18:00 | North Portal NP-2206&quot;,99.9],[&quot;16:00–18:00 | River Cut RC-1802&quot;,99.7],[&quot;18:00–20:00 | East Junction IJ-4471&quot;,99.2],[&quot;18:00–20:00 | North Portal NP-2206&quot;,99.8],[&quot;18:00–20:00 | River Cut RC-1802&quot;,99.6],[&quot;20:00–22:00 | East Junction IJ-4471&quot;,99.5],[&quot;20:00–22:00 | North Portal NP-2206&quot;,99.9],[&quot;20:00–22:00 | River Cut RC-1802&quot;,99.8],[&quot;22:00–24:00 | East Junction IJ-4471&quot;,99.3],[&quot;22:00–24:00 | North Portal NP-2206&quot;,99.8],[&quot;22:00–24:00 | River Cut RC-1802&quot;,99.7]],&quot;dataset_id&quot;:&quot;dataset-mujcoj32-4s41od&quot;,&quot;element&quot;:&quot;Line Chart&quot;,&quot;engine&quot;:&quot;CoreChartEngine&quot;,&quot;groupId&quot;:null,&quot;h&quot;:393.16588235294125,&quot;id&quot;:&quot;c5&quot;,&quot;locked&quot;:false,&quot;mapping&quot;:{&quot;category&quot;:&quot;handoff_interval_1&quot;,&quot;value&quot;:&quot;route_availability_percent_3&quot;,&quot;x&quot;:&quot;handoff_interval_1&quot;,&quot;y&quot;:&quot;route_availability_percent_3&quot;},&quot;message_role&quot;:&quot;Primary Evidence&quot;,&quot;order&quot;:4,&quot;rows&quot;:[{&quot;label&quot;:&quot;00:00–02:00 | East Junction IJ-4471&quot;,&quot;value&quot;:98.1},{&quot;label&quot;:&quot;00:00–02:00 | North Portal NP-2206&quot;,&quot;value&quot;:99.5},{&quot;label&quot;:&quot;00:00–02:00 | River Cut RC-1802&quot;,&quot;value&quot;:99},{&quot;label&quot;:&quot;02:00–04:00 | East Junction IJ-4471&quot;,&quot;value&quot;:98.4},{&quot;label&quot;:&quot;02:00–04:00 | North Portal NP-2206&quot;,&quot;value&quot;:99.6},{&quot;label&quot;:&quot;02:00–04:00 | River Cut RC-1802&quot;,&quot;value&quot;:99.1},{&quot;label&quot;:&quot;04:00–06:00 | East Junction IJ-4471&quot;,&quot;value&quot;:98.2},{&quot;label&quot;:&quot;04:00–06:00 | North Portal NP-2206&quot;,&quot;value&quot;:99.7},{&quot;label&quot;:&quot;04:00–06:00 | River Cut RC-1802&quot;,&quot;value&quot;:99.2},{&quot;label&quot;:&quot;06:00–08:00 | East Junction IJ-4471&quot;,&quot;value&quot;:98.9},{&quot;label&quot;:&quot;06:00–08:00 | North Portal NP-2206&quot;,&quot;value&quot;:99.7},{&quot;label&quot;:&quot;06:00–08:00 | River Cut RC-1802&quot;,&quot;value&quot;:99.4},{&quot;label&quot;:&quot;08:00–10:00 | East Junction IJ-4471&quot;,&quot;value&quot;:99},{&quot;label&quot;:&quot;08:00–10:00 | North Portal NP-2206&quot;,&quot;value&quot;:99.8},{&quot;label&quot;:&quot;08:00–10:00 | River Cut RC-1802&quot;,&quot;value&quot;:99.4},{&quot;label&quot;:&quot;10:00–12:00 | East Junction IJ-4471&quot;,&quot;value&quot;:99.1},{&quot;label&quot;:&quot;10:00–12:00 | North Portal NP-2206&quot;,&quot;value&quot;:99.8},{&quot;label&quot;:&quot;10:00–12:00 | River Cut RC-1802&quot;,&quot;value&quot;:99.6},{&quot;label&quot;:&quot;12:00–14:00 | East Junction IJ-4471&quot;,&quot;value&quot;:99},{&quot;label&quot;:&quot;12:00–14:00 | North Portal NP-2206&quot;,&quot;value&quot;:99.9},{&quot;label&quot;:&quot;12:00–14:00 | River Cut RC-1802&quot;,&quot;value&quot;:99.5},{&quot;label&quot;:&quot;14:00–16:00 | East Junction IJ-4471&quot;,&quot;value&quot;:99.2},{&quot;label&quot;:&quot;14:00–16:00 | North Portal NP-2206&quot;,&quot;value&quot;:99.9},{&quot;label&quot;:&quot;14:00–16:00 | River Cut RC-1802&quot;,&quot;value&quot;:99.7},{&quot;label&quot;:&quot;16:00–18:00 | East Junction IJ-4471&quot;,&quot;value&quot;:99.4},{&quot;label&quot;:&quot;16:00–18:00 | North Portal NP-2206&quot;,&quot;value&quot;:99.9},{&quot;label&quot;:&quot;16:00–18:00 | River Cut RC-1802&quot;,&quot;value&quot;:99.7},{&quot;label&quot;:&quot;18:00–20:00 | East Junction IJ-4471&quot;,&quot;value&quot;:99.2},{&quot;label&quot;:&quot;18:00–20:00 | North Portal NP-2206&quot;,&quot;value&quot;:99.8},{&quot;label&quot;:&quot;18:00–20:00 | River Cut RC-1802&quot;,&quot;value&quot;:99.6},{&quot;label&quot;:&quot;20:00–22:00 | East Junction IJ-4471&quot;,&quot;value&quot;:99.5},{&quot;label&quot;:&quot;20:00–22:00 | North Portal NP-2206&quot;,&quot;value&quot;:99.9},{&quot;label&quot;:&quot;20:00–22:00 | River Cut RC-1802&quot;,&quot;value&quot;:99.8},{&quot;label&quot;:&quot;22:00–24:00 | East Junction IJ-4471&quot;,&quot;value&quot;:99.3},{&quot;label&quot;:&quot;22:00–24:00 | North Portal NP-2206&quot;,&quot;value&quot;:99.8},{&quot;label&quot;:&quot;22:00–24:00 | River Cut RC-1802&quot;,&quot;value&quot;:99.7}],&quot;section_id&quot;:&quot;analysis&quot;,&quot;section_title&quot;:&quot;Analysis&quot;,&quot;showTitle&quot;:true,&quot;statistical_result&quot;:null,&quot;title&quot;:&quot;Availability by interval and interlock zone&quot;,&quot;transform_recipe&quot;:{&quot;steps&quot;:[]},&quot;type&quot;:&quot;chart&quot;,&quot;w&quot;:810.1600000000001,&quot;weight&quot;:1,&quot;x&quot;:775.8399999999999,&quot;y&quot;:183.76,&quot;z&quot;:5,&quot;observations&quot;:[{&quot;label&quot;:&quot;00:00–02:00 | East Junction IJ-4471&quot;,&quot;value&quot;:98.1},{&quot;label&quot;:&quot;00:00–02:00 | North Portal NP-2206&quot;,&quot;value&quot;:99.5},{&quot;label&quot;:&quot;00:00–02:00 | River Cut RC-1802&quot;,&quot;value&quot;:99},{&quot;label&quot;:&quot;02:00–04:00 | East Junction IJ-4471&quot;,&quot;value&quot;:98.4},{&quot;label&quot;:&quot;02:00–04:00 | North Portal NP-2206&quot;,&quot;value&quot;:99.6},{&quot;label&quot;:&quot;02:00–04:00 | River Cut RC-1802&quot;,&quot;value&quot;:99.1},{&quot;label&quot;:&quot;04:00–06:00 | East Junction IJ-4471&quot;,&quot;value&quot;:98.2},{&quot;label&quot;:&quot;04:00–06:00 | North Portal NP-2206&quot;,&quot;value&quot;:99.7},{&quot;label&quot;:&quot;04:00–06:00 | River Cut RC-1802&quot;,&quot;value&quot;:99.2},{&quot;label&quot;:&quot;06:00–08:00 | East Junction IJ-4471&quot;,&quot;value&quot;:98.9},{&quot;label&quot;:&quot;06:00–08:00 | North Portal NP-2206&quot;,&quot;value&quot;:99.7},{&quot;label&quot;:&quot;06:00–08:00 | River Cut RC-1802&quot;,&quot;value&quot;:99.4},{&quot;label&quot;:&quot;08:00–10:00 | East Junction IJ-4471&quot;,&quot;value&quot;:99},{&quot;label&quot;:&quot;08:00–10:00 | North Portal NP-2206&quot;,&quot;value&quot;:99.8},{&quot;label&quot;:&quot;08:00–10:00 | River Cut RC-1802&quot;,&quot;value&quot;:99.4},{&quot;label&quot;:&quot;10:00–12:00 | East Junction IJ-4471&quot;,&quot;value&quot;:99.1},{&quot;label&quot;:&quot;10:00–12:00 | North Portal NP-2206&quot;,&quot;value&quot;:99.8},{&quot;label&quot;:&quot;10:00–12:00 | River Cut RC-1802&quot;,&quot;value&quot;:99.6},{&quot;label&quot;:&quot;12:00–14:00 | East Junction IJ-4471&quot;,&quot;value&quot;:99},{&quot;label&quot;:&quot;12:00–14:00 | North Portal NP-2206&quot;,&quot;value&quot;:99.9},{&quot;label&quot;:&quot;12:00–14:00 | River Cut RC-1802&quot;,&quot;value&quot;:99.5},{&quot;label&quot;:&quot;14:00–16:00 | East Junction IJ-4471&quot;,&quot;value&quot;:99.2},{&quot;label&quot;:&quot;14:00–16:00 | North Portal NP-2206&quot;,&quot;value&quot;:99.9},{&quot;label&quot;:&quot;14:00–16:00 | River Cut RC-1802&quot;,&quot;value&quot;:99.7},{&quot;label&quot;:&quot;16:00–18:00 | East Junction IJ-4471&quot;,&quot;value&quot;:99.4},{&quot;label&quot;:&quot;16:00–18:00 | North Portal NP-2206&quot;,&quot;value&quot;:99.9},{&quot;label&quot;:&quot;16:00–18:00 | River Cut RC-1802&quot;,&quot;value&quot;:99.7},{&quot;label&quot;:&quot;18:00–20:00 | East Junction IJ-4471&quot;,&quot;value&quot;:99.2},{&quot;label&quot;:&quot;18:00–20:00 | North Portal NP-2206&quot;,&quot;value&quot;:99.8},{&quot;label&quot;:&quot;18:00–20:00 | River Cut RC-1802&quot;,&quot;value&quot;:99.6},{&quot;label&quot;:&quot;20:00–22:00 | East Junction IJ-4471&quot;,&quot;value&quot;:99.5},{&quot;label&quot;:&quot;20:00–22:00 | North Portal NP-2206&quot;,&quot;value&quot;:99.9},{&quot;label&quot;:&quot;20:00–22:00 | River Cut RC-1802&quot;,&quot;value&quot;:99.8},{&quot;label&quot;:&quot;22:00–24:00 | East Junction IJ-4471&quot;,&quot;value&quot;:99.3},{&quot;label&quot;:&quot;22:00–24:00 | North Portal NP-2206&quot;,&quot;value&quot;:99.8},{&quot;label&quot;:&quot;22:00–24:00 | River Cut RC-1802&quot;,&quot;value&quot;:99.7}]}"/>
          <p:cNvGraphicFramePr>
            <a:graphicFrameLocks noGrp="1"/>
          </p:cNvGraphicFramePr>
          <p:nvPr/>
        </p:nvGraphicFramePr>
        <p:xfrm>
          <a:off x="4220901" y="999733"/>
          <a:ext cx="4407617" cy="213899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VIZ::Shift interpretation" title="Visembler report text roles: text heading, narrative interpretation" descr="VisualizerSemantic:{&quot;body&quot;:&quot;Aggregate route availability recovered from 98.1% to 99.2% after relay replacement, but East Junction still accounts for 14 of 19 resets. The four-zone sample masks one intermittently stale axle-counter channel; the overnight possession is a useful verification window but does not establish a durable repair.&quot;,&quot;composition_role&quot;:&quot;narrative_interpretation&quot;,&quot;element&quot;:&quot;Body Narrative&quot;,&quot;engine&quot;:&quot;TextEngine&quot;,&quot;groupId&quot;:null,&quot;h&quot;:240.0,&quot;id&quot;:&quot;c12&quot;,&quot;locked&quot;:false,&quot;message_role&quot;:&quot;Context&quot;,&quot;order&quot;:5,&quot;section_id&quot;:&quot;analysis&quot;,&quot;section_title&quot;:&quot;Shift interpretation&quot;,&quot;showTitle&quot;:true,&quot;text&quot;:&quot;Aggregate route availability recovered from 98.1% to 99.2% after relay replacement, but East Junction still accounts for 14 of 19 resets. The four-zone sample masks one intermittently stale axle-counter channel; the overnight possession is a useful verification window but does not establish a durable repair.&quot;,&quot;title&quot;:&quot;Shift interpretation&quot;,&quot;type&quot;:&quot;text&quot;,&quot;w&quot;:747.8399999999999,&quot;weight&quot;:1,&quot;x&quot;:14.0,&quot;y&quot;:322.3429411764706,&quot;z&quot;:12}"/>
          <p:cNvSpPr/>
          <p:nvPr/>
        </p:nvSpPr>
        <p:spPr>
          <a:xfrm>
            <a:off x="76166" y="1753683"/>
            <a:ext cx="4068569" cy="130570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27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Shift interpretation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Aggregate route availability recovered from 98.1% to 99.2% after relay replacement, but East Junction still accounts for 14 of 19 resets. The four-zone sample masks one intermittently stale axle-counter channel; the overnight possession is a useful verification window but does not establish a durable repair.</a:t>
            </a:r>
          </a:p>
        </p:txBody>
      </p:sp>
      <p:sp>
        <p:nvSpPr>
          <p:cNvPr id="8" name="VIZ::Process Flow::continuation-reference" descr="VisualizerSemantic:{&quot;composition_role&quot;:&quot;causal_evidence&quot;,&quot;edges&quot;:[[&quot;Supervise East Junction&quot;,&quot;Retest relay and axle counter&quot;],[&quot;Retest relay and axle counter&quot;,&quot;Compare reset window&quot;],[&quot;Compare reset window&quot;,&quot;Release route or extend watch&quot;]],&quot;element&quot;:&quot;Process Flow&quot;,&quot;engine&quot;:&quot;DiagramEngine&quot;,&quot;groupId&quot;:null,&quot;h&quot;:170.0,&quot;id&quot;:&quot;c8&quot;,&quot;locked&quot;:false,&quot;message_role&quot;:&quot;Primary Evidence&quot;,&quot;nodes&quot;:[&quot;Supervise East Junction&quot;,&quot;Retest relay and axle counter&quot;,&quot;Compare reset window&quot;,&quot;Release route or extend watch&quot;],&quot;order&quot;:6,&quot;section_id&quot;:&quot;evidence&quot;,&quot;section_title&quot;:&quot;Response workflow&quot;,&quot;title&quot;:&quot;Process Flow&quot;,&quot;type&quot;:&quot;diagram&quot;,&quot;w&quot;:821.28,&quot;weight&quot;:1,&quot;x&quot;:389.36,&quot;y&quot;:610.9258823529412,&quot;z&quot;:8}"/>
          <p:cNvSpPr/>
          <p:nvPr/>
        </p:nvSpPr>
        <p:spPr>
          <a:xfrm>
            <a:off x="2118285" y="3323698"/>
            <a:ext cx="4468114" cy="924873"/>
          </a:xfrm>
          <a:prstGeom prst="roundRect">
            <a:avLst/>
          </a:prstGeom>
          <a:solidFill>
            <a:srgbClr val="F5F8FC"/>
          </a:solidFill>
          <a:ln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850" b="1">
                <a:solidFill>
                  <a:srgbClr val="233449"/>
                </a:solidFill>
                <a:latin typeface="Arial"/>
              </a:defRPr>
            </a:pPr>
            <a:r>
              <a:t>Diagram continues on slides 2–2</a:t>
            </a:r>
          </a:p>
        </p:txBody>
      </p:sp>
      <p:sp>
        <p:nvSpPr>
          <p:cNvPr id="10" name="VIZ::Evidence Card" title="Visembler report text roles: text heading, narrative interpretation, evidence detail, action status" descr="VisualizerSemantic:{&quot;composition_role&quot;:&quot;detailed_evidence&quot;,&quot;detail&quot;:&quot;East Junction remains the only zone with repeat resets; a stale channel may hide one event.&quot;,&quot;element&quot;:&quot;Evidence Card&quot;,&quot;engine&quot;:&quot;EvidenceCompositeEngine&quot;,&quot;groupId&quot;:null,&quot;h&quot;:296.032,&quot;id&quot;:&quot;c9&quot;,&quot;locked&quot;:false,&quot;message_role&quot;:&quot;Primary Evidence&quot;,&quot;order&quot;:8,&quot;section_id&quot;:&quot;evidence&quot;,&quot;section_title&quot;:&quot;Operating evidence&quot;,&quot;showTitle&quot;:true,&quot;statement&quot;:&quot;Relay change reduced resets in the paired interval&quot;,&quot;status&quot;:&quot;Open&quot;,&quot;title&quot;:&quot;Evidence Card&quot;,&quot;type&quot;:&quot;evidence&quot;,&quot;w&quot;:1572.0,&quot;weight&quot;:1,&quot;x&quot;:14.0,&quot;y&quot;:1298.797882352941,&quot;z&quot;:9}"/>
          <p:cNvSpPr/>
          <p:nvPr/>
        </p:nvSpPr>
        <p:spPr>
          <a:xfrm>
            <a:off x="76166" y="7066016"/>
            <a:ext cx="8552353" cy="1610541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61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Evidence Card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Relay change reduced resets in the paired interval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East Junction remains the only zone with repeat resets; a stale channel may hide one event.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Open</a:t>
            </a:r>
          </a:p>
        </p:txBody>
      </p:sp>
      <p:sp>
        <p:nvSpPr>
          <p:cNvPr id="11" name="VIZ::Risk Callout" title="Visembler report text roles: text heading, risk decision, evidence detail, action status" descr="VisualizerSemantic:{&quot;composition_role&quot;:&quot;decision_risk&quot;,&quot;detail&quot;:&quot;Fault recurrence is localized but the reset trend and stale channel conflict; do not close the corrective action on aggregate availability alone.&quot;,&quot;element&quot;:&quot;Risk Callout&quot;,&quot;engine&quot;:&quot;DecisionCompositeEngine&quot;,&quot;groupId&quot;:null,&quot;h&quot;:175.0,&quot;id&quot;:&quot;c10&quot;,&quot;locked&quot;:false,&quot;message_role&quot;:&quot;Risk&quot;,&quot;order&quot;:9,&quot;section_id&quot;:&quot;decision&quot;,&quot;section_title&quot;:&quot;Decision&quot;,&quot;showTitle&quot;:true,&quot;statement&quot;:&quot;Keep East Junction under supervised release&quot;,&quot;status&quot;:&quot;Monitor&quot;,&quot;title&quot;:&quot;Risk Callout&quot;,&quot;type&quot;:&quot;decision&quot;,&quot;w&quot;:1572.0,&quot;weight&quot;:1,&quot;x&quot;:14.0,&quot;y&quot;:1628.829882352941,&quot;z&quot;:10}"/>
          <p:cNvSpPr/>
          <p:nvPr/>
        </p:nvSpPr>
        <p:spPr>
          <a:xfrm>
            <a:off x="76166" y="8861531"/>
            <a:ext cx="8552353" cy="95207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Keep East Junction under supervised release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Fault recurrence is localized but the reset trend and stale channel conflict; do not close the corrective action on aggregate availability alone.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Monitor</a:t>
            </a:r>
          </a:p>
        </p:txBody>
      </p:sp>
      <p:sp>
        <p:nvSpPr>
          <p:cNvPr id="12" name="VIZ::Project Card" title="Visembler report text roles: text heading, narrative interpretation, evidence detail, action status" descr="VisualizerSemantic:{&quot;composition_role&quot;:&quot;action_status&quot;,&quot;detail&quot;:&quot;Owner: Rail Systems Operations · possession 2026-09-27 01:00 · evidence due before route release.&quot;,&quot;element&quot;:&quot;Project Card&quot;,&quot;engine&quot;:&quot;ProjectCompositeEngine&quot;,&quot;groupId&quot;:null,&quot;h&quot;:168.48000000000002,&quot;id&quot;:&quot;c11&quot;,&quot;locked&quot;:false,&quot;message_role&quot;:&quot;Action&quot;,&quot;order&quot;:10,&quot;section_id&quot;:&quot;delivery&quot;,&quot;section_title&quot;:&quot;Next steps&quot;,&quot;showTitle&quot;:true,&quot;statement&quot;:&quot;Corridor 7 East Junction watch&quot;,&quot;status&quot;:&quot;In progress&quot;,&quot;title&quot;:&quot;Project Card&quot;,&quot;type&quot;:&quot;project&quot;,&quot;w&quot;:1572.0,&quot;weight&quot;:1,&quot;x&quot;:14.0,&quot;y&quot;:1837.829882352941,&quot;z&quot;:11}"/>
          <p:cNvSpPr/>
          <p:nvPr/>
        </p:nvSpPr>
        <p:spPr>
          <a:xfrm>
            <a:off x="76166" y="9998580"/>
            <a:ext cx="8552353" cy="91660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Project Card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Corridor 7 East Junction watch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Owner: Rail Systems Operations · possession 2026-09-27 01:00 · evidence due before route release.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In progress</a:t>
            </a:r>
          </a:p>
        </p:txBody>
      </p:sp>
      <p:graphicFrame>
        <p:nvGraphicFramePr>
          <p:cNvPr id="14" name="VIZ::Operating evidence · D" descr="VisualizerSemantic:{&quot;composition_role&quot;:&quot;detailed_evidence&quot;,&quot;customTable&quot;:{&quot;headers&quot;:[&quot;Asset identifier / zone&quot;,&quot;Window&quot;,&quot;Reset count&quot;,&quot;Current status&quot;,&quot;Release condition&quot;],&quot;rows&quot;:[[&quot;IJ-4471-EJ-AXC-REV4&quot;,&quot;00:00–04:00&quot;,7,&quot;Watch&quot;,&quot;Axle-counter freshness&quot;],[&quot;NP-2206-NP-IXL-REV2&quot;,&quot;00:00–24:00&quot;,0,&quot;Stable&quot;,&quot;None&quot;],[&quot;RC-1802-RC-TXP-REV6&quot;,&quot;00:00–24:00&quot;,2,&quot;Stable&quot;,&quot;Next patrol&quot;],[&quot;IJ-4471-EJ-RELAY-REV4&quot;,&quot;08:00 possession&quot;,0,&quot;Changed&quot;,&quot;Two-window retest&quot;],[&quot;IJ-4471-EJ-CAB-REV3&quot;,&quot;18:00–20:00&quot;,4,&quot;Open&quot;,&quot;Inspect connector torque&quot;],[&quot;CT-7790-C7-COMMS-REV5&quot;,&quot;20:00–22:00&quot;,1,&quot;Uncertain&quot;,&quot;Check stale channel&quot;]]},&quot;element&quot;:&quot;Clean Table&quot;,&quot;engine&quot;:&quot;TableEngine&quot;,&quot;groupId&quot;:null,&quot;h&quot;:497.87199999999996,&quot;id&quot;:&quot;c7&quot;,&quot;locked&quot;:false,&quot;message_role&quot;:&quot;Primary Evidence&quot;,&quot;order&quot;:7,&quot;rows&quot;:[[&quot;IJ-4471-EJ-AXC-REV4&quot;,&quot;00:00–04:00&quot;,7,&quot;Watch&quot;,&quot;Axle-counter freshness&quot;],[&quot;NP-2206-NP-IXL-REV2&quot;,&quot;00:00–24:00&quot;,0,&quot;Stable&quot;,&quot;None&quot;],[&quot;RC-1802-RC-TXP-REV6&quot;,&quot;00:00–24:00&quot;,2,&quot;Stable&quot;,&quot;Next patrol&quot;],[&quot;IJ-4471-EJ-RELAY-REV4&quot;,&quot;08:00 possession&quot;,0,&quot;Changed&quot;,&quot;Two-window retest&quot;],[&quot;IJ-4471-EJ-CAB-REV3&quot;,&quot;18:00–20:00&quot;,4,&quot;Open&quot;,&quot;Inspect connector torque&quot;],[&quot;CT-7790-C7-COMMS-REV5&quot;,&quot;20:00–22:00&quot;,1,&quot;Uncertain&quot;,&quot;Check stale channel&quot;]],&quot;section_id&quot;:&quot;evidence&quot;,&quot;section_title&quot;:&quot;Operating evidence&quot;,&quot;showTitle&quot;:true,&quot;title&quot;:&quot;Operating evidence · D&quot;,&quot;type&quot;:&quot;table&quot;,&quot;w&quot;:1572.0,&quot;weight&quot;:1,&quot;x&quot;:14.0,&quot;y&quot;:788.9258823529412,&quot;z&quot;:7}"/>
          <p:cNvGraphicFramePr>
            <a:graphicFrameLocks noGrp="1"/>
          </p:cNvGraphicFramePr>
          <p:nvPr/>
        </p:nvGraphicFramePr>
        <p:xfrm>
          <a:off x="76166" y="4292094"/>
          <a:ext cx="8552353" cy="2708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0470"/>
                <a:gridCol w="1710470"/>
                <a:gridCol w="1710470"/>
                <a:gridCol w="1710470"/>
                <a:gridCol w="1710473"/>
              </a:tblGrid>
              <a:tr h="38694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Asset identifier /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Window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Reset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Current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Release condition</a:t>
                      </a:r>
                    </a:p>
                  </a:txBody>
                  <a:tcPr/>
                </a:tc>
              </a:tr>
              <a:tr h="386948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IJ-4471-EJ-AXC-REV4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00:00–04:00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Axle-counter freshness</a:t>
                      </a:r>
                    </a:p>
                  </a:txBody>
                  <a:tcPr/>
                </a:tc>
              </a:tr>
              <a:tr h="386948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NP-2206-NP-IXL-REV2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00:00–24:00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None</a:t>
                      </a:r>
                    </a:p>
                  </a:txBody>
                  <a:tcPr/>
                </a:tc>
              </a:tr>
              <a:tr h="386948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RC-1802-RC-TXP-REV6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00:00–24:00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Next patrol</a:t>
                      </a:r>
                    </a:p>
                  </a:txBody>
                  <a:tcPr/>
                </a:tc>
              </a:tr>
              <a:tr h="386948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IJ-4471-EJ-RELAY-REV4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08:00 possession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Changed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Two-window retest</a:t>
                      </a:r>
                    </a:p>
                  </a:txBody>
                  <a:tcPr/>
                </a:tc>
              </a:tr>
              <a:tr h="386948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IJ-4471-EJ-CAB-REV3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18:00–20:00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Inspect connector torque</a:t>
                      </a:r>
                    </a:p>
                  </a:txBody>
                  <a:tcPr/>
                </a:tc>
              </a:tr>
              <a:tr h="386949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CT-7790-C7-COMMS-REV5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20:00–22:00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Uncertain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Check stale channel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VIZ::SemanticReport" descr="VisualizerSemanticReport:{&quot;authoring_schema&quot;:&quot;authoring-p0-v1&quot;,&quot;canvas&quot;:{&quot;height&quot;:2241,&quot;width&quot;:1600},&quot;crossFilter&quot;:null,&quot;crossFilters&quot;:[],&quot;datasets&quot;:[{&quot;fields&quot;:[{&quot;id&quot;:&quot;handoff_interval_1&quot;,&quot;name&quot;:&quot;Handoff interval&quot;,&quot;nullable&quot;:false,&quot;profile&quot;:{&quot;distinct&quot;:36,&quot;missing&quot;:0},&quot;semantic_tags&quot;:[],&quot;type&quot;:&quot;string&quot;},{&quot;id&quot;:&quot;interlock_zone_2&quot;,&quot;name&quot;:&quot;Interlock zone&quot;,&quot;nullable&quot;:false,&quot;profile&quot;:{&quot;distinct&quot;:3,&quot;missing&quot;:0},&quot;semantic_tags&quot;:[],&quot;type&quot;:&quot;datetime&quot;},{&quot;id&quot;:&quot;route_availability_percent_3&quot;,&quot;name&quot;:&quot;Route availability percent&quot;,&quot;nullable&quot;:false,&quot;profile&quot;:{&quot;distinct&quot;:14,&quot;missing&quot;:0},&quot;semantic_tags&quot;:[],&quot;type&quot;:&quot;number&quot;,&quot;unit&quot;:&quot;&quot;}],&quot;id&quot;:&quot;dataset-mujcoj32-4s41od&quot;,&quot;metadata&quot;:{&quot;header&quot;:{&quot;confidence&quot;:0.8333333333333334,&quot;present&quot;:true,&quot;source_row&quot;:0}},&quot;name&quot;:&quot;Pasted data&quot;,&quot;revision&quot;:1,&quot;rows&quot;:[[&quot;00:00–02:00 | East Junction IJ-4471&quot;,&quot;East Junction IJ-4471&quot;,98.1],[&quot;00:00–02:00 | North Portal NP-2206&quot;,&quot;North Portal NP-2206&quot;,99.5],[&quot;00:00–02:00 | River Cut RC-1802&quot;,&quot;River Cut RC-1802&quot;,99],[&quot;02:00–04:00 | East Junction IJ-4471&quot;,&quot;East Junction IJ-4471&quot;,98.4],[&quot;02:00–04:00 | North Portal NP-2206&quot;,&quot;North Portal NP-2206&quot;,99.6],[&quot;02:00–04:00 | River Cut RC-1802&quot;,&quot;River Cut RC-1802&quot;,99.1],[&quot;04:00–06:00 | East Junction IJ-4471&quot;,&quot;East Junction IJ-4471&quot;,98.2],[&quot;04:00–06:00 | North Portal NP-2206&quot;,&quot;North Portal NP-2206&quot;,99.7],[&quot;04:00–06:00 | River Cut RC-1802&quot;,&quot;River Cut RC-1802&quot;,99.2],[&quot;06:00–08:00 | East Junction IJ-4471&quot;,&quot;East Junction IJ-4471&quot;,98.9],[&quot;06:00–08:00 | North Portal NP-2206&quot;,&quot;North Portal NP-2206&quot;,99.7],[&quot;06:00–08:00 | River Cut RC-1802&quot;,&quot;River Cut RC-1802&quot;,99.4],[&quot;08:00–10:00 | East Junction IJ-4471&quot;,&quot;East Junction IJ-4471&quot;,99],[&quot;08:00–10:00 | North Portal NP-2206&quot;,&quot;North Portal NP-2206&quot;,99.8],[&quot;08:00–10:00 | River Cut RC-1802&quot;,&quot;River Cut RC-1802&quot;,99.4],[&quot;10:00–12:00 | East Junction IJ-4471&quot;,&quot;East Junction IJ-4471&quot;,99.1],[&quot;10:00–12:00 | North Portal NP-2206&quot;,&quot;North Portal NP-2206&quot;,99.8],[&quot;10:00–12:00 | River Cut RC-1802&quot;,&quot;River Cut RC-1802&quot;,99.6],[&quot;12:00–14:00 | East Junction IJ-4471&quot;,&quot;East Junction IJ-4471&quot;,99],[&quot;12:00–14:00 | North Portal NP-2206&quot;,&quot;North Portal NP-2206&quot;,99.9],[&quot;12:00–14:00 | River Cut RC-1802&quot;,&quot;River Cut RC-1802&quot;,99.5],[&quot;14:00–16:00 | East Junction IJ-4471&quot;,&quot;East Junction IJ-4471&quot;,99.2],[&quot;14:00–16:00 | North Portal NP-2206&quot;,&quot;North Portal NP-2206&quot;,99.9],[&quot;14:00–16:00 | River Cut RC-1802&quot;,&quot;River Cut RC-1802&quot;,99.7],[&quot;16:00–18:00 | East Junction IJ-4471&quot;,&quot;East Junction IJ-4471&quot;,99.4],[&quot;16:00–18:00 | North Portal NP-2206&quot;,&quot;North Portal NP-2206&quot;,99.9],[&quot;16:00–18:00 | River Cut RC-1802&quot;,&quot;River Cut RC-1802&quot;,99.7],[&quot;18:00–20:00 | East Junction IJ-4471&quot;,&quot;East Junction IJ-4471&quot;,99.2],[&quot;18:00–20:00 | North Portal NP-2206&quot;,&quot;North Portal NP-2206&quot;,99.8],[&quot;18:00–20:00 | River Cut RC-1802&quot;,&quot;River Cut RC-1802&quot;,99.6],[&quot;20:00–22:00 | East Junction IJ-4471&quot;,&quot;East Junction IJ-4471&quot;,99.5],[&quot;20:00–22:00 | North Portal NP-2206&quot;,&quot;North Portal NP-2206&quot;,99.9],[&quot;20:00–22:00 | River Cut RC-1802&quot;,&quot;River Cut RC-1802&quot;,99.8],[&quot;22:00–24:00 | East Junction IJ-4471&quot;,&quot;East Junction IJ-4471&quot;,99.3],[&quot;22:00–24:00 | North Portal NP-2206&quot;,&quot;North Portal NP-2206&quot;,99.8],[&quot;22:00–24:00 | River Cut RC-1802&quot;,&quot;River Cut RC-1802&quot;,99.7]],&quot;source&quot;:{&quot;imported_at&quot;:&quot;2026-09-27T05:00:37.406Z&quot;,&quot;kind&quot;:&quot;clipboard&quot;,&quot;label&quot;:&quot;TSV&quot;},&quot;warnings&quot;:[]}],&quot;groups&quot;:{},&quot;items&quot;:[{&quot;body&quot;:&quot;Corridor 7 is available, with a recurring East Junction reset risk.&quot;,&quot;composition_role&quot;:&quot;report_headline&quot;,&quot;element&quot;:&quot;Executive Statement&quot;,&quot;engine&quot;:&quot;TextEngine&quot;,&quot;groupId&quot;:null,&quot;h&quot;:109.76,&quot;id&quot;:&quot;c1&quot;,&quot;locked&quot;:false,&quot;message_role&quot;:&quot;Headline&quot;,&quot;order&quot;:0,&quot;section_id&quot;:&quot;opening&quot;,&quot;section_title&quot;:&quot;Operating summary&quot;,&quot;text&quot;:&quot;Corridor 7 is available, with a recurring East Junction reset risk.&quot;,&quot;title&quot;:&quot;Executive Statement&quot;,&quot;type&quot;:&quot;text&quot;,&quot;w&quot;:1059.44,&quot;weight&quot;:1,&quot;x&quot;:14,&quot;y&quot;:40,&quot;z&quot;:1},{&quot;body&quot;:&quot;Corridor 7 · 12 handoff intervals · 4 interlock zones · runbook 7C-OPS-184 · data frozen at 21:30 local.&quot;,&quot;composition_role&quot;:&quot;context&quot;,&quot;element&quot;:&quot;Body Narrative&quot;,&quot;engine&quot;:&quot;TextEngine&quot;,&quot;groupId&quot;:null,&quot;h&quot;:72,&quot;id&quot;:&quot;c2&quot;,&quot;locked&quot;:false,&quot;message_role&quot;:&quot;Context&quot;,&quot;order&quot;:1,&quot;section_id&quot;:&quot;opening&quot;,&quot;section_title&quot;:&quot;Operating summary&quot;,&quot;text&quot;:&quot;Corridor 7 · 12 handoff intervals · 4 interlock zones · runbook 7C-OPS-184 · data frozen at 21:30 local.&quot;,&quot;title&quot;:&quot;Report context&quot;,&quot;type&quot;:&quot;text&quot;,&quot;w&quot;:498.56,&quot;weight&quot;:1,&quot;x&quot;:1087.44,&quot;y&quot;:58.88,&quot;z&quot;:2},{&quot;capability_overrides&quot;:{&quot;target&quot;:99.5},&quot;composition_role&quot;:&quot;hero_metric&quot;,&quot;delta&quot;:1.1,&quot;element&quot;:&quot;Hero KPI&quot;,&quot;emphasis&quot;:&quot;hero&quot;,&quot;engine&quot;:&quot;MetricEngine&quot;,&quot;groupId&quot;:null,&quot;h&quot;:186,&quot;id&quot;:&quot;c3&quot;,&quot;locked&quot;:false,&quot;message_role&quot;:&quot;Supporting Evidence&quot;,&quot;order&quot;:2,&quot;section_id&quot;:&quot;performance&quot;,&quot;section_title&quot;:&quot;Performance&quot;,&quot;showTitle&quot;:true,&quot;target&quot;:99.5,&quot;title&quot;:&quot;Route availability&quot;,&quot;type&quot;:&quot;metric&quot;,&quot;unit&quot;:&quot;%&quot;,&quot;value&quot;:99.2,&quot;w&quot;:872.4800000000001,&quot;weight&quot;:1,&quot;x&quot;:14,&quot;y&quot;:2040.309882352941,&quot;z&quot;:3},{&quot;capability_overrides&quot;:{&quot;target&quot;:10},&quot;composition_role&quot;:&quot;hero_metric&quot;,&quot;delta&quot;:-7,&quot;element&quot;:&quot;Hero KPI&quot;,&quot;engine&quot;:&quot;MetricEngine&quot;,&quot;groupId&quot;:null,&quot;h&quot;:185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resets&quot;},&quot;order&quot;:3,&quot;section_id&quot;:&quot;performance&quot;,&quot;section_title&quot;:&quot;Performance&quot;,&quot;showTitle&quot;:true,&quot;target&quot;:10,&quot;title&quot;:&quot;Reset burden / 12 h&quot;,&quot;type&quot;:&quot;metric&quot;,&quot;unit&quot;:&quot;resets&quot;,&quot;value&quot;:19,&quot;w&quot;:685.52,&quot;weight&quot;:1,&quot;x&quot;:900.4800000000001,&quot;y&quot;:2040.809882352941,&quot;z&quot;:4},{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5,&quot;max&quot;:null,&quot;min&quot;:null,&quot;position&quot;:&quot;bottom&quot;,&quot;precision&quot;:null,&quot;rotation&quot;:35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Line Chart&quot;,&quot;dataset&quot;:{&quot;fields&quot;:[{&quot;id&quot;:&quot;handoff_interval_1&quot;,&quot;name&quot;:&quot;Handoff interval&quot;,&quot;nullable&quot;:false,&quot;profile&quot;:{&quot;distinct&quot;:36,&quot;missing&quot;:0},&quot;semantic_tags&quot;:[],&quot;type&quot;:&quot;string&quot;},{&quot;id&quot;:&quot;interlock_zone_2&quot;,&quot;name&quot;:&quot;Interlock zone&quot;,&quot;nullable&quot;:false,&quot;profile&quot;:{&quot;distinct&quot;:3,&quot;missing&quot;:0},&quot;semantic_tags&quot;:[],&quot;type&quot;:&quot;datetime&quot;},{&quot;id&quot;:&quot;route_availability_percent_3&quot;,&quot;name&quot;:&quot;Route availability percent&quot;,&quot;nullable&quot;:false,&quot;profile&quot;:{&quot;distinct&quot;:14,&quot;missing&quot;:0},&quot;semantic_tags&quot;:[],&quot;type&quot;:&quot;number&quot;,&quot;unit&quot;:&quot;&quot;}],&quot;id&quot;:&quot;dataset-mujcoj32-4s41od&quot;,&quot;metadata&quot;:{&quot;header&quot;:{&quot;confidence&quot;:0.8333333333333334,&quot;present&quot;:true,&quot;source_row&quot;:0}},&quot;name&quot;:&quot;Pasted data&quot;,&quot;revision&quot;:1,&quot;rows&quot;:[[&quot;00:00–02:00 | East Junction IJ-4471&quot;,&quot;East Junction IJ-4471&quot;,98.1],[&quot;00:00–02:00 | North Portal NP-2206&quot;,&quot;North Portal NP-2206&quot;,99.5],[&quot;00:00–02:00 | River Cut RC-1802&quot;,&quot;River Cut RC-1802&quot;,99],[&quot;02:00–04:00 | East Junction IJ-4471&quot;,&quot;East Junction IJ-4471&quot;,98.4],[&quot;02:00–04:00 | North Portal NP-2206&quot;,&quot;North Portal NP-2206&quot;,99.6],[&quot;02:00–04:00 | River Cut RC-1802&quot;,&quot;River Cut RC-1802&quot;,99.1],[&quot;04:00–06:00 | East Junction IJ-4471&quot;,&quot;East Junction IJ-4471&quot;,98.2],[&quot;04:00–06:00 | North Portal NP-2206&quot;,&quot;North Portal NP-2206&quot;,99.7],[&quot;04:00–06:00 | River Cut RC-1802&quot;,&quot;River Cut RC-1802&quot;,99.2],[&quot;06:00–08:00 | East Junction IJ-4471&quot;,&quot;East Junction IJ-4471&quot;,98.9],[&quot;06:00–08:00 | North Portal NP-2206&quot;,&quot;North Portal NP-2206&quot;,99.7],[&quot;06:00–08:00 | River Cut RC-1802&quot;,&quot;River Cut RC-1802&quot;,99.4],[&quot;08:00–10:00 | East Junction IJ-4471&quot;,&quot;East Junction IJ-4471&quot;,99],[&quot;08:00–10:00 | North Portal NP-2206&quot;,&quot;North Portal NP-2206&quot;,99.8],[&quot;08:00–10:00 | River Cut RC-1802&quot;,&quot;River Cut RC-1802&quot;,99.4],[&quot;10:00–12:00 | East Junction IJ-4471&quot;,&quot;East Junction IJ-4471&quot;,99.1],[&quot;10:00–12:00 | North Portal NP-2206&quot;,&quot;North Portal NP-2206&quot;,99.8],[&quot;10:00–12:00 | River Cut RC-1802&quot;,&quot;River Cut RC-1802&quot;,99.6],[&quot;12:00–14:00 | East Junction IJ-4471&quot;,&quot;East Junction IJ-4471&quot;,99],[&quot;12:00–14:00 | North Portal NP-2206&quot;,&quot;North Portal NP-2206&quot;,99.9],[&quot;12:00–14:00 | River Cut RC-1802&quot;,&quot;River Cut RC-1802&quot;,99.5],[&quot;14:00–16:00 | East Junction IJ-4471&quot;,&quot;East Junction IJ-4471&quot;,99.2],[&quot;14:00–16:00 | North Portal NP-2206&quot;,&quot;North Portal NP-2206&quot;,99.9],[&quot;14:00–16:00 | River Cut RC-1802&quot;,&quot;River Cut RC-1802&quot;,99.7],[&quot;16:00–18:00 | East Junction IJ-4471&quot;,&quot;East Junction IJ-4471&quot;,99.4],[&quot;16:00–18:00 | North Portal NP-2206&quot;,&quot;North Portal NP-2206&quot;,99.9],[&quot;16:00–18:00 | River Cut RC-1802&quot;,&quot;River Cut RC-1802&quot;,99.7],[&quot;18:00–20:00 | East Junction IJ-4471&quot;,&quot;East Junction IJ-4471&quot;,99.2],[&quot;18:00–20:00 | North Portal NP-2206&quot;,&quot;North Portal NP-2206&quot;,99.8],[&quot;18:00–20:00 | River Cut RC-1802&quot;,&quot;River Cut RC-1802&quot;,99.6],[&quot;20:00–22:00 | East Junction IJ-4471&quot;,&quot;East Junction IJ-4471&quot;,99.5],[&quot;20:00–22:00 | North Portal NP-2206&quot;,&quot;North Portal NP-2206&quot;,99.9],[&quot;20:00–22:00 | River Cut RC-1802&quot;,&quot;River Cut RC-1802&quot;,99.8],[&quot;22:00–24:00 | East Junction IJ-4471&quot;,&quot;East Junction IJ-4471&quot;,99.3],[&quot;22:00–24:00 | North Portal NP-2206&quot;,&quot;North Portal NP-2206&quot;,99.8],[&quot;22:00–24:00 | River Cut RC-1802&quot;,&quot;River Cut RC-1802&quot;,99.7]],&quot;source&quot;:{&quot;imported_at&quot;:&quot;2026-09-27T05:00:37.406Z&quot;,&quot;kind&quot;:&quot;clipboard&quot;,&quot;label&quot;:&quot;TSV&quot;},&quot;warnings&quot;:[]},&quot;dataset_id&quot;:&quot;dataset-mujcoj32-4s41od&quot;,&quot;engineering&quot;:{&quot;L&quot;:3,&quot;h&quot;:5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category&quot;:&quot;handoff_interval_1&quot;,&quot;value&quot;:&quot;route_availability_percent_3&quot;,&quot;x&quot;:&quot;handoff_interval_1&quot;,&quot;y&quot;:&quot;route_availability_percent_3&quot;},&quot;recipe&quot;:null,&quot;recommendations&quot;:[{&quot;confidence&quot;:0.93,&quot;mapping&quot;:{&quot;category&quot;:&quot;handoff_interval_1&quot;,&quot;value&quot;:&quot;route_availability_percent_3&quot;,&quot;x&quot;:&quot;handoff_interval_1&quot;,&quot;y&quot;:&quot;route_availability_percent_3&quot;},&quot;reason&quot;:&quot;A horizontal field and numeric measure are available.&quot;,&quot;type&quot;:&quot;Line Chart&quot;},{&quot;confidence&quot;:0.9,&quot;mapping&quot;:{&quot;category&quot;:&quot;handoff_interval_1&quot;,&quot;value&quot;:&quot;route_availability_percent_3&quot;,&quot;x&quot;:&quot;handoff_interval_1&quot;,&quot;y&quot;:&quot;route_availability_percent_3&quot;},&quot;reason&quot;:&quot;A shared axis can compare multiple runs when a series field is available.&quot;,&quot;type&quot;:&quot;Multi-Line&quot;},{&quot;confidence&quot;:0.9,&quot;mapping&quot;:{&quot;category&quot;:&quot;handoff_interval_1&quot;,&quot;value&quot;:&quot;route_availability_percent_3&quot;,&quot;x&quot;:&quot;handoff_interval_1&quot;,&quot;y&quot;:&quot;route_availability_percent_3&quot;},&quot;reason&quot;:&quot;A category and measured value are available.&quot;,&quot;type&quot;:&quot;Vertical Bar&quot;},{&quot;confidence&quot;:0.87,&quot;mapping&quot;:{&quot;category&quot;:&quot;handoff_interval_1&quot;,&quot;value&quot;:&quot;route_availability_percent_3&quot;,&quot;x&quot;:&quot;handoff_interval_1&quot;,&quot;y&quot;:&quot;route_availability_percent_3&quot;},&quot;reason&quot;:&quot;The same trend mapping can show accumulated movement.&quot;,&quot;type&quot;:&quot;Area Chart&quot;},{&quot;confidence&quot;:0.82,&quot;mapping&quot;:{&quot;category&quot;:&quot;handoff_interval_1&quot;,&quot;value&quot;:&quot;route_availability_percent_3&quot;,&quot;x&quot;:&quot;handoff_interval_1&quot;,&quot;y&quot;:&quot;route_availability_percent_3&quot;},&quot;reason&quot;:&quot;A horizontal ranking keeps category labels readable.&quot;,&quot;type&quot;:&quot;Horizontal Bar&quot;},{&quot;confidence&quot;:0.8,&quot;mapping&quot;:{&quot;category&quot;:&quot;handoff_interval_1&quot;,&quot;value&quot;:&quot;route_availability_percent_3&quot;,&quot;x&quot;:&quot;handoff_interval_1&quot;,&quot;y&quot;:&quot;route_availability_percent_3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route_availability_percent_3&quot;,&quot;id&quot;:&quot;series-1&quot;,&quot;label&quot;:&quot;Route availability percent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horizontal field and numeric measure are available.&quot;},&quot;composition_role&quot;:&quot;primary_analysis&quot;,&quot;data&quot;:[[&quot;00:00–02:00 | East Junction IJ-4471&quot;,98.1],[&quot;00:00–02:00 | North Portal NP-2206&quot;,99.5],[&quot;00:00–02:00 | River Cut RC-1802&quot;,99],[&quot;02:00–04:00 | East Junction IJ-4471&quot;,98.4],[&quot;02:00–04:00 | North Portal NP-2206&quot;,99.6],[&quot;02:00–04:00 | River Cut RC-1802&quot;,99.1],[&quot;04:00–06:00 | East Junction IJ-4471&quot;,98.2],[&quot;04:00–06:00 | North Portal NP-2206&quot;,99.7],[&quot;04:00–06:00 | River Cut RC-1802&quot;,99.2],[&quot;06:00–08:00 | East Junction IJ-4471&quot;,98.9],[&quot;06:00–08:00 | North Portal NP-2206&quot;,99.7],[&quot;06:00–08:00 | River Cut RC-1802&quot;,99.4],[&quot;08:00–10:00 | East Junction IJ-4471&quot;,99],[&quot;08:00–10:00 | North Portal NP-2206&quot;,99.8],[&quot;08:00–10:00 | River Cut RC-1802&quot;,99.4],[&quot;10:00–12:00 | East Junction IJ-4471&quot;,99.1],[&quot;10:00–12:00 | North Portal NP-2206&quot;,99.8],[&quot;10:00–12:00 | River Cut RC-1802&quot;,99.6],[&quot;12:00–14:00 | East Junction IJ-4471&quot;,99],[&quot;12:00–14:00 | North Portal NP-2206&quot;,99.9],[&quot;12:00–14:00 | River Cut RC-1802&quot;,99.5],[&quot;14:00–16:00 | East Junction IJ-4471&quot;,99.2],[&quot;14:00–16:00 | North Portal NP-2206&quot;,99.9],[&quot;14:00–16:00 | River Cut RC-1802&quot;,99.7],[&quot;16:00–18:00 | East Junction IJ-4471&quot;,99.4],[&quot;16:00–18:00 | North Portal NP-2206&quot;,99.9],[&quot;16:00–18:00 | River Cut RC-1802&quot;,99.7],[&quot;18:00–20:00 | East Junction IJ-4471&quot;,99.2],[&quot;18:00–20:00 | North Portal NP-2206&quot;,99.8],[&quot;18:00–20:00 | River Cut RC-1802&quot;,99.6],[&quot;20:00–22:00 | East Junction IJ-4471&quot;,99.5],[&quot;20:00–22:00 | North Portal NP-2206&quot;,99.9],[&quot;20:00–22:00 | River Cut RC-1802&quot;,99.8],[&quot;22:00–24:00 | East Junction IJ-4471&quot;,99.3],[&quot;22:00–24:00 | North Portal NP-2206&quot;,99.8],[&quot;22:00–24:00 | River Cut RC-1802&quot;,99.7]],&quot;dataset_id&quot;:&quot;dataset-mujcoj32-4s41od&quot;,&quot;element&quot;:&quot;Line Chart&quot;,&quot;engine&quot;:&quot;CoreChartEngine&quot;,&quot;groupId&quot;:null,&quot;h&quot;:393.16588235294125,&quot;id&quot;:&quot;c5&quot;,&quot;locked&quot;:false,&quot;mapping&quot;:{&quot;category&quot;:&quot;handoff_interval_1&quot;,&quot;value&quot;:&quot;route_availability_percent_3&quot;,&quot;x&quot;:&quot;handoff_interval_1&quot;,&quot;y&quot;:&quot;route_availability_percent_3&quot;},&quot;message_role&quot;:&quot;Primary Evidence&quot;,&quot;order&quot;:4,&quot;rows&quot;:[{&quot;label&quot;:&quot;00:00–02:00 | East Junction IJ-4471&quot;,&quot;value&quot;:98.1},{&quot;label&quot;:&quot;00:00–02:00 | North Portal NP-2206&quot;,&quot;value&quot;:99.5},{&quot;label&quot;:&quot;00:00–02:00 | River Cut RC-1802&quot;,&quot;value&quot;:99},{&quot;label&quot;:&quot;02:00–04:00 | East Junction IJ-4471&quot;,&quot;value&quot;:98.4},{&quot;label&quot;:&quot;02:00–04:00 | North Portal NP-2206&quot;,&quot;value&quot;:99.6},{&quot;label&quot;:&quot;02:00–04:00 | River Cut RC-1802&quot;,&quot;value&quot;:99.1},{&quot;label&quot;:&quot;04:00–06:00 | East Junction IJ-4471&quot;,&quot;value&quot;:98.2},{&quot;label&quot;:&quot;04:00–06:00 | North Portal NP-2206&quot;,&quot;value&quot;:99.7},{&quot;label&quot;:&quot;04:00–06:00 | River Cut RC-1802&quot;,&quot;value&quot;:99.2},{&quot;label&quot;:&quot;06:00–08:00 | East Junction IJ-4471&quot;,&quot;value&quot;:98.9},{&quot;label&quot;:&quot;06:00–08:00 | North Portal NP-2206&quot;,&quot;value&quot;:99.7},{&quot;label&quot;:&quot;06:00–08:00 | River Cut RC-1802&quot;,&quot;value&quot;:99.4},{&quot;label&quot;:&quot;08:00–10:00 | East Junction IJ-4471&quot;,&quot;value&quot;:99},{&quot;label&quot;:&quot;08:00–10:00 | North Portal NP-2206&quot;,&quot;value&quot;:99.8},{&quot;label&quot;:&quot;08:00–10:00 | River Cut RC-1802&quot;,&quot;value&quot;:99.4},{&quot;label&quot;:&quot;10:00–12:00 | East Junction IJ-4471&quot;,&quot;value&quot;:99.1},{&quot;label&quot;:&quot;10:00–12:00 | North Portal NP-2206&quot;,&quot;value&quot;:99.8},{&quot;label&quot;:&quot;10:00–12:00 | River Cut RC-1802&quot;,&quot;value&quot;:99.6},{&quot;label&quot;:&quot;12:00–14:00 | East Junction IJ-4471&quot;,&quot;value&quot;:99},{&quot;label&quot;:&quot;12:00–14:00 | North Portal NP-2206&quot;,&quot;value&quot;:99.9},{&quot;label&quot;:&quot;12:00–14:00 | River Cut RC-1802&quot;,&quot;value&quot;:99.5},{&quot;label&quot;:&quot;14:00–16:00 | East Junction IJ-4471&quot;,&quot;value&quot;:99.2},{&quot;label&quot;:&quot;14:00–16:00 | North Portal NP-2206&quot;,&quot;value&quot;:99.9},{&quot;label&quot;:&quot;14:00–16:00 | River Cut RC-1802&quot;,&quot;value&quot;:99.7},{&quot;label&quot;:&quot;16:00–18:00 | East Junction IJ-4471&quot;,&quot;value&quot;:99.4},{&quot;label&quot;:&quot;16:00–18:00 | North Portal NP-2206&quot;,&quot;value&quot;:99.9},{&quot;label&quot;:&quot;16:00–18:00 | River Cut RC-1802&quot;,&quot;value&quot;:99.7},{&quot;label&quot;:&quot;18:00–20:00 | East Junction IJ-4471&quot;,&quot;value&quot;:99.2},{&quot;label&quot;:&quot;18:00–20:00 | North Portal NP-2206&quot;,&quot;value&quot;:99.8},{&quot;label&quot;:&quot;18:00–20:00 | River Cut RC-1802&quot;,&quot;value&quot;:99.6},{&quot;label&quot;:&quot;20:00–22:00 | East Junction IJ-4471&quot;,&quot;value&quot;:99.5},{&quot;label&quot;:&quot;20:00–22:00 | North Portal NP-2206&quot;,&quot;value&quot;:99.9},{&quot;label&quot;:&quot;20:00–22:00 | River Cut RC-1802&quot;,&quot;value&quot;:99.8},{&quot;label&quot;:&quot;22:00–24:00 | East Junction IJ-4471&quot;,&quot;value&quot;:99.3},{&quot;label&quot;:&quot;22:00–24:00 | North Portal NP-2206&quot;,&quot;value&quot;:99.8},{&quot;label&quot;:&quot;22:00–24:00 | River Cut RC-1802&quot;,&quot;value&quot;:99.7}],&quot;section_id&quot;:&quot;analysis&quot;,&quot;section_title&quot;:&quot;Analysis&quot;,&quot;showTitle&quot;:true,&quot;statistical_result&quot;:null,&quot;title&quot;:&quot;Availability by interval and interlock zone&quot;,&quot;transform_recipe&quot;:{&quot;steps&quot;:[]},&quot;type&quot;:&quot;chart&quot;,&quot;w&quot;:810.1600000000001,&quot;weight&quot;:1,&quot;x&quot;:775.8399999999999,&quot;y&quot;:183.76,&quot;z&quot;:5},{&quot;composition_role&quot;:&quot;detailed_evidence&quot;,&quot;customTable&quot;:{&quot;headers&quot;:[&quot;Asset identifier / zone&quot;,&quot;Window&quot;,&quot;Reset count&quot;,&quot;Current status&quot;,&quot;Release condition&quot;],&quot;rows&quot;:[[&quot;IJ-4471-EJ-AXC-REV4&quot;,&quot;00:00–04:00&quot;,7,&quot;Watch&quot;,&quot;Axle-counter freshness&quot;],[&quot;NP-2206-NP-IXL-REV2&quot;,&quot;00:00–24:00&quot;,0,&quot;Stable&quot;,&quot;None&quot;],[&quot;RC-1802-RC-TXP-REV6&quot;,&quot;00:00–24:00&quot;,2,&quot;Stable&quot;,&quot;Next patrol&quot;],[&quot;IJ-4471-EJ-RELAY-REV4&quot;,&quot;08:00 possession&quot;,0,&quot;Changed&quot;,&quot;Two-window retest&quot;],[&quot;IJ-4471-EJ-CAB-REV3&quot;,&quot;18:00–20:00&quot;,4,&quot;Open&quot;,&quot;Inspect connector torque&quot;],[&quot;CT-7790-C7-COMMS-REV5&quot;,&quot;20:00–22:00&quot;,1,&quot;Uncertain&quot;,&quot;Check stale channel&quot;]]},&quot;element&quot;:&quot;Clean Table&quot;,&quot;engine&quot;:&quot;TableEngine&quot;,&quot;groupId&quot;:null,&quot;h&quot;:497.87199999999996,&quot;id&quot;:&quot;c7&quot;,&quot;locked&quot;:false,&quot;message_role&quot;:&quot;Primary Evidence&quot;,&quot;order&quot;:7,&quot;rows&quot;:[[&quot;IJ-4471-EJ-AXC-REV4&quot;,&quot;00:00–04:00&quot;,7,&quot;Watch&quot;,&quot;Axle-counter freshness&quot;],[&quot;NP-2206-NP-IXL-REV2&quot;,&quot;00:00–24:00&quot;,0,&quot;Stable&quot;,&quot;None&quot;],[&quot;RC-1802-RC-TXP-REV6&quot;,&quot;00:00–24:00&quot;,2,&quot;Stable&quot;,&quot;Next patrol&quot;],[&quot;IJ-4471-EJ-RELAY-REV4&quot;,&quot;08:00 possession&quot;,0,&quot;Changed&quot;,&quot;Two-window retest&quot;],[&quot;IJ-4471-EJ-CAB-REV3&quot;,&quot;18:00–20:00&quot;,4,&quot;Open&quot;,&quot;Inspect connector torque&quot;],[&quot;CT-7790-C7-COMMS-REV5&quot;,&quot;20:00–22:00&quot;,1,&quot;Uncertain&quot;,&quot;Check stale channel&quot;]],&quot;section_id&quot;:&quot;evidence&quot;,&quot;section_title&quot;:&quot;Operating evidence&quot;,&quot;showTitle&quot;:true,&quot;title&quot;:&quot;Operating evidence · D&quot;,&quot;type&quot;:&quot;table&quot;,&quot;w&quot;:1572,&quot;weight&quot;:1,&quot;x&quot;:14,&quot;y&quot;:788.9258823529412,&quot;z&quot;:7},{&quot;composition_role&quot;:&quot;causal_evidence&quot;,&quot;edges&quot;:[[&quot;Supervise East Junction&quot;,&quot;Retest relay and axle counter&quot;],[&quot;Retest relay and axle counter&quot;,&quot;Compare reset window&quot;],[&quot;Compare reset window&quot;,&quot;Release route or extend watch&quot;]],&quot;element&quot;:&quot;Process Flow&quot;,&quot;engine&quot;:&quot;DiagramEngine&quot;,&quot;groupId&quot;:null,&quot;h&quot;:170,&quot;id&quot;:&quot;c8&quot;,&quot;locked&quot;:false,&quot;message_role&quot;:&quot;Primary Evidence&quot;,&quot;nodes&quot;:[&quot;Supervise East Junction&quot;,&quot;Retest relay and axle counter&quot;,&quot;Compare reset window&quot;,&quot;Release route or extend watch&quot;],&quot;order&quot;:6,&quot;section_id&quot;:&quot;evidence&quot;,&quot;section_title&quot;:&quot;Response workflow&quot;,&quot;title&quot;:&quot;Process Flow&quot;,&quot;type&quot;:&quot;diagram&quot;,&quot;w&quot;:821.28,&quot;weight&quot;:1,&quot;x&quot;:389.36,&quot;y&quot;:610.9258823529412,&quot;z&quot;:8},{&quot;composition_role&quot;:&quot;detailed_evidence&quot;,&quot;detail&quot;:&quot;East Junction remains the only zone with repeat resets; a stale channel may hide one event.&quot;,&quot;element&quot;:&quot;Evidence Card&quot;,&quot;engine&quot;:&quot;EvidenceCompositeEngine&quot;,&quot;groupId&quot;:null,&quot;h&quot;:296.032,&quot;id&quot;:&quot;c9&quot;,&quot;locked&quot;:false,&quot;message_role&quot;:&quot;Primary Evidence&quot;,&quot;order&quot;:8,&quot;section_id&quot;:&quot;evidence&quot;,&quot;section_title&quot;:&quot;Operating evidence&quot;,&quot;showTitle&quot;:true,&quot;statement&quot;:&quot;Relay change reduced resets in the paired interval&quot;,&quot;status&quot;:&quot;Open&quot;,&quot;title&quot;:&quot;Evidence Card&quot;,&quot;type&quot;:&quot;evidence&quot;,&quot;w&quot;:1572,&quot;weight&quot;:1,&quot;x&quot;:14,&quot;y&quot;:1298.797882352941,&quot;z&quot;:9},{&quot;composition_role&quot;:&quot;decision_risk&quot;,&quot;detail&quot;:&quot;Fault recurrence is localized but the reset trend and stale channel conflict; do not close the corrective action on aggregate availability alone.&quot;,&quot;element&quot;:&quot;Risk Callout&quot;,&quot;engine&quot;:&quot;DecisionCompositeEngine&quot;,&quot;groupId&quot;:null,&quot;h&quot;:175,&quot;id&quot;:&quot;c10&quot;,&quot;locked&quot;:false,&quot;message_role&quot;:&quot;Risk&quot;,&quot;order&quot;:9,&quot;section_id&quot;:&quot;decision&quot;,&quot;section_title&quot;:&quot;Decision&quot;,&quot;showTitle&quot;:true,&quot;statement&quot;:&quot;Keep East Junction under supervised release&quot;,&quot;status&quot;:&quot;Monitor&quot;,&quot;title&quot;:&quot;Risk Callout&quot;,&quot;type&quot;:&quot;decision&quot;,&quot;w&quot;:1572,&quot;weight&quot;:1,&quot;x&quot;:14,&quot;y&quot;:1628.829882352941,&quot;z&quot;:10},{&quot;composition_role&quot;:&quot;action_status&quot;,&quot;detail&quot;:&quot;Owner: Rail Systems Operations · possession 2026-09-27 01:00 · evidence due before route release.&quot;,&quot;element&quot;:&quot;Project Card&quot;,&quot;engine&quot;:&quot;ProjectCompositeEngine&quot;,&quot;groupId&quot;:null,&quot;h&quot;:168.48000000000002,&quot;id&quot;:&quot;c11&quot;,&quot;locked&quot;:false,&quot;message_role&quot;:&quot;Action&quot;,&quot;order&quot;:10,&quot;section_id&quot;:&quot;delivery&quot;,&quot;section_title&quot;:&quot;Next steps&quot;,&quot;showTitle&quot;:true,&quot;statement&quot;:&quot;Corridor 7 East Junction watch&quot;,&quot;status&quot;:&quot;In progress&quot;,&quot;title&quot;:&quot;Project Card&quot;,&quot;type&quot;:&quot;project&quot;,&quot;w&quot;:1572,&quot;weight&quot;:1,&quot;x&quot;:14,&quot;y&quot;:1837.829882352941,&quot;z&quot;:11},{&quot;body&quot;:&quot;Aggregate route availability recovered from 98.1% to 99.2% after relay replacement, but East Junction still accounts for 14 of 19 resets. The four-zone sample masks one intermittently stale axle-counter channel; the overnight possession is a useful verification window but does not establish a durable repair.&quot;,&quot;composition_role&quot;:&quot;narrative_interpretation&quot;,&quot;element&quot;:&quot;Body Narrative&quot;,&quot;engine&quot;:&quot;TextEngine&quot;,&quot;groupId&quot;:null,&quot;h&quot;:240,&quot;id&quot;:&quot;c12&quot;,&quot;locked&quot;:false,&quot;message_role&quot;:&quot;Context&quot;,&quot;order&quot;:5,&quot;section_id&quot;:&quot;analysis&quot;,&quot;section_title&quot;:&quot;Shift interpretation&quot;,&quot;showTitle&quot;:true,&quot;text&quot;:&quot;Aggregate route availability recovered from 98.1% to 99.2% after relay replacement, but East Junction still accounts for 14 of 19 resets. The four-zone sample masks one intermittently stale axle-counter channel; the overnight possession is a useful verification window but does not establish a durable repair.&quot;,&quot;title&quot;:&quot;Shift interpretation&quot;,&quot;type&quot;:&quot;text&quot;,&quot;w&quot;:747.8399999999999,&quot;weight&quot;:1,&quot;x&quot;:14,&quot;y&quot;:322.3429411764706,&quot;z&quot;:12}],&quot;layoutPreset&quot;:&quot;technical&quot;,&quot;mode&quot;:&quot;guided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DiagramTitle::Process Flow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512064" y="384048"/>
            <a:ext cx="7680557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 · Continued 1/1</a:t>
            </a:r>
          </a:p>
        </p:txBody>
      </p:sp>
      <p:sp>
        <p:nvSpPr>
          <p:cNvPr id="3" name="VIZ::Process Flow::Supervise East Junction::node-1" descr="VisualizerDiagramNode:{&quot;item_id&quot;:&quot;c8&quot;,&quot;node_index&quot;:0,&quot;label&quot;:&quot;Supervise East Junction&quot;,&quot;page&quot;:1,&quot;page_count&quot;:1,&quot;direction&quot;:&quot;right&quot;}"/>
          <p:cNvSpPr/>
          <p:nvPr/>
        </p:nvSpPr>
        <p:spPr>
          <a:xfrm>
            <a:off x="512064" y="5967983"/>
            <a:ext cx="176926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Supervise East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Junction</a:t>
            </a:r>
          </a:p>
        </p:txBody>
      </p:sp>
      <p:sp>
        <p:nvSpPr>
          <p:cNvPr id="4" name="VIZ::Process Flow::Retest relay and axle counter::node-2" descr="VisualizerDiagramNode:{&quot;item_id&quot;:&quot;c8&quot;,&quot;node_index&quot;:1,&quot;label&quot;:&quot;Retest relay and axle counter&quot;,&quot;page&quot;:1,&quot;page_count&quot;:1,&quot;direction&quot;:&quot;right&quot;}"/>
          <p:cNvSpPr/>
          <p:nvPr/>
        </p:nvSpPr>
        <p:spPr>
          <a:xfrm>
            <a:off x="2482495" y="5967983"/>
            <a:ext cx="176926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Retest relay and axle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counter</a:t>
            </a:r>
          </a:p>
        </p:txBody>
      </p:sp>
      <p:sp>
        <p:nvSpPr>
          <p:cNvPr id="5" name="VIZ::Process Flow::Compare reset window::node-3" descr="VisualizerDiagramNode:{&quot;item_id&quot;:&quot;c8&quot;,&quot;node_index&quot;:2,&quot;label&quot;:&quot;Compare reset window&quot;,&quot;page&quot;:1,&quot;page_count&quot;:1,&quot;direction&quot;:&quot;right&quot;}"/>
          <p:cNvSpPr/>
          <p:nvPr/>
        </p:nvSpPr>
        <p:spPr>
          <a:xfrm>
            <a:off x="4452926" y="5967983"/>
            <a:ext cx="176926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Compare reset window</a:t>
            </a:r>
          </a:p>
        </p:txBody>
      </p:sp>
      <p:sp>
        <p:nvSpPr>
          <p:cNvPr id="6" name="VIZ::Process Flow::Release route or extend watch::node-4" descr="VisualizerDiagramNode:{&quot;item_id&quot;:&quot;c8&quot;,&quot;node_index&quot;:3,&quot;label&quot;:&quot;Release route or extend watch&quot;,&quot;page&quot;:1,&quot;page_count&quot;:1,&quot;direction&quot;:&quot;right&quot;}"/>
          <p:cNvSpPr/>
          <p:nvPr/>
        </p:nvSpPr>
        <p:spPr>
          <a:xfrm>
            <a:off x="6423357" y="5967983"/>
            <a:ext cx="176926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Release route or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extend watch</a:t>
            </a:r>
          </a:p>
        </p:txBody>
      </p:sp>
      <p:cxnSp>
        <p:nvCxnSpPr>
          <p:cNvPr id="7" name="VIZ::DiagramEdge::Process Flow::1" descr="VisualizerSemanticEdge:{&quot;item_id&quot;:&quot;c8&quot;,&quot;edge_index&quot;:0,&quot;source&quot;:&quot;Supervise East Junction&quot;,&quot;target&quot;:&quot;Retest relay and axle counter&quot;,&quot;continuation&quot;:false}"/>
          <p:cNvCxnSpPr/>
          <p:nvPr/>
        </p:nvCxnSpPr>
        <p:spPr>
          <a:xfrm>
            <a:off x="2285899" y="621487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VIZ::DiagramEdge::Process Flow::2" descr="VisualizerSemanticEdge:{&quot;item_id&quot;:&quot;c8&quot;,&quot;edge_index&quot;:1,&quot;source&quot;:&quot;Retest relay and axle counter&quot;,&quot;target&quot;:&quot;Compare reset window&quot;,&quot;continuation&quot;:false}"/>
          <p:cNvCxnSpPr/>
          <p:nvPr/>
        </p:nvCxnSpPr>
        <p:spPr>
          <a:xfrm>
            <a:off x="4256330" y="621487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IZ::DiagramEdge::Process Flow::3" descr="VisualizerSemanticEdge:{&quot;item_id&quot;:&quot;c8&quot;,&quot;edge_index&quot;:2,&quot;source&quot;:&quot;Compare reset window&quot;,&quot;target&quot;:&quot;Release route or extend watch&quot;,&quot;continuation&quot;:false}"/>
          <p:cNvCxnSpPr/>
          <p:nvPr/>
        </p:nvCxnSpPr>
        <p:spPr>
          <a:xfrm>
            <a:off x="6226761" y="621487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