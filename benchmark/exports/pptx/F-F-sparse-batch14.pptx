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1216151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Completion of release checks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Completion</c:v>
                </c:pt>
              </c:strCache>
            </c:strRef>
          </c:tx>
          <c:spPr>
            <a:solidFill>
              <a:srgbClr val="1769D1"/>
            </a:solidFill>
          </c:spPr>
          <c:cat>
            <c:strRef>
              <c:f>Sheet1!$A$2:$A$4</c:f>
              <c:strCache>
                <c:ptCount val="3"/>
                <c:pt idx="0">
                  <c:v>Filter integrity</c:v>
                </c:pt>
                <c:pt idx="1">
                  <c:v>Fill volume</c:v>
                </c:pt>
                <c:pt idx="2">
                  <c:v>Sterility assay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Release decision" title="Visembler report text roles: text heading, report headline" descr="VisualizerSemantic:{&quot;body&quot;:&quot;Hold batch 14 until the missing sterility assay is reviewed.&quot;,&quot;composition_role&quot;:&quot;report_headline&quot;,&quot;element&quot;:&quot;Hero Title&quot;,&quot;engine&quot;:&quot;TextEngine&quot;,&quot;groupId&quot;:null,&quot;h&quot;:147.0,&quot;id&quot;:&quot;c1&quot;,&quot;locked&quot;:false,&quot;message_role&quot;:&quot;Headline&quot;,&quot;order&quot;:0,&quot;section_id&quot;:&quot;opening&quot;,&quot;section_title&quot;:&quot;Overview&quot;,&quot;showTitle&quot;:true,&quot;text&quot;:&quot;Hold batch 14 until the missing sterility assay is reviewed.&quot;,&quot;textAlign&quot;:&quot;left&quot;,&quot;title&quot;:&quot;Release decision&quot;,&quot;type&quot;:&quot;text&quot;,&quot;w&quot;:1059.44,&quot;weight&quot;:1.1,&quot;x&quot;:14.0,&quot;y&quot;:40.0,&quot;z&quot;:1}"/>
          <p:cNvSpPr/>
          <p:nvPr/>
        </p:nvSpPr>
        <p:spPr>
          <a:xfrm>
            <a:off x="106679" y="304800"/>
            <a:ext cx="8072932" cy="11201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25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Release decision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Hold batch 14 until the missing sterility assay is reviewed.</a:t>
            </a:r>
          </a:p>
        </p:txBody>
      </p:sp>
      <p:sp>
        <p:nvSpPr>
          <p:cNvPr id="3" name="VIZ::Release rationale" title="Visembler report text roles: text heading, context subhead" descr="VisualizerSemantic:{&quot;body&quot;:&quot;Sterile fill suite 3 · batch SF-14-0826 · release review · laboratory packet received 26 Sep 2026.&quot;,&quot;composition_role&quot;:&quot;context&quot;,&quot;element&quot;:&quot;Body Narrative&quot;,&quot;engine&quot;:&quot;TextEngine&quot;,&quot;groupId&quot;:null,&quot;h&quot;:152.0,&quot;id&quot;:&quot;c2&quot;,&quot;locked&quot;:false,&quot;message_role&quot;:&quot;Context&quot;,&quot;order&quot;:1,&quot;section_id&quot;:&quot;opening&quot;,&quot;section_title&quot;:&quot;Overview&quot;,&quot;showTitle&quot;:true,&quot;text&quot;:&quot;Sterile fill suite 3 · batch SF-14-0826 · release review · laboratory packet received 26 Sep 2026.&quot;,&quot;textAlign&quot;:&quot;left&quot;,&quot;title&quot;:&quot;Release rationale&quot;,&quot;type&quot;:&quot;text&quot;,&quot;w&quot;:498.56,&quot;weight&quot;:1.1,&quot;x&quot;:1087.44,&quot;y&quot;:40.0,&quot;z&quot;:2}"/>
          <p:cNvSpPr/>
          <p:nvPr/>
        </p:nvSpPr>
        <p:spPr>
          <a:xfrm>
            <a:off x="8286291" y="304800"/>
            <a:ext cx="3799027" cy="115824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66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Release rationale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374A60"/>
                </a:solidFill>
                <a:latin typeface="Arial Narrow"/>
              </a:rPr>
              <a:t>Sterile fill suite 3 · batch SF-14-0826 · release review · laboratory packet received 26 Sep 2026.</a:t>
            </a:r>
          </a:p>
        </p:txBody>
      </p:sp>
      <p:sp>
        <p:nvSpPr>
          <p:cNvPr id="4" name="VIZ::Release checks confirmed KPI" title="Visembler report text roles: metric title, metric value" descr="VisualizerSemantic:{&quot;capability_overrides&quot;:{&quot;target&quot;:&quot;3 / 3 required&quot;},&quot;composition_role&quot;:&quot;hero_metric&quot;,&quot;delta&quot;:&quot;1 pending · SF14-R3 · 48 h&quot;,&quot;element&quot;:&quot;Hero KPI&quot;,&quot;engine&quot;:&quot;MetricEngine&quot;,&quot;groupId&quot;:null,&quot;h&quot;:185.0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hecks&quot;},&quot;order&quot;:2,&quot;period&quot;:&quot;vs prior period&quot;,&quot;section_id&quot;:&quot;performance&quot;,&quot;section_title&quot;:&quot;Performance&quot;,&quot;showTitle&quot;:true,&quot;target&quot;:&quot;3 / 3 required&quot;,&quot;textAlign&quot;:&quot;left&quot;,&quot;title&quot;:&quot;Release checks confirmed&quot;,&quot;type&quot;:&quot;metric&quot;,&quot;unit&quot;:&quot;checks&quot;,&quot;value&quot;:&quot;2 / 3&quot;,&quot;w&quot;:685.52,&quot;weight&quot;:1.15,&quot;x&quot;:900.4800000000001,&quot;y&quot;:1391.55,&quot;z&quot;:4}"/>
          <p:cNvSpPr/>
          <p:nvPr/>
        </p:nvSpPr>
        <p:spPr>
          <a:xfrm>
            <a:off x="6861656" y="10603609"/>
            <a:ext cx="5223662" cy="14097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Release checks confirmed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2 / 3</a:t>
            </a:r>
          </a:p>
        </p:txBody>
      </p:sp>
      <p:sp>
        <p:nvSpPr>
          <p:cNvPr id="5" name="VIZ::Confirmed checks versus release threshold KPI" title="Visembler report text roles: metric title, comparison value" descr="VisualizerSemantic:{&quot;after&quot;:3,&quot;before&quot;:2,&quot;composition_role&quot;:&quot;hero_metric&quot;,&quot;element&quot;:&quot;Before/After KPI&quot;,&quot;engine&quot;:&quot;ComparisonEngine&quot;,&quot;groupId&quot;:null,&quot;h&quot;:195.0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f 3 checks&quot;},&quot;order&quot;:3,&quot;section_id&quot;:&quot;performance&quot;,&quot;section_title&quot;:&quot;Performance&quot;,&quot;showTitle&quot;:true,&quot;textAlign&quot;:&quot;left&quot;,&quot;title&quot;:&quot;Confirmed checks versus release threshold&quot;,&quot;type&quot;:&quot;comparison&quot;,&quot;unit&quot;:&quot;of 3 checks&quot;,&quot;w&quot;:872.4800000000001,&quot;weight&quot;:1.15,&quot;x&quot;:14.0,&quot;y&quot;:1386.55,&quot;z&quot;:5}"/>
          <p:cNvSpPr/>
          <p:nvPr/>
        </p:nvSpPr>
        <p:spPr>
          <a:xfrm>
            <a:off x="106679" y="10565509"/>
            <a:ext cx="6648297" cy="1485900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Confirmed checks versus release threshold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2 of 3 checks → 3 of 3 checks</a:t>
            </a:r>
          </a:p>
        </p:txBody>
      </p:sp>
      <p:graphicFrame>
        <p:nvGraphicFramePr>
          <p:cNvPr id="11" name="VIZ::Completion of release checks" descr="VisualizerSemantic: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release_check_1&quot;,&quot;name&quot;:&quot;Release check&quot;,&quot;nullable&quot;:false,&quot;profile&quot;:{&quot;distinct&quot;:3,&quot;missing&quot;:0},&quot;semantic_tags&quot;:[],&quot;type&quot;:&quot;categorical&quot;},{&quot;id&quot;:&quot;completion_2&quot;,&quot;name&quot;:&quot;Completion&quot;,&quot;nullable&quot;:false,&quot;profile&quot;:{&quot;distinct&quot;:2,&quot;missing&quot;:0},&quot;semantic_tags&quot;:[],&quot;type&quot;:&quot;integer&quot;,&quot;unit&quot;:&quot;&quot;}],&quot;id&quot;:&quot;dataset-muiscymd-wjkfsn&quot;,&quot;metadata&quot;:{&quot;header&quot;:{&quot;confidence&quot;:0.75,&quot;present&quot;:true,&quot;source_row&quot;:0}},&quot;name&quot;:&quot;Pasted data&quot;,&quot;revision&quot;:1,&quot;rows&quot;:[[&quot;Filter integrity&quot;,100],[&quot;Fill volume&quot;,100],[&quot;Sterility assay&quot;,0]],&quot;source&quot;:{&quot;imported_at&quot;:&quot;2026-09-26T19:31:45.349Z&quot;,&quot;kind&quot;:&quot;clipboard&quot;,&quot;label&quot;:&quot;TSV&quot;},&quot;warnings&quot;:[]},&quot;dataset_id&quot;:&quot;dataset-muiscymd-wjkfs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release_check_1&quot;,&quot;value&quot;:&quot;completion_2&quot;},&quot;recipe&quot;:null,&quot;recommendations&quot;:[{&quot;confidence&quot;:0.9,&quot;mapping&quot;:{&quot;category&quot;:&quot;release_check_1&quot;,&quot;value&quot;:&quot;completion_2&quot;},&quot;reason&quot;:&quot;A category and measured value are available.&quot;,&quot;type&quot;:&quot;Vertical Bar&quot;},{&quot;confidence&quot;:0.82,&quot;mapping&quot;:{&quot;category&quot;:&quot;release_check_1&quot;,&quot;value&quot;:&quot;completion_2&quot;},&quot;reason&quot;:&quot;A horizontal ranking keeps category labels readable.&quot;,&quot;type&quot;:&quot;Horizontal Bar&quot;},{&quot;confidence&quot;:0.8,&quot;mapping&quot;:{&quot;category&quot;:&quot;release_check_1&quot;,&quot;value&quot;:&quot;comple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mpletion_2&quot;,&quot;id&quot;:&quot;series-1&quot;,&quot;label&quot;:&quot;Completion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Vertical Bar; compatible field bindings were retained.&quot;},&quot;composition_role&quot;:&quot;supporting_analysis&quot;,&quot;cross&quot;:null,&quot;data&quot;:[[&quot;Filter integrity&quot;,100],[&quot;Fill volume&quot;,100],[&quot;Sterility assay&quot;,0]],&quot;dataset_id&quot;:&quot;dataset-muiscymd-wjkfsn&quot;,&quot;drill&quot;:null,&quot;element&quot;:&quot;Vertical Bar&quot;,&quot;engine&quot;:&quot;CoreChartEngine&quot;,&quot;groupId&quot;:null,&quot;h&quot;:320.0,&quot;id&quot;:&quot;c9&quot;,&quot;locked&quot;:false,&quot;mapping&quot;:{&quot;category&quot;:&quot;release_check_1&quot;,&quot;value&quot;:&quot;completion_2&quot;},&quot;message_role&quot;:&quot;Supporting Evidence&quot;,&quot;order&quot;:4,&quot;revealed&quot;:true,&quot;rows&quot;:[{&quot;label&quot;:&quot;Filter integrity&quot;,&quot;value&quot;:100},{&quot;label&quot;:&quot;Fill volume&quot;,&quot;value&quot;:100},{&quot;label&quot;:&quot;Sterility assay&quot;,&quot;value&quot;:0}],&quot;section_id&quot;:&quot;analysis&quot;,&quot;section_title&quot;:&quot;Analysis&quot;,&quot;showTitle&quot;:true,&quot;statistical_result&quot;:null,&quot;textAlign&quot;:&quot;left&quot;,&quot;title&quot;:&quot;Completion of release checks&quot;,&quot;transform_recipe&quot;:{&quot;steps&quot;:[]},&quot;type&quot;:&quot;chart&quot;,&quot;variant&quot;:&quot;line&quot;,&quot;w&quot;:659.3939393939394,&quot;weight&quot;:1.8,&quot;x&quot;:851.2230303030303,&quot;y&quot;:635.55,&quot;z&quot;:9,&quot;observations&quot;:[{&quot;label&quot;:&quot;Filter integrity&quot;,&quot;value&quot;:100},{&quot;label&quot;:&quot;Fill volume&quot;,&quot;value&quot;:100},{&quot;label&quot;:&quot;Sterility assay&quot;,&quot;value&quot;:0}]}"/>
          <p:cNvGraphicFramePr>
            <a:graphicFrameLocks noGrp="1"/>
          </p:cNvGraphicFramePr>
          <p:nvPr/>
        </p:nvGraphicFramePr>
        <p:xfrm>
          <a:off x="6486318" y="4842890"/>
          <a:ext cx="5024581" cy="2438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VIZ::Body Narrative" title="Visembler report text roles: text heading, narrative interpretation" descr="VisualizerSemantic:{&quot;body&quot;:&quot;Two of three release checks are confirmed. The 48-hour sterility assay for retain sample SF14-R3 is not in the packet; the other checks cannot establish sterility. A rapid test is available tonight, but the lab has not confirmed instrument capacity. Keep the batch quarantined until a qualified result is attached and reviewed by Quality.&quot;,&quot;composition_role&quot;:&quot;narrative_interpretation&quot;,&quot;element&quot;:&quot;Body Narrative&quot;,&quot;engine&quot;:&quot;TextEngine&quot;,&quot;groupId&quot;:null,&quot;h&quot;:116.0,&quot;id&quot;:&quot;c7&quot;,&quot;locked&quot;:false,&quot;message_role&quot;:&quot;Context&quot;,&quot;order&quot;:5,&quot;section_id&quot;:&quot;analysis&quot;,&quot;section_title&quot;:&quot;Analysis&quot;,&quot;showTitle&quot;:false,&quot;text&quot;:&quot;Two of three release checks are confirmed. The 48-hour sterility assay for retain sample SF14-R3 is not in the packet; the other checks cannot establish sterility. A rapid test is available tonight, but the lab has not confirmed instrument capacity. Keep the batch quarantined until a qualified result is attached and reviewed by Quality.&quot;,&quot;textAlign&quot;:&quot;left&quot;,&quot;title&quot;:&quot;Body Narrative&quot;,&quot;type&quot;:&quot;text&quot;,&quot;w&quot;:747.8399999999999,&quot;weight&quot;:1.1,&quot;x&quot;:89.38303030303041,&quot;y&quot;:635.55,&quot;z&quot;:7}"/>
          <p:cNvSpPr/>
          <p:nvPr/>
        </p:nvSpPr>
        <p:spPr>
          <a:xfrm>
            <a:off x="681098" y="4842890"/>
            <a:ext cx="5698540" cy="88392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Body Narrative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 Narrow"/>
              </a:rPr>
              <a:t>Two of three release checks are confirmed. The 48-hour sterility assay for retain sample SF14-R3 is not in the packet; the other checks cannot establish sterility. A rapid test is available tonight, but the lab has not confirmed instrument capacity. Keep the batch quarantined until a qualified result is attached and reviewed by Quality.</a:t>
            </a:r>
          </a:p>
        </p:txBody>
      </p:sp>
      <p:sp>
        <p:nvSpPr>
          <p:cNvPr id="9" name="VIZ::Disposition / sterility risk" title="Visembler report text roles: text heading, risk decision, evidence detail, action status" descr="VisualizerSemantic:{&quot;composition_role&quot;:&quot;decision_risk&quot;,&quot;detail&quot;:&quot;Retain sample SF14-R3 has no final assay result. Two confirmed checks do not establish sterility; maintain quarantine until Microbiology supplies the result and Quality reviews the complete packet.&quot;,&quot;element&quot;:&quot;Risk Callout&quot;,&quot;engine&quot;:&quot;DecisionCompositeEngine&quot;,&quot;groupId&quot;:null,&quot;h&quot;:175.0,&quot;id&quot;:&quot;c3&quot;,&quot;locked&quot;:false,&quot;message_role&quot;:&quot;Risk&quot;,&quot;order&quot;:7,&quot;section_id&quot;:&quot;decision&quot;,&quot;section_title&quot;:&quot;Decision&quot;,&quot;showTitle&quot;:true,&quot;statement&quot;:&quot;Hold batch SF-14-0826 pending a qualified sterility result.&quot;,&quot;status&quot;:&quot;HOLD · assay missing&quot;,&quot;textAlign&quot;:&quot;left&quot;,&quot;title&quot;:&quot;Disposition / sterility risk&quot;,&quot;type&quot;:&quot;decision&quot;,&quot;w&quot;:1572.0,&quot;weight&quot;:1.15,&quot;x&quot;:14.0,&quot;y&quot;:989.55,&quot;z&quot;:3}"/>
          <p:cNvSpPr/>
          <p:nvPr/>
        </p:nvSpPr>
        <p:spPr>
          <a:xfrm>
            <a:off x="106679" y="7540370"/>
            <a:ext cx="11978639" cy="133350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5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Disposition / sterility risk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Hold batch SF-14-0826 pending a qualified sterility result.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Retain sample SF14-R3 has no final assay result. Two confirmed checks do not establish sterility; maintain quarantine until Microbiology supplies the result and Quality reviews the complete packet.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HOLD · assay missing</a:t>
            </a:r>
          </a:p>
        </p:txBody>
      </p:sp>
      <p:sp>
        <p:nvSpPr>
          <p:cNvPr id="10" name="VIZ::Action before disposition" title="Visembler report text roles: text heading, conclusion next step" descr="VisualizerSemantic:{&quot;body&quot;:&quot;Next step: Quality requests the rapid assay slot from Microbiology at 18:00 and records the result before disposition.&quot;,&quot;composition_role&quot;:&quot;conclusion&quot;,&quot;element&quot;:&quot;Key Takeaway&quot;,&quot;engine&quot;:&quot;TextEngine&quot;,&quot;groupId&quot;:null,&quot;h&quot;:154.0,&quot;id&quot;:&quot;c8&quot;,&quot;locked&quot;:false,&quot;message_role&quot;:&quot;Action&quot;,&quot;order&quot;:8,&quot;section_id&quot;:&quot;delivery&quot;,&quot;section_title&quot;:&quot;Next steps&quot;,&quot;showTitle&quot;:true,&quot;text&quot;:&quot;Next step: Quality requests the rapid assay slot from Microbiology at 18:00 and records the result before disposition.&quot;,&quot;textAlign&quot;:&quot;left&quot;,&quot;title&quot;:&quot;Action before disposition&quot;,&quot;type&quot;:&quot;text&quot;,&quot;w&quot;:1572.0,&quot;weight&quot;:1.1,&quot;x&quot;:14.0,&quot;y&quot;:1198.55,&quot;z&quot;:8}"/>
          <p:cNvSpPr/>
          <p:nvPr/>
        </p:nvSpPr>
        <p:spPr>
          <a:xfrm>
            <a:off x="106679" y="9132950"/>
            <a:ext cx="11978639" cy="1173480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83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Action before disposition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Next step: Quality requests the rapid assay slot from Microbiology at 18:00 and records the result before disposition.</a:t>
            </a:r>
          </a:p>
        </p:txBody>
      </p:sp>
      <p:graphicFrame>
        <p:nvGraphicFramePr>
          <p:cNvPr id="12" name="VIZ::Release evidence ledger" descr="VisualizerSemantic:{&quot;composition_role&quot;:&quot;detailed_evidence&quot;,&quot;customTable&quot;:{&quot;headers&quot;:[&quot;Release check / sample ID&quot;,&quot;Observed result&quot;,&quot;Acceptance / required record&quot;,&quot;Owner / state&quot;],&quot;rows&quot;:[[&quot;Filter integrity · FI-1402&quot;,&quot;0.17% pressure decay&quot;,&quot;≤ 0.25%&quot;,&quot;Engineering · confirmed&quot;],[&quot;Fill volume · SF14-R3&quot;,&quot;10.02 mL mean&quot;,&quot;9.90–10.10 mL&quot;,&quot;Quality · confirmed&quot;],[&quot;Sterility assay · SF14-R3&quot;,&quot;No result in packet&quot;,&quot;Qualified result required&quot;,&quot;Microbiology · open&quot;]]},&quot;element&quot;:&quot;Clean Table&quot;,&quot;engine&quot;:&quot;TableEngine&quot;,&quot;groupId&quot;:null,&quot;h&quot;:375.55,&quot;id&quot;:&quot;c6&quot;,&quot;locked&quot;:false,&quot;message_role&quot;:&quot;Primary Evidence&quot;,&quot;order&quot;:6,&quot;rows&quot;:[[&quot;Filter integrity · FI-1402&quot;,&quot;0.17% pressure decay&quot;,&quot;≤ 0.25%&quot;,&quot;Engineering · confirmed&quot;],[&quot;Fill volume · SF14-R3&quot;,&quot;10.02 mL mean&quot;,&quot;9.90–10.10 mL&quot;,&quot;Quality · confirmed&quot;],[&quot;Sterility assay · SF14-R3&quot;,&quot;No result in packet&quot;,&quot;Qualified result required&quot;,&quot;Microbiology · open&quot;]],&quot;section_id&quot;:&quot;evidence&quot;,&quot;section_title&quot;:&quot;Evidence&quot;,&quot;showTitle&quot;:true,&quot;textAlign&quot;:&quot;left&quot;,&quot;title&quot;:&quot;Release evidence ledger&quot;,&quot;type&quot;:&quot;table&quot;,&quot;w&quot;:1572.0,&quot;weight&quot;:1.55,&quot;x&quot;:14.0,&quot;y&quot;:226.0,&quot;z&quot;:6}"/>
          <p:cNvGraphicFramePr>
            <a:graphicFrameLocks noGrp="1"/>
          </p:cNvGraphicFramePr>
          <p:nvPr/>
        </p:nvGraphicFramePr>
        <p:xfrm>
          <a:off x="106679" y="1722120"/>
          <a:ext cx="11978639" cy="2861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94659"/>
                <a:gridCol w="2994659"/>
                <a:gridCol w="2994659"/>
                <a:gridCol w="2994662"/>
              </a:tblGrid>
              <a:tr h="715422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Release check / sample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Observed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Acceptance / required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Owner / state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Filter integrity · FI-1402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0.17% pressure decay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≤ 0.25%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Engineering · confirmed</a:t>
                      </a:r>
                    </a:p>
                  </a:txBody>
                  <a:tcPr/>
                </a:tc>
              </a:tr>
              <a:tr h="715422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Fill volume · SF14-R3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10.02 mL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9.90–10.10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Quality · confirmed</a:t>
                      </a:r>
                    </a:p>
                  </a:txBody>
                  <a:tcPr/>
                </a:tc>
              </a:tr>
              <a:tr h="715425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Sterility assay · SF14-R3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No result in packet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Qualified result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Microbiology · open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release_check_1&quot;,&quot;name&quot;:&quot;Release check&quot;,&quot;nullable&quot;:false,&quot;profile&quot;:{&quot;distinct&quot;:3,&quot;missing&quot;:0},&quot;semantic_tags&quot;:[],&quot;type&quot;:&quot;categorical&quot;},{&quot;id&quot;:&quot;completion_2&quot;,&quot;name&quot;:&quot;Completion&quot;,&quot;nullable&quot;:false,&quot;profile&quot;:{&quot;distinct&quot;:2,&quot;missing&quot;:0},&quot;semantic_tags&quot;:[],&quot;type&quot;:&quot;integer&quot;,&quot;unit&quot;:&quot;&quot;}],&quot;id&quot;:&quot;dataset-muiscymd-wjkfsn&quot;,&quot;metadata&quot;:{&quot;header&quot;:{&quot;confidence&quot;:0.75,&quot;present&quot;:true,&quot;source_row&quot;:0}},&quot;name&quot;:&quot;Pasted data&quot;,&quot;revision&quot;:1,&quot;rows&quot;:[[&quot;Filter integrity&quot;,100],[&quot;Fill volume&quot;,100],[&quot;Sterility assay&quot;,0]],&quot;source&quot;:{&quot;imported_at&quot;:&quot;2026-09-26T19:31:45.349Z&quot;,&quot;kind&quot;:&quot;clipboard&quot;,&quot;label&quot;:&quot;TSV&quot;},&quot;warnings&quot;:[]}],&quot;groups&quot;:{},&quot;items&quot;:[{&quot;body&quot;:&quot;Hold batch 14 until the missing sterility assay is reviewed.&quot;,&quot;composition_role&quot;:&quot;report_headline&quot;,&quot;element&quot;:&quot;Hero Title&quot;,&quot;engine&quot;:&quot;TextEngine&quot;,&quot;groupId&quot;:null,&quot;h&quot;:109.76,&quot;id&quot;:&quot;c1&quot;,&quot;locked&quot;:false,&quot;message_role&quot;:&quot;Headline&quot;,&quot;order&quot;:0,&quot;section_id&quot;:&quot;opening&quot;,&quot;section_title&quot;:&quot;Overview&quot;,&quot;showTitle&quot;:true,&quot;text&quot;:&quot;Hold batch 14 until the missing sterility assay is reviewed.&quot;,&quot;textAlign&quot;:&quot;left&quot;,&quot;title&quot;:&quot;Release decision&quot;,&quot;type&quot;:&quot;text&quot;,&quot;w&quot;:520,&quot;weight&quot;:1.1,&quot;x&quot;:14,&quot;y&quot;:14,&quot;z&quot;:1},{&quot;body&quot;:&quot;Sterile fill suite 3 · batch SF-14-0826 · release review · laboratory packet received 26 Sep 2026.&quot;,&quot;composition_role&quot;:&quot;context&quot;,&quot;element&quot;:&quot;Body Narrative&quot;,&quot;engine&quot;:&quot;TextEngine&quot;,&quot;groupId&quot;:null,&quot;h&quot;:116,&quot;id&quot;:&quot;c2&quot;,&quot;locked&quot;:false,&quot;message_role&quot;:&quot;Context&quot;,&quot;order&quot;:1,&quot;section_id&quot;:&quot;opening&quot;,&quot;section_title&quot;:&quot;Overview&quot;,&quot;showTitle&quot;:true,&quot;text&quot;:&quot;Sterile fill suite 3 · batch SF-14-0826 · release review · laboratory packet received 26 Sep 2026.&quot;,&quot;textAlign&quot;:&quot;left&quot;,&quot;title&quot;:&quot;Release rationale&quot;,&quot;type&quot;:&quot;text&quot;,&quot;w&quot;:500,&quot;weight&quot;:1.1,&quot;x&quot;:548,&quot;y&quot;:14,&quot;z&quot;:2},{&quot;composition_role&quot;:&quot;decision_risk&quot;,&quot;detail&quot;:&quot;Retain sample SF14-R3 has no final assay result. Two confirmed checks do not establish sterility; maintain quarantine until Microbiology supplies the result and Quality reviews the complete packet.&quot;,&quot;element&quot;:&quot;Risk Callout&quot;,&quot;engine&quot;:&quot;DecisionCompositeEngine&quot;,&quot;groupId&quot;:null,&quot;h&quot;:94,&quot;id&quot;:&quot;c3&quot;,&quot;locked&quot;:false,&quot;message_role&quot;:&quot;Risk&quot;,&quot;order&quot;:7,&quot;section_id&quot;:&quot;decision&quot;,&quot;section_title&quot;:&quot;Decision&quot;,&quot;showTitle&quot;:true,&quot;statement&quot;:&quot;Hold batch SF-14-0826 pending a qualified sterility result.&quot;,&quot;status&quot;:&quot;HOLD · assay missing&quot;,&quot;textAlign&quot;:&quot;left&quot;,&quot;title&quot;:&quot;Disposition / sterility risk&quot;,&quot;type&quot;:&quot;decision&quot;,&quot;w&quot;:400,&quot;weight&quot;:1.15,&quot;x&quot;:1062,&quot;y&quot;:14,&quot;z&quot;:3},{&quot;capability_overrides&quot;:{&quot;target&quot;:&quot;3 / 3 required&quot;},&quot;composition_role&quot;:&quot;hero_metric&quot;,&quot;delta&quot;:&quot;1 pending · SF14-R3 · 48 h&quot;,&quot;element&quot;:&quot;Hero KPI&quot;,&quot;engine&quot;:&quot;MetricEngine&quot;,&quot;groupId&quot;:null,&quot;h&quot;:134.04160000000002,&quot;id&quot;:&quot;c4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checks&quot;},&quot;order&quot;:2,&quot;period&quot;:&quot;vs prior period&quot;,&quot;section_id&quot;:&quot;performance&quot;,&quot;section_title&quot;:&quot;Performance&quot;,&quot;showTitle&quot;:true,&quot;target&quot;:&quot;3 / 3 required&quot;,&quot;textAlign&quot;:&quot;left&quot;,&quot;title&quot;:&quot;Release checks confirmed&quot;,&quot;type&quot;:&quot;metric&quot;,&quot;unit&quot;:&quot;checks&quot;,&quot;value&quot;:&quot;2 / 3&quot;,&quot;w&quot;:510.048,&quot;weight&quot;:1.15,&quot;x&quot;:1062,&quot;y&quot;:122,&quot;z&quot;:4},{&quot;after&quot;:3,&quot;before&quot;:2,&quot;composition_role&quot;:&quot;hero_metric&quot;,&quot;element&quot;:&quot;Before/After KPI&quot;,&quot;engine&quot;:&quot;ComparisonEngine&quot;,&quot;groupId&quot;:null,&quot;h&quot;:132,&quot;id&quot;:&quot;c5&quot;,&quot;locked&quot;:false,&quot;message_role&quot;:&quot;Supporting Evidence&quot;,&quot;metric_format&quot;:{&quot;compact_divisor&quot;:null,&quot;compact_unit&quot;:&quot;&quot;,&quot;kind&quot;:&quot;auto&quot;,&quot;null_display&quot;:&quot;—&quot;,&quot;percent_scale&quot;:&quot;points&quot;,&quot;precision&quot;:null,&quot;prefix&quot;:&quot;&quot;,&quot;signDisplay&quot;:&quot;auto&quot;,&quot;suffix&quot;:&quot;of 3 checks&quot;},&quot;order&quot;:3,&quot;section_id&quot;:&quot;performance&quot;,&quot;section_title&quot;:&quot;Performance&quot;,&quot;showTitle&quot;:true,&quot;textAlign&quot;:&quot;left&quot;,&quot;title&quot;:&quot;Confirmed checks versus release threshold&quot;,&quot;type&quot;:&quot;comparison&quot;,&quot;unit&quot;:&quot;of 3 checks&quot;,&quot;w&quot;:378.4,&quot;weight&quot;:1.15,&quot;x&quot;:14,&quot;y&quot;:137.76,&quot;z&quot;:5},{&quot;composition_role&quot;:&quot;detailed_evidence&quot;,&quot;customTable&quot;:{&quot;headers&quot;:[&quot;Release check / sample ID&quot;,&quot;Observed result&quot;,&quot;Acceptance / required record&quot;,&quot;Owner / state&quot;],&quot;rows&quot;:[[&quot;Filter integrity · FI-1402&quot;,&quot;0.17% pressure decay&quot;,&quot;≤ 0.25%&quot;,&quot;Engineering · confirmed&quot;],[&quot;Fill volume · SF14-R3&quot;,&quot;10.02 mL mean&quot;,&quot;9.90–10.10 mL&quot;,&quot;Quality · confirmed&quot;],[&quot;Sterility assay · SF14-R3&quot;,&quot;No result in packet&quot;,&quot;Qualified result required&quot;,&quot;Microbiology · open&quot;]]},&quot;element&quot;:&quot;Clean Table&quot;,&quot;engine&quot;:&quot;TableEngine&quot;,&quot;groupId&quot;:null,&quot;h&quot;:259,&quot;id&quot;:&quot;c6&quot;,&quot;locked&quot;:false,&quot;message_role&quot;:&quot;Primary Evidence&quot;,&quot;order&quot;:6,&quot;rows&quot;:[[&quot;Filter integrity · FI-1402&quot;,&quot;0.17% pressure decay&quot;,&quot;≤ 0.25%&quot;,&quot;Engineering · confirmed&quot;],[&quot;Fill volume · SF14-R3&quot;,&quot;10.02 mL mean&quot;,&quot;9.90–10.10 mL&quot;,&quot;Quality · confirmed&quot;],[&quot;Sterility assay · SF14-R3&quot;,&quot;No result in packet&quot;,&quot;Qualified result required&quot;,&quot;Microbiology · open&quot;]],&quot;section_id&quot;:&quot;evidence&quot;,&quot;section_title&quot;:&quot;Evidence&quot;,&quot;showTitle&quot;:true,&quot;textAlign&quot;:&quot;left&quot;,&quot;title&quot;:&quot;Release evidence ledger&quot;,&quot;type&quot;:&quot;table&quot;,&quot;w&quot;:480,&quot;weight&quot;:1.55,&quot;x&quot;:406.4,&quot;y&quot;:144,&quot;z&quot;:6},{&quot;body&quot;:&quot;Two of three release checks are confirmed. The 48-hour sterility assay for retain sample SF14-R3 is not in the packet; the other checks cannot establish sterility. A rapid test is available tonight, but the lab has not confirmed instrument capacity. Keep the batch quarantined until a qualified result is attached and reviewed by Quality.&quot;,&quot;composition_role&quot;:&quot;narrative_interpretation&quot;,&quot;element&quot;:&quot;Body Narrative&quot;,&quot;engine&quot;:&quot;TextEngine&quot;,&quot;groupId&quot;:null,&quot;h&quot;:116,&quot;id&quot;:&quot;c7&quot;,&quot;locked&quot;:false,&quot;message_role&quot;:&quot;Context&quot;,&quot;order&quot;:5,&quot;section_id&quot;:&quot;analysis&quot;,&quot;section_title&quot;:&quot;Analysis&quot;,&quot;showTitle&quot;:false,&quot;text&quot;:&quot;Two of three release checks are confirmed. The 48-hour sterility assay for retain sample SF14-R3 is not in the packet; the other checks cannot establish sterility. A rapid test is available tonight, but the lab has not confirmed instrument capacity. Keep the batch quarantined until a qualified result is attached and reviewed by Quality.&quot;,&quot;textAlign&quot;:&quot;left&quot;,&quot;title&quot;:&quot;Body Narrative&quot;,&quot;type&quot;:&quot;text&quot;,&quot;w&quot;:500,&quot;weight&quot;:1.1,&quot;x&quot;:900.4,&quot;y&quot;:270.0416,&quot;z&quot;:7},{&quot;body&quot;:&quot;Next step: Quality requests the rapid assay slot from Microbiology at 18:00 and records the result before disposition.&quot;,&quot;composition_role&quot;:&quot;conclusion&quot;,&quot;element&quot;:&quot;Key Takeaway&quot;,&quot;engine&quot;:&quot;TextEngine&quot;,&quot;groupId&quot;:null,&quot;h&quot;:96,&quot;id&quot;:&quot;c8&quot;,&quot;locked&quot;:false,&quot;message_role&quot;:&quot;Action&quot;,&quot;order&quot;:8,&quot;section_id&quot;:&quot;delivery&quot;,&quot;section_title&quot;:&quot;Next steps&quot;,&quot;showTitle&quot;:true,&quot;text&quot;:&quot;Next step: Quality requests the rapid assay slot from Microbiology at 18:00 and records the result before disposition.&quot;,&quot;textAlign&quot;:&quot;left&quot;,&quot;title&quot;:&quot;Action before disposition&quot;,&quot;type&quot;:&quot;text&quot;,&quot;w&quot;:460.2,&quot;weight&quot;:1.1,&quot;x&quot;:900.4,&quot;y&quot;:400.0416,&quot;z&quot;:8},{&quot;brush&quot;:[0,4],&quot;chart_studio&quot;:{&quot;adapter&quot;:{&quot;authority&quot;:&quot;Visembler canonical chart renderer&quot;,&quot;name&quot;:&quot;Visembler SVG Chart Adapter&quot;,&quot;offline&quot;:true,&quot;renderer&quot;:&quot;svg&quot;,&quot;version&quot;:2},&quot;analysis_error&quot;:null,&quot;analysis_kind&quot;:null,&quot;analysis_semantics&quot;:null,&quot;annotations&quot;:[],&quot;authoritative_analysis&quot;:null,&quot;axes&quot;:{&quot;secondaryY&quot;:{&quot;auto&quot;:true,&quot;enabled&quot;:false,&quot;format&quot;:&quot;auto&quot;,&quot;max&quot;:null,&quot;min&quot;:null,&quot;precision&quot;:null,&quot;prefix&quot;:&quot;&quot;,&quot;series&quot;:[],&quot;suffix&quot;:&quot;&quot;,&quot;tickCount&quot;:5,&quot;title&quot;:&quot;&quot;,&quot;unit&quot;:&quot;&quot;},&quot;x&quot;:{&quot;auto&quot;:true,&quot;format&quot;:&quot;auto&quot;,&quot;grid&quot;:true,&quot;labelInterval&quot;:1,&quot;max&quot;:null,&quot;min&quot;:null,&quot;position&quot;:&quot;bottom&quot;,&quot;precision&quot;:null,&quot;rotation&quot;:0,&quot;scale&quot;:&quot;auto&quot;,&quot;show&quot;:true,&quot;tickCount&quot;:6,&quot;title&quot;:&quot;&quot;,&quot;zeroBaseline&quot;:false},&quot;y&quot;:{&quot;auto&quot;:true,&quot;format&quot;:&quot;auto&quot;,&quot;grid&quot;:true,&quot;labelInterval&quot;:null,&quot;max&quot;:null,&quot;min&quot;:null,&quot;position&quot;:&quot;left&quot;,&quot;precision&quot;:null,&quot;prefix&quot;:&quot;&quot;,&quot;rotation&quot;:0,&quot;scale&quot;:&quot;linear&quot;,&quot;show&quot;:true,&quot;suffix&quot;:&quot;&quot;,&quot;tickCount&quot;:5,&quot;title&quot;:&quot;&quot;,&quot;unit&quot;:&quot;&quot;,&quot;zeroBaseline&quot;:true}},&quot;chart_type&quot;:&quot;Vertical Bar&quot;,&quot;dataset&quot;:{&quot;fields&quot;:[{&quot;id&quot;:&quot;release_check_1&quot;,&quot;name&quot;:&quot;Release check&quot;,&quot;nullable&quot;:false,&quot;profile&quot;:{&quot;distinct&quot;:3,&quot;missing&quot;:0},&quot;semantic_tags&quot;:[],&quot;type&quot;:&quot;categorical&quot;},{&quot;id&quot;:&quot;completion_2&quot;,&quot;name&quot;:&quot;Completion&quot;,&quot;nullable&quot;:false,&quot;profile&quot;:{&quot;distinct&quot;:2,&quot;missing&quot;:0},&quot;semantic_tags&quot;:[],&quot;type&quot;:&quot;integer&quot;,&quot;unit&quot;:&quot;&quot;}],&quot;id&quot;:&quot;dataset-muiscymd-wjkfsn&quot;,&quot;metadata&quot;:{&quot;header&quot;:{&quot;confidence&quot;:0.75,&quot;present&quot;:true,&quot;source_row&quot;:0}},&quot;name&quot;:&quot;Pasted data&quot;,&quot;revision&quot;:1,&quot;rows&quot;:[[&quot;Filter integrity&quot;,100],[&quot;Fill volume&quot;,100],[&quot;Sterility assay&quot;,0]],&quot;source&quot;:{&quot;imported_at&quot;:&quot;2026-09-26T19:31:45.349Z&quot;,&quot;kind&quot;:&quot;clipboard&quot;,&quot;label&quot;:&quot;TSV&quot;},&quot;warnings&quot;:[]},&quot;dataset_id&quot;:&quot;dataset-muiscymd-wjkfsn&quot;,&quot;engineering&quot;:{&quot;L&quot;:3,&quot;h&quot;:320,&quot;k&quot;:0.5,&quot;lambda&quot;:0.2,&quot;lsl&quot;:null,&quot;sigma&quot;:null,&quot;target&quot;:null,&quot;usl&quot;:null},&quot;fab&quot;:{&quot;aggregation&quot;:&quot;mean&quot;},&quot;interaction&quot;:{&quot;brush&quot;:false,&quot;crossFilter&quot;:false,&quot;crosshair&quot;:false,&quot;legendFilter&quot;:true,&quot;pan&quot;:true,&quot;rangeSelector&quot;:false,&quot;resetZoom&quot;:true,&quot;tooltip&quot;:true,&quot;transientSelection&quot;:[],&quot;zoom&quot;:true},&quot;legend&quot;:{&quot;interactive&quot;:true,&quot;order&quot;:&quot;input&quot;,&quot;orientation&quot;:&quot;horizontal&quot;,&quot;position&quot;:&quot;bottom&quot;,&quot;scroll&quot;:true,&quot;show&quot;:true},&quot;mapping&quot;:{&quot;category&quot;:&quot;release_check_1&quot;,&quot;value&quot;:&quot;completion_2&quot;},&quot;recipe&quot;:null,&quot;recommendations&quot;:[{&quot;confidence&quot;:0.9,&quot;mapping&quot;:{&quot;category&quot;:&quot;release_check_1&quot;,&quot;value&quot;:&quot;completion_2&quot;},&quot;reason&quot;:&quot;A category and measured value are available.&quot;,&quot;type&quot;:&quot;Vertical Bar&quot;},{&quot;confidence&quot;:0.82,&quot;mapping&quot;:{&quot;category&quot;:&quot;release_check_1&quot;,&quot;value&quot;:&quot;completion_2&quot;},&quot;reason&quot;:&quot;A horizontal ranking keeps category labels readable.&quot;,&quot;type&quot;:&quot;Horizontal Bar&quot;},{&quot;confidence&quot;:0.8,&quot;mapping&quot;:{&quot;category&quot;:&quot;release_check_1&quot;,&quot;value&quot;:&quot;completion_2&quot;},&quot;reason&quot;:&quot;Categorical contribution can be ranked with cumulative share.&quot;,&quot;type&quot;:&quot;Pareto&quot;}],&quot;reference_bands&quot;:[],&quot;reference_lines&quot;:[],&quot;schema&quot;:&quot;visembler.chart.studio&quot;,&quot;series&quot;:[{&quot;axis&quot;:&quot;primary&quot;,&quot;color&quot;:&quot;#1769d1&quot;,&quot;field&quot;:&quot;completion_2&quot;,&quot;id&quot;:&quot;series-1&quot;,&quot;label&quot;:&quot;Completion&quot;,&quot;legend&quot;:true,&quot;lineDash&quot;:null,&quot;lineWidth&quot;:null,&quot;markers&quot;:true,&quot;smoothing&quot;:false,&quot;type&quot;:&quot;bar&quot;,&quot;visible&quot;:true}],&quot;statistical_result&quot;:null,&quot;transforms&quot;:{&quot;steps&quot;:[]},&quot;version&quot;:1,&quot;visual&quot;:{&quot;areaOpacity&quot;:0.25,&quot;barMode&quot;:&quot;grouped&quot;,&quot;barWidth&quot;:0.62,&quot;bins&quot;:null,&quot;dataLabels&quot;:false,&quot;gap&quot;:0.2,&quot;labelPosition&quot;:&quot;top&quot;,&quot;lineDash&quot;:&quot;solid&quot;,&quot;lineWidth&quot;:2.5,&quot;markers&quot;:true,&quot;missingPolicy&quot;:&quot;gap&quot;,&quot;palette&quot;:&quot;report&quot;,&quot;smoothing&quot;:false,&quot;theme&quot;:&quot;system&quot;},&quot;wafer&quot;:{&quot;clamp&quot;:true,&quot;colorMode&quot;:&quot;continuous&quot;,&quot;differenceScaleMaximum&quot;:null,&quot;differenceScaleMode&quot;:&quot;automatic&quot;,&quot;filters&quot;:{&quot;bin&quot;:&quot;&quot;,&quot;chamber&quot;:&quot;&quot;,&quot;lot&quot;:&quot;&quot;,&quot;route&quot;:&quot;&quot;,&quot;tool&quot;:&quot;&quot;,&quot;wafer&quot;:&quot;&quot;},&quot;identityRoles&quot;:[&quot;lot_id&quot;,&quot;wafer_id&quot;,&quot;tool&quot;,&quot;chamber&quot;,&quot;recipe&quot;,&quot;process&quot;,&quot;route&quot;,&quot;product&quot;],&quot;max&quot;:null,&quot;min&quot;:null,&quot;missingColor&quot;:&quot;#c7d0dc&quot;,&quot;notch&quot;:&quot;top&quot;,&quot;selected&quot;:[],&quot;specHigh&quot;:null,&quot;specLow&quot;:null,&quot;tooltipRoles&quot;:[&quot;die_x&quot;,&quot;die_y&quot;,&quot;value&quot;,&quot;lot_id&quot;,&quot;wafer_id&quot;,&quot;tool&quot;,&quot;chamber&quot;]},&quot;why&quot;:&quot;Switched from Line Chart to Vertical Bar; compatible field bindings were retained.&quot;},&quot;composition_role&quot;:&quot;supporting_analysis&quot;,&quot;cross&quot;:null,&quot;data&quot;:[[&quot;Filter integrity&quot;,100],[&quot;Fill volume&quot;,100],[&quot;Sterility assay&quot;,0]],&quot;dataset_id&quot;:&quot;dataset-muiscymd-wjkfsn&quot;,&quot;drill&quot;:null,&quot;element&quot;:&quot;Vertical Bar&quot;,&quot;engine&quot;:&quot;CoreChartEngine&quot;,&quot;groupId&quot;:null,&quot;h&quot;:320,&quot;id&quot;:&quot;c9&quot;,&quot;locked&quot;:false,&quot;mapping&quot;:{&quot;category&quot;:&quot;release_check_1&quot;,&quot;value&quot;:&quot;completion_2&quot;},&quot;message_role&quot;:&quot;Supporting Evidence&quot;,&quot;order&quot;:4,&quot;revealed&quot;:true,&quot;rows&quot;:[{&quot;label&quot;:&quot;Filter integrity&quot;,&quot;value&quot;:100},{&quot;label&quot;:&quot;Fill volume&quot;,&quot;value&quot;:100},{&quot;label&quot;:&quot;Sterility assay&quot;,&quot;value&quot;:0}],&quot;section_id&quot;:&quot;analysis&quot;,&quot;section_title&quot;:&quot;Analysis&quot;,&quot;showTitle&quot;:true,&quot;statistical_result&quot;:null,&quot;textAlign&quot;:&quot;left&quot;,&quot;title&quot;:&quot;Completion of release checks&quot;,&quot;transform_recipe&quot;:{&quot;steps&quot;:[]},&quot;type&quot;:&quot;chart&quot;,&quot;variant&quot;:&quot;line&quot;,&quot;w&quot;:520,&quot;weight&quot;:1.8,&quot;x&quot;:14,&quot;y&quot;:417,&quot;z&quot;:9}],&quot;layoutPreset&quot;:&quot;review&quot;,&quot;mode&quot;:&quot;smart&quot;,&quot;nextId&quot;:10,&quot;schema_version&quot;:1,&quot;visualDirectionChoice&quot;:&quot;decision-led&quot;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