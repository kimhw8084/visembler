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it8g1f-jgvdav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it8i6z-kr25oa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4434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700815" y="6590302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700815" y="6183770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700815" y="5777238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700815" y="5370705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700815" y="4964173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888830.0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632798.0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632798.0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632798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632798.0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340190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64860.0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7008828.0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7008828.0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7008828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7008828.0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716220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it8g1f-jgvdav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6T19:56:14.259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it8i6z-kr25oa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6T19:56:17.051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it8i6z-kr25oa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it8g1f-jgvdav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