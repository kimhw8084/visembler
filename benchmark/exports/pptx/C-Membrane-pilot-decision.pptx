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7881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Residual turbidity by weekly arm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train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Sheet1!$A$2:$A$11</c:f>
              <c:strCache>
                <c:ptCount val="10"/>
                <c:pt idx="0">
                  <c:v>W01 | 2026-06-01 intake block</c:v>
                </c:pt>
                <c:pt idx="1">
                  <c:v>W02 | 2026-06-08 intake block</c:v>
                </c:pt>
                <c:pt idx="2">
                  <c:v>W03 | 2026-06-15 intake block</c:v>
                </c:pt>
                <c:pt idx="3">
                  <c:v>W04 | 2026-06-22 intake block</c:v>
                </c:pt>
                <c:pt idx="4">
                  <c:v>W05 | 2026-06-29 cold-water intake block</c:v>
                </c:pt>
                <c:pt idx="5">
                  <c:v>W06 | 2026-07-06 cold-water intake block</c:v>
                </c:pt>
                <c:pt idx="6">
                  <c:v>W07 | 2026-07-13 high-load intake block</c:v>
                </c:pt>
                <c:pt idx="7">
                  <c:v>W08 | 2026-07-20 high-load intake block</c:v>
                </c:pt>
                <c:pt idx="8">
                  <c:v>W09 | 2026-07-27 mixed-load intake block</c:v>
                </c:pt>
                <c:pt idx="9">
                  <c:v>W10 | 2026-08-03 mixed-load intake block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2.14</c:v>
                </c:pt>
                <c:pt idx="1">
                  <c:v>2.05</c:v>
                </c:pt>
                <c:pt idx="2">
                  <c:v>2.1</c:v>
                </c:pt>
                <c:pt idx="3">
                  <c:v>2.02</c:v>
                </c:pt>
                <c:pt idx="4">
                  <c:v>1.96</c:v>
                </c:pt>
                <c:pt idx="5">
                  <c:v>1.92</c:v>
                </c:pt>
                <c:pt idx="6">
                  <c:v>2.08</c:v>
                </c:pt>
                <c:pt idx="7">
                  <c:v>2.0</c:v>
                </c:pt>
                <c:pt idx="8">
                  <c:v>1.91</c:v>
                </c:pt>
                <c:pt idx="9">
                  <c:v>1.83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Staged flux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Sheet1!$A$2:$A$11</c:f>
              <c:strCache>
                <c:ptCount val="10"/>
                <c:pt idx="0">
                  <c:v>W01 | 2026-06-01 intake block</c:v>
                </c:pt>
                <c:pt idx="1">
                  <c:v>W02 | 2026-06-08 intake block</c:v>
                </c:pt>
                <c:pt idx="2">
                  <c:v>W03 | 2026-06-15 intake block</c:v>
                </c:pt>
                <c:pt idx="3">
                  <c:v>W04 | 2026-06-22 intake block</c:v>
                </c:pt>
                <c:pt idx="4">
                  <c:v>W05 | 2026-06-29 cold-water intake block</c:v>
                </c:pt>
                <c:pt idx="5">
                  <c:v>W06 | 2026-07-06 cold-water intake block</c:v>
                </c:pt>
                <c:pt idx="6">
                  <c:v>W07 | 2026-07-13 high-load intake block</c:v>
                </c:pt>
                <c:pt idx="7">
                  <c:v>W08 | 2026-07-20 high-load intake block</c:v>
                </c:pt>
                <c:pt idx="8">
                  <c:v>W09 | 2026-07-27 mixed-load intake block</c:v>
                </c:pt>
                <c:pt idx="9">
                  <c:v>W10 | 2026-08-03 mixed-load intake block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2.11</c:v>
                </c:pt>
                <c:pt idx="1">
                  <c:v>1.98</c:v>
                </c:pt>
                <c:pt idx="2">
                  <c:v>1.93</c:v>
                </c:pt>
                <c:pt idx="3">
                  <c:v>1.79</c:v>
                </c:pt>
                <c:pt idx="4">
                  <c:v>1.71</c:v>
                </c:pt>
                <c:pt idx="5">
                  <c:v>1.64</c:v>
                </c:pt>
                <c:pt idx="6">
                  <c:v>1.68</c:v>
                </c:pt>
                <c:pt idx="7">
                  <c:v>1.55</c:v>
                </c:pt>
                <c:pt idx="8">
                  <c:v>1.47</c:v>
                </c:pt>
                <c:pt idx="9">
                  <c:v>1.42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2100000"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noMultiLvlLbl val="0"/>
      </c:catAx>
      <c:valAx>
        <c:axId val="2140495176"/>
        <c:scaling>
          <c:max val="2.176"/>
          <c:min val="1.384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taged-flux treatment lowers residual turbidity without a settled seasonal claim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Staged-flux treatment lowers residual turbidity without a settled seasonal claim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106679" y="304800"/>
            <a:ext cx="8072932" cy="83637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Staged-flux treatment lowers residual turbidity without a settled seasonal claim.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North Basin treatment works · 10 weekly blocks · Standard vs staged-flux arm · endpoint: residual turbidity (NTU) at discharge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North Basin treatment works · 10 weekly blocks · Standard vs staged-flux arm · endpoint: residual turbidity (NTU) at discharge.&quot;,&quot;title&quot;:&quot;Hypothesis and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8286291" y="448666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North Basin treatment works · 10 weekly blocks · Standard vs staged-flux arm · endpoint: residual turbidity (NTU) at discharge.</a:t>
            </a:r>
          </a:p>
        </p:txBody>
      </p:sp>
      <p:sp>
        <p:nvSpPr>
          <p:cNvPr id="4" name="VIZ::Staged-flux endpoint KPI" title="Visembler report text roles: metric title, metric value" descr="VisualizerSemantic:{&quot;capability_overrides&quot;:{&quot;target&quot;:1.8},&quot;composition_role&quot;:&quot;hero_metric&quot;,&quot;delta&quot;:-0.41,&quot;element&quot;:&quot;Hero KPI&quot;,&quot;emphasis&quot;:&quot;hero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NTU&quot;},&quot;order&quot;:2,&quot;section_id&quot;:&quot;performance&quot;,&quot;section_title&quot;:&quot;Performance&quot;,&quot;showTitle&quot;:true,&quot;target&quot;:1.8,&quot;title&quot;:&quot;Staged-flux endpoint&quot;,&quot;type&quot;:&quot;metric&quot;,&quot;unit&quot;:&quot;NTU&quot;,&quot;value&quot;:1.42,&quot;weight&quot;:1,&quot;z&quot;:3,&quot;x&quot;:14.0,&quot;y&quot;:183.76,&quot;w&quot;:872.4800000000001,&quot;h&quot;:185.0}"/>
          <p:cNvSpPr/>
          <p:nvPr/>
        </p:nvSpPr>
        <p:spPr>
          <a:xfrm>
            <a:off x="106679" y="1400251"/>
            <a:ext cx="664829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Staged-flux endpoint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1.42 NTU</a:t>
            </a:r>
          </a:p>
        </p:txBody>
      </p:sp>
      <p:sp>
        <p:nvSpPr>
          <p:cNvPr id="5" name="VIZ::Week 1 to week 10 residual KPI" title="Visembler report text roles: metric title, comparison value" descr="VisualizerSemantic:{&quot;after&quot;:1.42,&quot;before&quot;:2.14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NTU&quot;},&quot;order&quot;:3,&quot;section_id&quot;:&quot;performance&quot;,&quot;section_title&quot;:&quot;Performance&quot;,&quot;showTitle&quot;:true,&quot;title&quot;:&quot;Week 1 to week 10 residual&quot;,&quot;type&quot;:&quot;comparison&quot;,&quot;unit&quot;:&quot;NTU&quot;,&quot;weight&quot;:1,&quot;z&quot;:4,&quot;x&quot;:900.4800000000001,&quot;y&quot;:183.76,&quot;w&quot;:685.52,&quot;h&quot;:196.0}"/>
          <p:cNvSpPr/>
          <p:nvPr/>
        </p:nvSpPr>
        <p:spPr>
          <a:xfrm>
            <a:off x="6861656" y="1400251"/>
            <a:ext cx="5223662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Week 1 to week 10 residual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2.14 NTU → 1.42 NTU</a:t>
            </a:r>
          </a:p>
        </p:txBody>
      </p:sp>
      <p:graphicFrame>
        <p:nvGraphicFramePr>
          <p:cNvPr id="11" name="VIZ::Residual turbidity by weekly arm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week_block_1&quot;,&quot;name&quot;:&quot;Week block&quot;,&quot;nullable&quot;:false,&quot;profile&quot;:{&quot;distinct&quot;:10,&quot;missing&quot;:0},&quot;semantic_tags&quot;:[],&quot;type&quot;:&quot;categorical&quot;},{&quot;id&quot;:&quot;treatment_arm_2&quot;,&quot;name&quot;:&quot;Treatment arm&quot;,&quot;nullable&quot;:false,&quot;profile&quot;:{&quot;distinct&quot;:2,&quot;missing&quot;:0},&quot;semantic_tags&quot;:[],&quot;type&quot;:&quot;categorical&quot;},{&quot;id&quot;:&quot;residual_turbidity_ntu_3&quot;,&quot;name&quot;:&quot;Residual turbidity NTU&quot;,&quot;nullable&quot;:false,&quot;profile&quot;:{&quot;distinct&quot;:20,&quot;missing&quot;:0},&quot;semantic_tags&quot;:[],&quot;type&quot;:&quot;number&quot;,&quot;unit&quot;:&quot;&quot;}],&quot;id&quot;:&quot;dataset-mujce3ib-zwhw2c&quot;,&quot;metadata&quot;:{&quot;header&quot;:{&quot;confidence&quot;:0.6666666666666666,&quot;present&quot;:true,&quot;source_row&quot;:0}},&quot;name&quot;:&quot;Pasted data&quot;,&quot;revision&quot;:1,&quot;rows&quot;:[[&quot;W01 | 2026-06-01 intake block&quot;,&quot;Standard train&quot;,2.14],[&quot;W01 | 2026-06-01 intake block&quot;,&quot;Staged flux&quot;,2.11],[&quot;W02 | 2026-06-08 intake block&quot;,&quot;Standard train&quot;,2.05],[&quot;W02 | 2026-06-08 intake block&quot;,&quot;Staged flux&quot;,1.98],[&quot;W03 | 2026-06-15 intake block&quot;,&quot;Standard train&quot;,2.1],[&quot;W03 | 2026-06-15 intake block&quot;,&quot;Staged flux&quot;,1.93],[&quot;W04 | 2026-06-22 intake block&quot;,&quot;Standard train&quot;,2.02],[&quot;W04 | 2026-06-22 intake block&quot;,&quot;Staged flux&quot;,1.79],[&quot;W05 | 2026-06-29 cold-water intake block&quot;,&quot;Standard train&quot;,1.96],[&quot;W05 | 2026-06-29 cold-water intake block&quot;,&quot;Staged flux&quot;,1.71],[&quot;W06 | 2026-07-06 cold-water intake block&quot;,&quot;Standard train&quot;,1.92],[&quot;W06 | 2026-07-06 cold-water intake block&quot;,&quot;Staged flux&quot;,1.64],[&quot;W07 | 2026-07-13 high-load intake block&quot;,&quot;Standard train&quot;,2.08],[&quot;W07 | 2026-07-13 high-load intake block&quot;,&quot;Staged flux&quot;,1.68],[&quot;W08 | 2026-07-20 high-load intake block&quot;,&quot;Standard train&quot;,2],[&quot;W08 | 2026-07-20 high-load intake block&quot;,&quot;Staged flux&quot;,1.55],[&quot;W09 | 2026-07-27 mixed-load intake block&quot;,&quot;Standard train&quot;,1.91],[&quot;W09 | 2026-07-27 mixed-load intake block&quot;,&quot;Staged flux&quot;,1.47],[&quot;W10 | 2026-08-03 mixed-load intake block&quot;,&quot;Standard train&quot;,1.83],[&quot;W10 | 2026-08-03 mixed-load intake block&quot;,&quot;Staged flux&quot;,1.42]],&quot;source&quot;:{&quot;imported_at&quot;:&quot;2026-09-27T04:52:30.659Z&quot;,&quot;kind&quot;:&quot;clipboard&quot;,&quot;label&quot;:&quot;TSV&quot;},&quot;warnings&quot;:[]},&quot;dataset_id&quot;:&quot;dataset-mujce3ib-zwhw2c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block_1&quot;,&quot;series&quot;:&quot;treatment_arm_2&quot;,&quot;value&quot;:&quot;residual_turbidity_ntu_3&quot;,&quot;x&quot;:&quot;week_block_1&quot;,&quot;y&quot;:&quot;residual_turbidity_ntu_3&quot;},&quot;recipe&quot;:null,&quot;recommendations&quot;:[{&quot;confidence&quot;:0.93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horizontal field and numeric measure are available.&quot;,&quot;type&quot;:&quot;Line Chart&quot;},{&quot;confidence&quot;:0.9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shared axis can compare multiple runs when a series field is available.&quot;,&quot;type&quot;:&quot;Multi-Line&quot;},{&quot;confidence&quot;:0.9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category and measured value are available.&quot;,&quot;type&quot;:&quot;Vertical Bar&quot;},{&quot;confidence&quot;:0.87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The same trend mapping can show accumulated movement.&quot;,&quot;type&quot;:&quot;Area Chart&quot;},{&quot;confidence&quot;:0.82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horizontal ranking keeps category labels readable.&quot;,&quot;type&quot;:&quot;Horizontal Bar&quot;},{&quot;confidence&quot;:0.8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treatment_arm_2&quot;,&quot;id&quot;:&quot;series-1&quot;,&quot;key&quot;:&quot;Standard train&quot;,&quot;label&quot;:&quot;Standard train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treatment_arm_2&quot;,&quot;id&quot;:&quot;series-2&quot;,&quot;key&quot;:&quot;Staged flux&quot;,&quot;label&quot;:&quot;Staged flux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W01 | 2026-06-01 intake block&quot;,2.14],[&quot;W01 | 2026-06-01 intake block&quot;,2.11],[&quot;W02 | 2026-06-08 intake block&quot;,2.05],[&quot;W02 | 2026-06-08 intake block&quot;,1.98],[&quot;W03 | 2026-06-15 intake block&quot;,2.1],[&quot;W03 | 2026-06-15 intake block&quot;,1.93],[&quot;W04 | 2026-06-22 intake block&quot;,2.02],[&quot;W04 | 2026-06-22 intake block&quot;,1.79],[&quot;W05 | 2026-06-29 cold-water intake block&quot;,1.96],[&quot;W05 | 2026-06-29 cold-water intake block&quot;,1.71],[&quot;W06 | 2026-07-06 cold-water intake block&quot;,1.92],[&quot;W06 | 2026-07-06 cold-water intake block&quot;,1.64],[&quot;W07 | 2026-07-13 high-load intake block&quot;,2.08],[&quot;W07 | 2026-07-13 high-load intake block&quot;,1.68],[&quot;W08 | 2026-07-20 high-load intake block&quot;,2],[&quot;W08 | 2026-07-20 high-load intake block&quot;,1.55],[&quot;W09 | 2026-07-27 mixed-load intake block&quot;,1.91],[&quot;W09 | 2026-07-27 mixed-load intake block&quot;,1.47],[&quot;W10 | 2026-08-03 mixed-load intake block&quot;,1.83],[&quot;W10 | 2026-08-03 mixed-load intake block&quot;,1.42]],&quot;dataset_id&quot;:&quot;dataset-mujce3ib-zwhw2c&quot;,&quot;element&quot;:&quot;Line Chart&quot;,&quot;engine&quot;:&quot;CoreChartEngine&quot;,&quot;groupId&quot;:null,&quot;id&quot;:&quot;c6&quot;,&quot;locked&quot;:false,&quot;mapping&quot;:{&quot;category&quot;:&quot;week_block_1&quot;,&quot;series&quot;:&quot;treatment_arm_2&quot;,&quot;value&quot;:&quot;residual_turbidity_ntu_3&quot;,&quot;x&quot;:&quot;week_block_1&quot;,&quot;y&quot;:&quot;residual_turbidity_ntu_3&quot;},&quot;message_role&quot;:&quot;Primary Evidence&quot;,&quot;order&quot;:4,&quot;rows&quot;:[{&quot;label&quot;:&quot;W01 | 2026-06-01 intake block&quot;,&quot;value&quot;:2.14},{&quot;label&quot;:&quot;W01 | 2026-06-01 intake block&quot;,&quot;value&quot;:2.11},{&quot;label&quot;:&quot;W02 | 2026-06-08 intake block&quot;,&quot;value&quot;:2.05},{&quot;label&quot;:&quot;W02 | 2026-06-08 intake block&quot;,&quot;value&quot;:1.98},{&quot;label&quot;:&quot;W03 | 2026-06-15 intake block&quot;,&quot;value&quot;:2.1},{&quot;label&quot;:&quot;W03 | 2026-06-15 intake block&quot;,&quot;value&quot;:1.93},{&quot;label&quot;:&quot;W04 | 2026-06-22 intake block&quot;,&quot;value&quot;:2.02},{&quot;label&quot;:&quot;W04 | 2026-06-22 intake block&quot;,&quot;value&quot;:1.79},{&quot;label&quot;:&quot;W05 | 2026-06-29 cold-water intake block&quot;,&quot;value&quot;:1.96},{&quot;label&quot;:&quot;W05 | 2026-06-29 cold-water intake block&quot;,&quot;value&quot;:1.71},{&quot;label&quot;:&quot;W06 | 2026-07-06 cold-water intake block&quot;,&quot;value&quot;:1.92},{&quot;label&quot;:&quot;W06 | 2026-07-06 cold-water intake block&quot;,&quot;value&quot;:1.64},{&quot;label&quot;:&quot;W07 | 2026-07-13 high-load intake block&quot;,&quot;value&quot;:2.08},{&quot;label&quot;:&quot;W07 | 2026-07-13 high-load intake block&quot;,&quot;value&quot;:1.68},{&quot;label&quot;:&quot;W08 | 2026-07-20 high-load intake block&quot;,&quot;value&quot;:2},{&quot;label&quot;:&quot;W08 | 2026-07-20 high-load intake block&quot;,&quot;value&quot;:1.55},{&quot;label&quot;:&quot;W09 | 2026-07-27 mixed-load intake block&quot;,&quot;value&quot;:1.91},{&quot;label&quot;:&quot;W09 | 2026-07-27 mixed-load intake block&quot;,&quot;value&quot;:1.47},{&quot;label&quot;:&quot;W10 | 2026-08-03 mixed-load intake block&quot;,&quot;value&quot;:1.83},{&quot;label&quot;:&quot;W10 | 2026-08-03 mixed-load intake block&quot;,&quot;value&quot;:1.42}],&quot;section_id&quot;:&quot;analysis&quot;,&quot;section_title&quot;:&quot;Analysis&quot;,&quot;showTitle&quot;:true,&quot;statistical_result&quot;:null,&quot;title&quot;:&quot;Residual turbidity by weekly arm&quot;,&quot;transform_recipe&quot;:{&quot;steps&quot;:[]},&quot;type&quot;:&quot;chart&quot;,&quot;weight&quot;:1,&quot;z&quot;:6,&quot;observations&quot;:[{&quot;label&quot;:&quot;W01 | 2026-06-01 intake block&quot;,&quot;value&quot;:2.14},{&quot;label&quot;:&quot;W01 | 2026-06-01 intake block&quot;,&quot;value&quot;:2.11},{&quot;label&quot;:&quot;W02 | 2026-06-08 intake block&quot;,&quot;value&quot;:2.05},{&quot;label&quot;:&quot;W02 | 2026-06-08 intake block&quot;,&quot;value&quot;:1.98},{&quot;label&quot;:&quot;W03 | 2026-06-15 intake block&quot;,&quot;value&quot;:2.1},{&quot;label&quot;:&quot;W03 | 2026-06-15 intake block&quot;,&quot;value&quot;:1.93},{&quot;label&quot;:&quot;W04 | 2026-06-22 intake block&quot;,&quot;value&quot;:2.02},{&quot;label&quot;:&quot;W04 | 2026-06-22 intake block&quot;,&quot;value&quot;:1.79},{&quot;label&quot;:&quot;W05 | 2026-06-29 cold-water intake block&quot;,&quot;value&quot;:1.96},{&quot;label&quot;:&quot;W05 | 2026-06-29 cold-water intake block&quot;,&quot;value&quot;:1.71},{&quot;label&quot;:&quot;W06 | 2026-07-06 cold-water intake block&quot;,&quot;value&quot;:1.92},{&quot;label&quot;:&quot;W06 | 2026-07-06 cold-water intake block&quot;,&quot;value&quot;:1.64},{&quot;label&quot;:&quot;W07 | 2026-07-13 high-load intake block&quot;,&quot;value&quot;:2.08},{&quot;label&quot;:&quot;W07 | 2026-07-13 high-load intake block&quot;,&quot;value&quot;:1.68},{&quot;label&quot;:&quot;W08 | 2026-07-20 high-load intake block&quot;,&quot;value&quot;:2},{&quot;label&quot;:&quot;W08 | 2026-07-20 high-load intake block&quot;,&quot;value&quot;:1.55},{&quot;label&quot;:&quot;W09 | 2026-07-27 mixed-load intake block&quot;,&quot;value&quot;:1.91},{&quot;label&quot;:&quot;W09 | 2026-07-27 mixed-load intake block&quot;,&quot;value&quot;:1.47},{&quot;label&quot;:&quot;W10 | 2026-08-03 mixed-load intake block&quot;,&quot;value&quot;:1.83},{&quot;label&quot;:&quot;W10 | 2026-08-03 mixed-load intake block&quot;,&quot;value&quot;:1.42}],&quot;x&quot;:14.0,&quot;y&quot;:413.76,&quot;w&quot;:841.32,&quot;h&quot;:408.28764705882355}"/>
          <p:cNvGraphicFramePr>
            <a:graphicFrameLocks noGrp="1"/>
          </p:cNvGraphicFramePr>
          <p:nvPr/>
        </p:nvGraphicFramePr>
        <p:xfrm>
          <a:off x="106679" y="3152851"/>
          <a:ext cx="6410857" cy="311115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treatment_arm_1&quot;,&quot;name&quot;:&quot;Treatment arm&quot;,&quot;nullable&quot;:false,&quot;profile&quot;:{&quot;distinct&quot;:2,&quot;missing&quot;:0},&quot;semantic_tags&quot;:[],&quot;type&quot;:&quot;categorical&quot;},{&quot;id&quot;:&quot;flux_retention_l_m2h_2&quot;,&quot;name&quot;:&quot;Flux retention L/m2h&quot;,&quot;nullable&quot;:false,&quot;profile&quot;:{&quot;distinct&quot;:12,&quot;missing&quot;:0},&quot;semantic_tags&quot;:[],&quot;type&quot;:&quot;integer&quot;,&quot;unit&quot;:&quot;&quot;}],&quot;id&quot;:&quot;dataset-mujce5xw-yba1bk&quot;,&quot;metadata&quot;:{&quot;header&quot;:{&quot;confidence&quot;:0.75,&quot;present&quot;:true,&quot;source_row&quot;:0}},&quot;name&quot;:&quot;Pasted data&quot;,&quot;revision&quot;:1,&quot;rows&quot;:[[&quot;Standard train&quot;,79],[&quot;Standard train&quot;,82],[&quot;Standard train&quot;,84],[&quot;Standard train&quot;,77],[&quot;Standard train&quot;,86],[&quot;Standard train&quot;,81],[&quot;Staged flux&quot;,88],[&quot;Staged flux&quot;,91],[&quot;Staged flux&quot;,89],[&quot;Staged flux&quot;,94],[&quot;Staged flux&quot;,87],[&quot;Staged flux&quot;,92]],&quot;source&quot;:{&quot;imported_at&quot;:&quot;2026-09-27T04:52:33.812Z&quot;,&quot;kind&quot;:&quot;clipboard&quot;,&quot;label&quot;:&quot;TSV&quot;},&quot;warnings&quot;:[]},&quot;dataset_id&quot;:&quot;dataset-mujce5xw-yba1bk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treatment_arm_1&quot;,&quot;value&quot;:&quot;flux_retention_l_m2h_2&quot;,&quot;x&quot;:&quot;flux_retention_l_m2h_2&quot;},&quot;recipe&quot;:null,&quot;recommendations&quot;:[{&quot;confidence&quot;:0.9,&quot;mapping&quot;:{&quot;category&quot;:&quot;treatment_arm_1&quot;,&quot;value&quot;:&quot;flux_retention_l_m2h_2&quot;,&quot;x&quot;:&quot;flux_retention_l_m2h_2&quot;},&quot;reason&quot;:&quot;A category and measured value are available.&quot;,&quot;type&quot;:&quot;Vertical Bar&quot;},{&quot;confidence&quot;:0.82,&quot;mapping&quot;:{&quot;category&quot;:&quot;treatment_arm_1&quot;,&quot;value&quot;:&quot;flux_retention_l_m2h_2&quot;,&quot;x&quot;:&quot;flux_retention_l_m2h_2&quot;},&quot;reason&quot;:&quot;A horizontal ranking keeps category labels readable.&quot;,&quot;type&quot;:&quot;Horizontal Bar&quot;},{&quot;confidence&quot;:0.8,&quot;mapping&quot;:{&quot;category&quot;:&quot;treatment_arm_1&quot;,&quot;value&quot;:&quot;flux_retention_l_m2h_2&quot;,&quot;x&quot;:&quot;flux_retention_l_m2h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flux_retention_l_m2h_2&quot;,&quot;id&quot;:&quot;series-1&quot;,&quot;label&quot;:&quot;Flux retention L/m2h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data&quot;:[[&quot;Standard train&quot;,79],[&quot;Standard train&quot;,82],[&quot;Standard train&quot;,84],[&quot;Standard train&quot;,77],[&quot;Standard train&quot;,86],[&quot;Standard train&quot;,81],[&quot;Staged flux&quot;,88],[&quot;Staged flux&quot;,91],[&quot;Staged flux&quot;,89],[&quot;Staged flux&quot;,94],[&quot;Staged flux&quot;,87],[&quot;Staged flux&quot;,92]],&quot;dataset_id&quot;:&quot;dataset-mujce5xw-yba1bk&quot;,&quot;element&quot;:&quot;Box Plot&quot;,&quot;engine&quot;:&quot;CoreChartEngine&quot;,&quot;groupId&quot;:null,&quot;id&quot;:&quot;c5&quot;,&quot;locked&quot;:false,&quot;mapping&quot;:{&quot;category&quot;:&quot;treatment_arm_1&quot;,&quot;value&quot;:&quot;flux_retention_l_m2h_2&quot;,&quot;x&quot;:&quot;flux_retention_l_m2h_2&quot;},&quot;message_role&quot;:&quot;Supporting Evidence&quot;,&quot;order&quot;:5,&quot;rows&quot;:[{&quot;label&quot;:&quot;Standard train&quot;,&quot;value&quot;:79},{&quot;label&quot;:&quot;Standard train&quot;,&quot;value&quot;:82},{&quot;label&quot;:&quot;Standard train&quot;,&quot;value&quot;:84},{&quot;label&quot;:&quot;Standard train&quot;,&quot;value&quot;:77},{&quot;label&quot;:&quot;Standard train&quot;,&quot;value&quot;:86},{&quot;label&quot;:&quot;Standard train&quot;,&quot;value&quot;:81},{&quot;label&quot;:&quot;Staged flux&quot;,&quot;value&quot;:88},{&quot;label&quot;:&quot;Staged flux&quot;,&quot;value&quot;:91},{&quot;label&quot;:&quot;Staged flux&quot;,&quot;value&quot;:89},{&quot;label&quot;:&quot;Staged flux&quot;,&quot;value&quot;:94},{&quot;label&quot;:&quot;Staged flux&quot;,&quot;value&quot;:87},{&quot;label&quot;:&quot;Staged flux&quot;,&quot;value&quot;:92}],&quot;section_id&quot;:&quot;analysis&quot;,&quot;section_title&quot;:&quot;Analysis&quot;,&quot;showTitle&quot;:true,&quot;statistical_result&quot;:null,&quot;title&quot;:&quot;Flux retention distribution by arm&quot;,&quot;transform_recipe&quot;:{&quot;steps&quot;:[]},&quot;type&quot;:&quot;chart&quot;,&quot;weight&quot;:1,&quot;z&quot;:5,&quot;observations&quot;:[{&quot;label&quot;:&quot;Standard train&quot;,&quot;value&quot;:79},{&quot;label&quot;:&quot;Standard train&quot;,&quot;value&quot;:82},{&quot;label&quot;:&quot;Standard train&quot;,&quot;value&quot;:84},{&quot;label&quot;:&quot;Standard train&quot;,&quot;value&quot;:77},{&quot;label&quot;:&quot;Standard train&quot;,&quot;value&quot;:86},{&quot;label&quot;:&quot;Standard train&quot;,&quot;value&quot;:81},{&quot;label&quot;:&quot;Staged flux&quot;,&quot;value&quot;:88},{&quot;label&quot;:&quot;Staged flux&quot;,&quot;value&quot;:91},{&quot;label&quot;:&quot;Staged flux&quot;,&quot;value&quot;:89},{&quot;label&quot;:&quot;Staged flux&quot;,&quot;value&quot;:94},{&quot;label&quot;:&quot;Staged flux&quot;,&quot;value&quot;:87},{&quot;label&quot;:&quot;Staged flux&quot;,&quot;value&quot;:92}],&quot;x&quot;:869.32,&quot;y&quot;:444.0035294117647,&quot;w&quot;:716.6800000000001,&quot;h&quot;:347.8005882352942}"/>
          <p:cNvSpPr txBox="1"/>
          <p:nvPr/>
        </p:nvSpPr>
        <p:spPr>
          <a:xfrm>
            <a:off x="6842661" y="3423059"/>
            <a:ext cx="5024212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Flux retention distribution by arm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7497993" y="5370986"/>
            <a:ext cx="442349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6624217" y="5307486"/>
            <a:ext cx="737249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76.15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7497993" y="5006578"/>
            <a:ext cx="442349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6624217" y="4943078"/>
            <a:ext cx="737249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80.825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7497993" y="4642170"/>
            <a:ext cx="442349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6624217" y="4578670"/>
            <a:ext cx="737249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85.5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7497993" y="4277762"/>
            <a:ext cx="442349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6624217" y="4214262"/>
            <a:ext cx="737249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90.175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7497993" y="3913354"/>
            <a:ext cx="442349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6624217" y="3849854"/>
            <a:ext cx="737249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94.85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8603865.75" y="4603196"/>
            <a:ext cx="0.0" cy="701534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8347833.75" y="5304730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8347833.75" y="4603196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8347833" y="4798066"/>
            <a:ext cx="512064" cy="311793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8347833.75" y="4953963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Standard train&quot;,&quot;quartiles&quot;:{&quot;n&quot;:6,&quot;min&quot;:77.0,&quot;q1&quot;:79.5,&quot;median&quot;:81.5,&quot;q3&quot;:83.5,&quot;max&quot;:86.0}}"/>
          <p:cNvSpPr txBox="1"/>
          <p:nvPr/>
        </p:nvSpPr>
        <p:spPr>
          <a:xfrm>
            <a:off x="8055225" y="5490246"/>
            <a:ext cx="1097280" cy="34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Standard train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10815611.25" y="3979610"/>
            <a:ext cx="0.0" cy="545638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10559579.25" y="452524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10559579.25" y="3979610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10559579" y="4154994"/>
            <a:ext cx="512064" cy="272818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10559579.25" y="4291403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Staged flux&quot;,&quot;quartiles&quot;:{&quot;n&quot;:6,&quot;min&quot;:87.0,&quot;q1&quot;:88.25,&quot;median&quot;:90.0,&quot;q3&quot;:91.75,&quot;max&quot;:94.0}}"/>
          <p:cNvSpPr txBox="1"/>
          <p:nvPr/>
        </p:nvSpPr>
        <p:spPr>
          <a:xfrm>
            <a:off x="10266971" y="5490246"/>
            <a:ext cx="1097280" cy="34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Staged flux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Across ten paired blocks, staged-flux residual turbidity fell faster after week 4. Median flux retention is also higher, while the cold-water weeks widen both arms. The trial was not powered for a seasonal reliability claim and the two missed inflow samples were imputed from the prior shif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Across ten paired blocks, staged-flux residual turbidity fell faster after week 4. Median flux retention is also higher, while the cold-water weeks widen both arms. The trial was not powered for a seasonal reliability claim and the two missed inflow samples were imputed from the prior shift.&quot;,&quot;title&quot;:&quot;Interpretation&quot;,&quot;type&quot;:&quot;text&quot;,&quot;weight&quot;:1,&quot;z&quot;:8,&quot;x&quot;:14.0,&quot;y&quot;:830.0476470588235,&quot;w&quot;:1572.0,&quot;h&quot;:116.0}"/>
          <p:cNvSpPr/>
          <p:nvPr/>
        </p:nvSpPr>
        <p:spPr>
          <a:xfrm>
            <a:off x="106679" y="6324962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Across ten paired blocks, staged-flux residual turbidity fell faster after week 4. Median flux retention is also higher, while the cold-water weeks widen both arms. The trial was not powered for a seasonal reliability claim and the two missed inflow samples were imputed from the prior shift.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The paired result is promising but seasonal inflow and two imputed samples limit generalization; retain the standard train as the control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howTitle&quot;:true,&quot;statement&quot;:&quot;Extend the staged-flux trial to one basin&quot;,&quot;status&quot;:&quot;Pilot&quot;,&quot;title&quot;:&quot;Recommendation&quot;,&quot;type&quot;:&quot;decision&quot;,&quot;weight&quot;:1,&quot;z&quot;:9,&quot;x&quot;:14.0,&quot;y&quot;:1357.4076470588234,&quot;w&quot;:1572.0,&quot;h&quot;:175.0}"/>
          <p:cNvSpPr/>
          <p:nvPr/>
        </p:nvSpPr>
        <p:spPr>
          <a:xfrm>
            <a:off x="106679" y="10343445"/>
            <a:ext cx="11978639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Extend the staged-flux trial to one basin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The paired result is promising but seasonal inflow and two imputed samples limit generalization; retain the standard train as the control.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Pilot</a:t>
            </a:r>
          </a:p>
        </p:txBody>
      </p:sp>
      <p:graphicFrame>
        <p:nvGraphicFramePr>
          <p:cNvPr id="35" name="VIZ::Operating evidence · C" descr="VisualizerSemantic:{&quot;composition_role&quot;:&quot;detailed_evidence&quot;,&quot;customTable&quot;:{&quot;headers&quot;:[&quot;Treatment arm / condition&quot;,&quot;Paired blocks&quot;,&quot;Residual NTU median&quot;,&quot;Flux retention median&quot;,&quot;Evidence note&quot;],&quot;rows&quot;:[[&quot;Standard train / ambient blocks&quot;,6,1.96,81,&quot;Control pathway retained&quot;],[&quot;Staged flux / ambient blocks&quot;,6,1.64,90,&quot;Lower residual in paired windows&quot;],[&quot;Standard train / cold-water blocks&quot;,2,2.02,78,&quot;Seasonal condition&quot;],[&quot;Staged flux / cold-water blocks&quot;,2,1.71,88,&quot;Two prior-shift imputations&quot;]]},&quot;element&quot;:&quot;Clean Table&quot;,&quot;engine&quot;:&quot;TableEngine&quot;,&quot;groupId&quot;:null,&quot;id&quot;:&quot;c7&quot;,&quot;locked&quot;:false,&quot;message_role&quot;:&quot;Primary Evidence&quot;,&quot;order&quot;:7,&quot;rows&quot;:[[&quot;Standard train / ambient blocks&quot;,6,1.96,81,&quot;Control pathway retained&quot;],[&quot;Staged flux / ambient blocks&quot;,6,1.64,90,&quot;Lower residual in paired windows&quot;],[&quot;Standard train / cold-water blocks&quot;,2,2.02,78,&quot;Seasonal condition&quot;],[&quot;Staged flux / cold-water blocks&quot;,2,1.71,88,&quot;Two prior-shift imputations&quot;]],&quot;section_id&quot;:&quot;evidence&quot;,&quot;section_title&quot;:&quot;Experiment evidence&quot;,&quot;showTitle&quot;:true,&quot;title&quot;:&quot;Operating evidence · C&quot;,&quot;type&quot;:&quot;table&quot;,&quot;weight&quot;:1,&quot;z&quot;:7,&quot;x&quot;:14.0,&quot;y&quot;:980.0476470588235,&quot;w&quot;:1572.0,&quot;h&quot;:343.35999999999996}"/>
          <p:cNvGraphicFramePr>
            <a:graphicFrameLocks noGrp="1"/>
          </p:cNvGraphicFramePr>
          <p:nvPr/>
        </p:nvGraphicFramePr>
        <p:xfrm>
          <a:off x="106679" y="7467962"/>
          <a:ext cx="11978639" cy="2616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727"/>
                <a:gridCol w="2395727"/>
                <a:gridCol w="2395727"/>
                <a:gridCol w="2395727"/>
                <a:gridCol w="2395731"/>
              </a:tblGrid>
              <a:tr h="52328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Treatment arm /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Paired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Residual NTU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Flux retention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note</a:t>
                      </a:r>
                    </a:p>
                  </a:txBody>
                  <a:tcPr/>
                </a:tc>
              </a:tr>
              <a:tr h="52328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Standard train / ambient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 pathway retained</a:t>
                      </a:r>
                    </a:p>
                  </a:txBody>
                  <a:tcPr/>
                </a:tc>
              </a:tr>
              <a:tr h="52328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Staged flux / ambient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Lower residual in paired windows</a:t>
                      </a:r>
                    </a:p>
                  </a:txBody>
                  <a:tcPr/>
                </a:tc>
              </a:tr>
              <a:tr h="52328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Standard train / cold-water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Seasonal condition</a:t>
                      </a:r>
                    </a:p>
                  </a:txBody>
                  <a:tcPr/>
                </a:tc>
              </a:tr>
              <a:tr h="5232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Staged flux / cold-water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 prior-shift imputations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block_1&quot;,&quot;name&quot;:&quot;Week block&quot;,&quot;nullable&quot;:false,&quot;profile&quot;:{&quot;distinct&quot;:10,&quot;missing&quot;:0},&quot;semantic_tags&quot;:[],&quot;type&quot;:&quot;categorical&quot;},{&quot;id&quot;:&quot;treatment_arm_2&quot;,&quot;name&quot;:&quot;Treatment arm&quot;,&quot;nullable&quot;:false,&quot;profile&quot;:{&quot;distinct&quot;:2,&quot;missing&quot;:0},&quot;semantic_tags&quot;:[],&quot;type&quot;:&quot;categorical&quot;},{&quot;id&quot;:&quot;residual_turbidity_ntu_3&quot;,&quot;name&quot;:&quot;Residual turbidity NTU&quot;,&quot;nullable&quot;:false,&quot;profile&quot;:{&quot;distinct&quot;:20,&quot;missing&quot;:0},&quot;semantic_tags&quot;:[],&quot;type&quot;:&quot;number&quot;,&quot;unit&quot;:&quot;&quot;}],&quot;id&quot;:&quot;dataset-mujce3ib-zwhw2c&quot;,&quot;metadata&quot;:{&quot;header&quot;:{&quot;confidence&quot;:0.6666666666666666,&quot;present&quot;:true,&quot;source_row&quot;:0}},&quot;name&quot;:&quot;Pasted data&quot;,&quot;revision&quot;:1,&quot;rows&quot;:[[&quot;W01 | 2026-06-01 intake block&quot;,&quot;Standard train&quot;,2.14],[&quot;W01 | 2026-06-01 intake block&quot;,&quot;Staged flux&quot;,2.11],[&quot;W02 | 2026-06-08 intake block&quot;,&quot;Standard train&quot;,2.05],[&quot;W02 | 2026-06-08 intake block&quot;,&quot;Staged flux&quot;,1.98],[&quot;W03 | 2026-06-15 intake block&quot;,&quot;Standard train&quot;,2.1],[&quot;W03 | 2026-06-15 intake block&quot;,&quot;Staged flux&quot;,1.93],[&quot;W04 | 2026-06-22 intake block&quot;,&quot;Standard train&quot;,2.02],[&quot;W04 | 2026-06-22 intake block&quot;,&quot;Staged flux&quot;,1.79],[&quot;W05 | 2026-06-29 cold-water intake block&quot;,&quot;Standard train&quot;,1.96],[&quot;W05 | 2026-06-29 cold-water intake block&quot;,&quot;Staged flux&quot;,1.71],[&quot;W06 | 2026-07-06 cold-water intake block&quot;,&quot;Standard train&quot;,1.92],[&quot;W06 | 2026-07-06 cold-water intake block&quot;,&quot;Staged flux&quot;,1.64],[&quot;W07 | 2026-07-13 high-load intake block&quot;,&quot;Standard train&quot;,2.08],[&quot;W07 | 2026-07-13 high-load intake block&quot;,&quot;Staged flux&quot;,1.68],[&quot;W08 | 2026-07-20 high-load intake block&quot;,&quot;Standard train&quot;,2],[&quot;W08 | 2026-07-20 high-load intake block&quot;,&quot;Staged flux&quot;,1.55],[&quot;W09 | 2026-07-27 mixed-load intake block&quot;,&quot;Standard train&quot;,1.91],[&quot;W09 | 2026-07-27 mixed-load intake block&quot;,&quot;Staged flux&quot;,1.47],[&quot;W10 | 2026-08-03 mixed-load intake block&quot;,&quot;Standard train&quot;,1.83],[&quot;W10 | 2026-08-03 mixed-load intake block&quot;,&quot;Staged flux&quot;,1.42]],&quot;source&quot;:{&quot;imported_at&quot;:&quot;2026-09-27T04:52:30.659Z&quot;,&quot;kind&quot;:&quot;clipboard&quot;,&quot;label&quot;:&quot;TSV&quot;},&quot;warnings&quot;:[]},{&quot;fields&quot;:[{&quot;id&quot;:&quot;treatment_arm_1&quot;,&quot;name&quot;:&quot;Treatment arm&quot;,&quot;nullable&quot;:false,&quot;profile&quot;:{&quot;distinct&quot;:2,&quot;missing&quot;:0},&quot;semantic_tags&quot;:[],&quot;type&quot;:&quot;categorical&quot;},{&quot;id&quot;:&quot;flux_retention_l_m2h_2&quot;,&quot;name&quot;:&quot;Flux retention L/m2h&quot;,&quot;nullable&quot;:false,&quot;profile&quot;:{&quot;distinct&quot;:12,&quot;missing&quot;:0},&quot;semantic_tags&quot;:[],&quot;type&quot;:&quot;integer&quot;,&quot;unit&quot;:&quot;&quot;}],&quot;id&quot;:&quot;dataset-mujce5xw-yba1bk&quot;,&quot;metadata&quot;:{&quot;header&quot;:{&quot;confidence&quot;:0.75,&quot;present&quot;:true,&quot;source_row&quot;:0}},&quot;name&quot;:&quot;Pasted data&quot;,&quot;revision&quot;:1,&quot;rows&quot;:[[&quot;Standard train&quot;,79],[&quot;Standard train&quot;,82],[&quot;Standard train&quot;,84],[&quot;Standard train&quot;,77],[&quot;Standard train&quot;,86],[&quot;Standard train&quot;,81],[&quot;Staged flux&quot;,88],[&quot;Staged flux&quot;,91],[&quot;Staged flux&quot;,89],[&quot;Staged flux&quot;,94],[&quot;Staged flux&quot;,87],[&quot;Staged flux&quot;,92]],&quot;source&quot;:{&quot;imported_at&quot;:&quot;2026-09-27T04:52:33.812Z&quot;,&quot;kind&quot;:&quot;clipboard&quot;,&quot;label&quot;:&quot;TSV&quot;},&quot;warnings&quot;:[]}],&quot;groups&quot;:{},&quot;items&quot;:[{&quot;body&quot;:&quot;Staged-flux treatment lowers residual turbidity without a settled seasonal claim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Staged-flux treatment lowers residual turbidity without a settled seasonal claim.&quot;,&quot;title&quot;:&quot;Executive Statement&quot;,&quot;type&quot;:&quot;text&quot;,&quot;weight&quot;:1,&quot;z&quot;:1},{&quot;body&quot;:&quot;North Basin treatment works · 10 weekly blocks · Standard vs staged-flux arm · endpoint: residual turbidity (NTU) at discharge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North Basin treatment works · 10 weekly blocks · Standard vs staged-flux arm · endpoint: residual turbidity (NTU) at discharge.&quot;,&quot;title&quot;:&quot;Hypothesis and context&quot;,&quot;type&quot;:&quot;text&quot;,&quot;weight&quot;:1,&quot;z&quot;:2},{&quot;capability_overrides&quot;:{&quot;target&quot;:1.8},&quot;composition_role&quot;:&quot;hero_metric&quot;,&quot;delta&quot;:-0.41,&quot;element&quot;:&quot;Hero KPI&quot;,&quot;emphasis&quot;:&quot;hero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NTU&quot;},&quot;order&quot;:2,&quot;section_id&quot;:&quot;performance&quot;,&quot;section_title&quot;:&quot;Performance&quot;,&quot;showTitle&quot;:true,&quot;target&quot;:1.8,&quot;title&quot;:&quot;Staged-flux endpoint&quot;,&quot;type&quot;:&quot;metric&quot;,&quot;unit&quot;:&quot;NTU&quot;,&quot;value&quot;:1.42,&quot;weight&quot;:1,&quot;z&quot;:3},{&quot;after&quot;:1.42,&quot;before&quot;:2.14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NTU&quot;},&quot;order&quot;:3,&quot;section_id&quot;:&quot;performance&quot;,&quot;section_title&quot;:&quot;Performance&quot;,&quot;showTitle&quot;:true,&quot;title&quot;:&quot;Week 1 to week 10 residual&quot;,&quot;type&quot;:&quot;comparison&quot;,&quot;unit&quot;:&quot;NTU&quot;,&quot;weight&quot;:1,&quot;z&quot;:4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treatment_arm_1&quot;,&quot;name&quot;:&quot;Treatment arm&quot;,&quot;nullable&quot;:false,&quot;profile&quot;:{&quot;distinct&quot;:2,&quot;missing&quot;:0},&quot;semantic_tags&quot;:[],&quot;type&quot;:&quot;categorical&quot;},{&quot;id&quot;:&quot;flux_retention_l_m2h_2&quot;,&quot;name&quot;:&quot;Flux retention L/m2h&quot;,&quot;nullable&quot;:false,&quot;profile&quot;:{&quot;distinct&quot;:12,&quot;missing&quot;:0},&quot;semantic_tags&quot;:[],&quot;type&quot;:&quot;integer&quot;,&quot;unit&quot;:&quot;&quot;}],&quot;id&quot;:&quot;dataset-mujce5xw-yba1bk&quot;,&quot;metadata&quot;:{&quot;header&quot;:{&quot;confidence&quot;:0.75,&quot;present&quot;:true,&quot;source_row&quot;:0}},&quot;name&quot;:&quot;Pasted data&quot;,&quot;revision&quot;:1,&quot;rows&quot;:[[&quot;Standard train&quot;,79],[&quot;Standard train&quot;,82],[&quot;Standard train&quot;,84],[&quot;Standard train&quot;,77],[&quot;Standard train&quot;,86],[&quot;Standard train&quot;,81],[&quot;Staged flux&quot;,88],[&quot;Staged flux&quot;,91],[&quot;Staged flux&quot;,89],[&quot;Staged flux&quot;,94],[&quot;Staged flux&quot;,87],[&quot;Staged flux&quot;,92]],&quot;source&quot;:{&quot;imported_at&quot;:&quot;2026-09-27T04:52:33.812Z&quot;,&quot;kind&quot;:&quot;clipboard&quot;,&quot;label&quot;:&quot;TSV&quot;},&quot;warnings&quot;:[]},&quot;dataset_id&quot;:&quot;dataset-mujce5xw-yba1bk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treatment_arm_1&quot;,&quot;value&quot;:&quot;flux_retention_l_m2h_2&quot;,&quot;x&quot;:&quot;flux_retention_l_m2h_2&quot;},&quot;recipe&quot;:null,&quot;recommendations&quot;:[{&quot;confidence&quot;:0.9,&quot;mapping&quot;:{&quot;category&quot;:&quot;treatment_arm_1&quot;,&quot;value&quot;:&quot;flux_retention_l_m2h_2&quot;,&quot;x&quot;:&quot;flux_retention_l_m2h_2&quot;},&quot;reason&quot;:&quot;A category and measured value are available.&quot;,&quot;type&quot;:&quot;Vertical Bar&quot;},{&quot;confidence&quot;:0.82,&quot;mapping&quot;:{&quot;category&quot;:&quot;treatment_arm_1&quot;,&quot;value&quot;:&quot;flux_retention_l_m2h_2&quot;,&quot;x&quot;:&quot;flux_retention_l_m2h_2&quot;},&quot;reason&quot;:&quot;A horizontal ranking keeps category labels readable.&quot;,&quot;type&quot;:&quot;Horizontal Bar&quot;},{&quot;confidence&quot;:0.8,&quot;mapping&quot;:{&quot;category&quot;:&quot;treatment_arm_1&quot;,&quot;value&quot;:&quot;flux_retention_l_m2h_2&quot;,&quot;x&quot;:&quot;flux_retention_l_m2h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flux_retention_l_m2h_2&quot;,&quot;id&quot;:&quot;series-1&quot;,&quot;label&quot;:&quot;Flux retention L/m2h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data&quot;:[[79,79],[82,82],[84,84],[77,77],[86,86],[81,81],[88,88],[91,91],[89,89],[94,94],[87,87],[92,92]],&quot;dataset_id&quot;:&quot;dataset-mujce5xw-yba1bk&quot;,&quot;element&quot;:&quot;Box Plot&quot;,&quot;engine&quot;:&quot;CoreChartEngine&quot;,&quot;groupId&quot;:null,&quot;id&quot;:&quot;c5&quot;,&quot;locked&quot;:false,&quot;mapping&quot;:{&quot;category&quot;:&quot;treatment_arm_1&quot;,&quot;value&quot;:&quot;flux_retention_l_m2h_2&quot;,&quot;x&quot;:&quot;flux_retention_l_m2h_2&quot;},&quot;message_role&quot;:&quot;Supporting Evidence&quot;,&quot;order&quot;:5,&quot;rows&quot;:[{&quot;label&quot;:79,&quot;value&quot;:79},{&quot;label&quot;:82,&quot;value&quot;:82},{&quot;label&quot;:84,&quot;value&quot;:84},{&quot;label&quot;:77,&quot;value&quot;:77},{&quot;label&quot;:86,&quot;value&quot;:86},{&quot;label&quot;:81,&quot;value&quot;:81},{&quot;label&quot;:88,&quot;value&quot;:88},{&quot;label&quot;:91,&quot;value&quot;:91},{&quot;label&quot;:89,&quot;value&quot;:89},{&quot;label&quot;:94,&quot;value&quot;:94},{&quot;label&quot;:87,&quot;value&quot;:87},{&quot;label&quot;:92,&quot;value&quot;:92}],&quot;section_id&quot;:&quot;analysis&quot;,&quot;section_title&quot;:&quot;Analysis&quot;,&quot;showTitle&quot;:true,&quot;statistical_result&quot;:null,&quot;title&quot;:&quot;Flux retention distribution by arm&quot;,&quot;transform_recipe&quot;:{&quot;steps&quot;:[]},&quot;type&quot;:&quot;chart&quot;,&quot;weight&quot;:1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week_block_1&quot;,&quot;name&quot;:&quot;Week block&quot;,&quot;nullable&quot;:false,&quot;profile&quot;:{&quot;distinct&quot;:10,&quot;missing&quot;:0},&quot;semantic_tags&quot;:[],&quot;type&quot;:&quot;categorical&quot;},{&quot;id&quot;:&quot;treatment_arm_2&quot;,&quot;name&quot;:&quot;Treatment arm&quot;,&quot;nullable&quot;:false,&quot;profile&quot;:{&quot;distinct&quot;:2,&quot;missing&quot;:0},&quot;semantic_tags&quot;:[],&quot;type&quot;:&quot;categorical&quot;},{&quot;id&quot;:&quot;residual_turbidity_ntu_3&quot;,&quot;name&quot;:&quot;Residual turbidity NTU&quot;,&quot;nullable&quot;:false,&quot;profile&quot;:{&quot;distinct&quot;:20,&quot;missing&quot;:0},&quot;semantic_tags&quot;:[],&quot;type&quot;:&quot;number&quot;,&quot;unit&quot;:&quot;&quot;}],&quot;id&quot;:&quot;dataset-mujce3ib-zwhw2c&quot;,&quot;metadata&quot;:{&quot;header&quot;:{&quot;confidence&quot;:0.6666666666666666,&quot;present&quot;:true,&quot;source_row&quot;:0}},&quot;name&quot;:&quot;Pasted data&quot;,&quot;revision&quot;:1,&quot;rows&quot;:[[&quot;W01 | 2026-06-01 intake block&quot;,&quot;Standard train&quot;,2.14],[&quot;W01 | 2026-06-01 intake block&quot;,&quot;Staged flux&quot;,2.11],[&quot;W02 | 2026-06-08 intake block&quot;,&quot;Standard train&quot;,2.05],[&quot;W02 | 2026-06-08 intake block&quot;,&quot;Staged flux&quot;,1.98],[&quot;W03 | 2026-06-15 intake block&quot;,&quot;Standard train&quot;,2.1],[&quot;W03 | 2026-06-15 intake block&quot;,&quot;Staged flux&quot;,1.93],[&quot;W04 | 2026-06-22 intake block&quot;,&quot;Standard train&quot;,2.02],[&quot;W04 | 2026-06-22 intake block&quot;,&quot;Staged flux&quot;,1.79],[&quot;W05 | 2026-06-29 cold-water intake block&quot;,&quot;Standard train&quot;,1.96],[&quot;W05 | 2026-06-29 cold-water intake block&quot;,&quot;Staged flux&quot;,1.71],[&quot;W06 | 2026-07-06 cold-water intake block&quot;,&quot;Standard train&quot;,1.92],[&quot;W06 | 2026-07-06 cold-water intake block&quot;,&quot;Staged flux&quot;,1.64],[&quot;W07 | 2026-07-13 high-load intake block&quot;,&quot;Standard train&quot;,2.08],[&quot;W07 | 2026-07-13 high-load intake block&quot;,&quot;Staged flux&quot;,1.68],[&quot;W08 | 2026-07-20 high-load intake block&quot;,&quot;Standard train&quot;,2],[&quot;W08 | 2026-07-20 high-load intake block&quot;,&quot;Staged flux&quot;,1.55],[&quot;W09 | 2026-07-27 mixed-load intake block&quot;,&quot;Standard train&quot;,1.91],[&quot;W09 | 2026-07-27 mixed-load intake block&quot;,&quot;Staged flux&quot;,1.47],[&quot;W10 | 2026-08-03 mixed-load intake block&quot;,&quot;Standard train&quot;,1.83],[&quot;W10 | 2026-08-03 mixed-load intake block&quot;,&quot;Staged flux&quot;,1.42]],&quot;source&quot;:{&quot;imported_at&quot;:&quot;2026-09-27T04:52:30.659Z&quot;,&quot;kind&quot;:&quot;clipboard&quot;,&quot;label&quot;:&quot;TSV&quot;},&quot;warnings&quot;:[]},&quot;dataset_id&quot;:&quot;dataset-mujce3ib-zwhw2c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block_1&quot;,&quot;series&quot;:&quot;treatment_arm_2&quot;,&quot;value&quot;:&quot;residual_turbidity_ntu_3&quot;,&quot;x&quot;:&quot;week_block_1&quot;,&quot;y&quot;:&quot;residual_turbidity_ntu_3&quot;},&quot;recipe&quot;:null,&quot;recommendations&quot;:[{&quot;confidence&quot;:0.93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horizontal field and numeric measure are available.&quot;,&quot;type&quot;:&quot;Line Chart&quot;},{&quot;confidence&quot;:0.9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shared axis can compare multiple runs when a series field is available.&quot;,&quot;type&quot;:&quot;Multi-Line&quot;},{&quot;confidence&quot;:0.9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category and measured value are available.&quot;,&quot;type&quot;:&quot;Vertical Bar&quot;},{&quot;confidence&quot;:0.87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The same trend mapping can show accumulated movement.&quot;,&quot;type&quot;:&quot;Area Chart&quot;},{&quot;confidence&quot;:0.82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A horizontal ranking keeps category labels readable.&quot;,&quot;type&quot;:&quot;Horizontal Bar&quot;},{&quot;confidence&quot;:0.8,&quot;mapping&quot;:{&quot;category&quot;:&quot;week_block_1&quot;,&quot;series&quot;:&quot;treatment_arm_2&quot;,&quot;value&quot;:&quot;residual_turbidity_ntu_3&quot;,&quot;x&quot;:&quot;week_block_1&quot;,&quot;y&quot;:&quot;residual_turbidity_ntu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treatment_arm_2&quot;,&quot;id&quot;:&quot;series-1&quot;,&quot;key&quot;:&quot;Standard train&quot;,&quot;label&quot;:&quot;Standard train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treatment_arm_2&quot;,&quot;id&quot;:&quot;series-2&quot;,&quot;key&quot;:&quot;Staged flux&quot;,&quot;label&quot;:&quot;Staged flux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W01 | 2026-06-01 intake block&quot;,2.14],[&quot;W01 | 2026-06-01 intake block&quot;,2.11],[&quot;W02 | 2026-06-08 intake block&quot;,2.05],[&quot;W02 | 2026-06-08 intake block&quot;,1.98],[&quot;W03 | 2026-06-15 intake block&quot;,2.1],[&quot;W03 | 2026-06-15 intake block&quot;,1.93],[&quot;W04 | 2026-06-22 intake block&quot;,2.02],[&quot;W04 | 2026-06-22 intake block&quot;,1.79],[&quot;W05 | 2026-06-29 cold-water intake block&quot;,1.96],[&quot;W05 | 2026-06-29 cold-water intake block&quot;,1.71],[&quot;W06 | 2026-07-06 cold-water intake block&quot;,1.92],[&quot;W06 | 2026-07-06 cold-water intake block&quot;,1.64],[&quot;W07 | 2026-07-13 high-load intake block&quot;,2.08],[&quot;W07 | 2026-07-13 high-load intake block&quot;,1.68],[&quot;W08 | 2026-07-20 high-load intake block&quot;,2],[&quot;W08 | 2026-07-20 high-load intake block&quot;,1.55],[&quot;W09 | 2026-07-27 mixed-load intake block&quot;,1.91],[&quot;W09 | 2026-07-27 mixed-load intake block&quot;,1.47],[&quot;W10 | 2026-08-03 mixed-load intake block&quot;,1.83],[&quot;W10 | 2026-08-03 mixed-load intake block&quot;,1.42]],&quot;dataset_id&quot;:&quot;dataset-mujce3ib-zwhw2c&quot;,&quot;element&quot;:&quot;Line Chart&quot;,&quot;engine&quot;:&quot;CoreChartEngine&quot;,&quot;groupId&quot;:null,&quot;id&quot;:&quot;c6&quot;,&quot;locked&quot;:false,&quot;mapping&quot;:{&quot;category&quot;:&quot;week_block_1&quot;,&quot;series&quot;:&quot;treatment_arm_2&quot;,&quot;value&quot;:&quot;residual_turbidity_ntu_3&quot;,&quot;x&quot;:&quot;week_block_1&quot;,&quot;y&quot;:&quot;residual_turbidity_ntu_3&quot;},&quot;message_role&quot;:&quot;Primary Evidence&quot;,&quot;order&quot;:4,&quot;rows&quot;:[{&quot;label&quot;:&quot;W01 | 2026-06-01 intake block&quot;,&quot;value&quot;:2.14},{&quot;label&quot;:&quot;W01 | 2026-06-01 intake block&quot;,&quot;value&quot;:2.11},{&quot;label&quot;:&quot;W02 | 2026-06-08 intake block&quot;,&quot;value&quot;:2.05},{&quot;label&quot;:&quot;W02 | 2026-06-08 intake block&quot;,&quot;value&quot;:1.98},{&quot;label&quot;:&quot;W03 | 2026-06-15 intake block&quot;,&quot;value&quot;:2.1},{&quot;label&quot;:&quot;W03 | 2026-06-15 intake block&quot;,&quot;value&quot;:1.93},{&quot;label&quot;:&quot;W04 | 2026-06-22 intake block&quot;,&quot;value&quot;:2.02},{&quot;label&quot;:&quot;W04 | 2026-06-22 intake block&quot;,&quot;value&quot;:1.79},{&quot;label&quot;:&quot;W05 | 2026-06-29 cold-water intake block&quot;,&quot;value&quot;:1.96},{&quot;label&quot;:&quot;W05 | 2026-06-29 cold-water intake block&quot;,&quot;value&quot;:1.71},{&quot;label&quot;:&quot;W06 | 2026-07-06 cold-water intake block&quot;,&quot;value&quot;:1.92},{&quot;label&quot;:&quot;W06 | 2026-07-06 cold-water intake block&quot;,&quot;value&quot;:1.64},{&quot;label&quot;:&quot;W07 | 2026-07-13 high-load intake block&quot;,&quot;value&quot;:2.08},{&quot;label&quot;:&quot;W07 | 2026-07-13 high-load intake block&quot;,&quot;value&quot;:1.68},{&quot;label&quot;:&quot;W08 | 2026-07-20 high-load intake block&quot;,&quot;value&quot;:2},{&quot;label&quot;:&quot;W08 | 2026-07-20 high-load intake block&quot;,&quot;value&quot;:1.55},{&quot;label&quot;:&quot;W09 | 2026-07-27 mixed-load intake block&quot;,&quot;value&quot;:1.91},{&quot;label&quot;:&quot;W09 | 2026-07-27 mixed-load intake block&quot;,&quot;value&quot;:1.47},{&quot;label&quot;:&quot;W10 | 2026-08-03 mixed-load intake block&quot;,&quot;value&quot;:1.83},{&quot;label&quot;:&quot;W10 | 2026-08-03 mixed-load intake block&quot;,&quot;value&quot;:1.42}],&quot;section_id&quot;:&quot;analysis&quot;,&quot;section_title&quot;:&quot;Analysis&quot;,&quot;showTitle&quot;:true,&quot;statistical_result&quot;:null,&quot;title&quot;:&quot;Residual turbidity by weekly arm&quot;,&quot;transform_recipe&quot;:{&quot;steps&quot;:[]},&quot;type&quot;:&quot;chart&quot;,&quot;weight&quot;:1,&quot;z&quot;:6},{&quot;composition_role&quot;:&quot;detailed_evidence&quot;,&quot;customTable&quot;:{&quot;headers&quot;:[&quot;Treatment arm / condition&quot;,&quot;Paired blocks&quot;,&quot;Residual NTU median&quot;,&quot;Flux retention median&quot;,&quot;Evidence note&quot;],&quot;rows&quot;:[[&quot;Standard train / ambient blocks&quot;,6,1.96,81,&quot;Control pathway retained&quot;],[&quot;Staged flux / ambient blocks&quot;,6,1.64,90,&quot;Lower residual in paired windows&quot;],[&quot;Standard train / cold-water blocks&quot;,2,2.02,78,&quot;Seasonal condition&quot;],[&quot;Staged flux / cold-water blocks&quot;,2,1.71,88,&quot;Two prior-shift imputations&quot;]]},&quot;element&quot;:&quot;Clean Table&quot;,&quot;engine&quot;:&quot;TableEngine&quot;,&quot;groupId&quot;:null,&quot;id&quot;:&quot;c7&quot;,&quot;locked&quot;:false,&quot;message_role&quot;:&quot;Primary Evidence&quot;,&quot;order&quot;:7,&quot;rows&quot;:[[&quot;Standard train / ambient blocks&quot;,6,1.96,81,&quot;Control pathway retained&quot;],[&quot;Staged flux / ambient blocks&quot;,6,1.64,90,&quot;Lower residual in paired windows&quot;],[&quot;Standard train / cold-water blocks&quot;,2,2.02,78,&quot;Seasonal condition&quot;],[&quot;Staged flux / cold-water blocks&quot;,2,1.71,88,&quot;Two prior-shift imputations&quot;]],&quot;section_id&quot;:&quot;evidence&quot;,&quot;section_title&quot;:&quot;Experiment evidence&quot;,&quot;showTitle&quot;:true,&quot;title&quot;:&quot;Operating evidence · C&quot;,&quot;type&quot;:&quot;table&quot;,&quot;weight&quot;:1,&quot;z&quot;:7},{&quot;body&quot;:&quot;Across ten paired blocks, staged-flux residual turbidity fell faster after week 4. Median flux retention is also higher, while the cold-water weeks widen both arms. The trial was not powered for a seasonal reliability claim and the two missed inflow samples were imputed from the prior shif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Across ten paired blocks, staged-flux residual turbidity fell faster after week 4. Median flux retention is also higher, while the cold-water weeks widen both arms. The trial was not powered for a seasonal reliability claim and the two missed inflow samples were imputed from the prior shift.&quot;,&quot;title&quot;:&quot;Interpretation&quot;,&quot;type&quot;:&quot;text&quot;,&quot;weight&quot;:1,&quot;z&quot;:8},{&quot;composition_role&quot;:&quot;decision_risk&quot;,&quot;detail&quot;:&quot;The paired result is promising but seasonal inflow and two imputed samples limit generalization; retain the standard train as the control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howTitle&quot;:true,&quot;statement&quot;:&quot;Extend the staged-flux trial to one basin&quot;,&quot;status&quot;:&quot;Pilot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