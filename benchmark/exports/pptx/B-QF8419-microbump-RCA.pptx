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03469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3">
                <a:latin typeface="Arial"/>
              </a:defRPr>
            </a:pPr>
            <a:r>
              <a:t>RFX-12 resistance subgroup sequence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RFX-12 resistance subgroup sequence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Sheet1!$A$2:$A$13</c:f>
              <c:strCache>
                <c:ptCount val="12"/>
                <c:pt idx="0">
                  <c:v>8.12</c:v>
                </c:pt>
                <c:pt idx="1">
                  <c:v>8.15</c:v>
                </c:pt>
                <c:pt idx="2">
                  <c:v>8.08</c:v>
                </c:pt>
                <c:pt idx="3">
                  <c:v>8.21</c:v>
                </c:pt>
                <c:pt idx="4">
                  <c:v>8.18</c:v>
                </c:pt>
                <c:pt idx="5">
                  <c:v>8.72</c:v>
                </c:pt>
                <c:pt idx="6">
                  <c:v>8.81</c:v>
                </c:pt>
                <c:pt idx="7">
                  <c:v>8.93</c:v>
                </c:pt>
                <c:pt idx="8">
                  <c:v>9.02</c:v>
                </c:pt>
                <c:pt idx="9">
                  <c:v>8.88</c:v>
                </c:pt>
                <c:pt idx="10">
                  <c:v>8.76</c:v>
                </c:pt>
                <c:pt idx="11">
                  <c:v>8.69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 localized RFX-12 excursion explains the QF-8419 open-bump cluster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 localized RFX-12 excursion explains the QF-8419 open-bump cluster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61553" y="175867"/>
            <a:ext cx="4658020" cy="4825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550" b="1" i="0">
                <a:solidFill>
                  <a:srgbClr val="172B43"/>
                </a:solidFill>
                <a:latin typeface="Arial Narrow"/>
              </a:rPr>
              <a:t> · A localized RFX-12 excursion explains the QF-8419 open-bump cluster.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QF-8419 · 3D-stack microbump line · RFX-12 reflow station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QF-8419 · 3D-stack microbump line · RFX-12 reflow station&quot;,&quot;title&quot;:&quot;Affected scope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4781127" y="258876"/>
            <a:ext cx="2192010" cy="31656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Affected scope</a:t>
            </a:r>
            <a:r>
              <a:rPr sz="1000" b="0" i="0">
                <a:solidFill>
                  <a:srgbClr val="374A60"/>
                </a:solidFill>
                <a:latin typeface="Arial Narrow"/>
              </a:rPr>
              <a:t> · QF-8419 · 3D-stack microbump line · RFX-12 reflow station</a:t>
            </a:r>
          </a:p>
        </p:txBody>
      </p:sp>
      <p:sp>
        <p:nvSpPr>
          <p:cNvPr id="4" name="VIZ::Screen and reference population" title="Visembler report text roles: text heading, narrative interpretation" descr="VisualizerSemantic:{&quot;body&quot;:&quot;post-reflow electrical screen · paired lot QF-8421.&quot;,&quot;composition_role&quot;:&quot;context&quot;,&quot;element&quot;:&quot;Body Narrative&quot;,&quot;engine&quot;:&quot;TextEngine&quot;,&quot;groupId&quot;:null,&quot;id&quot;:&quot;c12&quot;,&quot;locked&quot;:false,&quot;message_role&quot;:&quot;Context&quot;,&quot;order&quot;:2,&quot;section_id&quot;:&quot;opening&quot;,&quot;section_title&quot;:&quot;Overview&quot;,&quot;showTitle&quot;:true,&quot;text&quot;:&quot;post-reflow electrical screen · paired lot QF-8421.&quot;,&quot;textAlign&quot;:&quot;left&quot;,&quot;title&quot;:&quot;Screen and reference population&quot;,&quot;type&quot;:&quot;text&quot;,&quot;weight&quot;:1.1,&quot;z&quot;:11,&quot;x&quot;:14.0,&quot;y&quot;:157.76,&quot;w&quot;:1572.0,&quot;h&quot;:133.0}"/>
          <p:cNvSpPr/>
          <p:nvPr/>
        </p:nvSpPr>
        <p:spPr>
          <a:xfrm>
            <a:off x="61553" y="693620"/>
            <a:ext cx="6911583" cy="5847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Screen and reference population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post-reflow electrical screen · paired lot QF-8421.</a:t>
            </a:r>
          </a:p>
        </p:txBody>
      </p:sp>
      <p:sp>
        <p:nvSpPr>
          <p:cNvPr id="5" name="VIZ::Affected microbump yield KPI" title="Visembler report text roles: metric title, metric value" descr="VisualizerSemantic:{&quot;capability_overrides&quot;:{&quot;target&quot;:97.5},&quot;composition_role&quot;:&quot;hero_metric&quot;,&quot;delta&quot;:-3.14,&quot;element&quot;:&quot;Hero KPI&quot;,&quot;emphasis&quot;:&quot;hero&quot;,&quot;engine&quot;:&quot;MetricEngine&quot;,&quot;groupId&quot;:null,&quot;id&quot;:&quot;c3&quot;,&quot;locked&quot;:false,&quot;message_role&quot;:&quot;Supporting Evidence&quot;,&quot;order&quot;:3,&quot;section_id&quot;:&quot;performance&quot;,&quot;section_title&quot;:&quot;Performance&quot;,&quot;showTitle&quot;:true,&quot;target&quot;:97.5,&quot;title&quot;:&quot;Affected microbump yield&quot;,&quot;type&quot;:&quot;metric&quot;,&quot;unit&quot;:&quot;%&quot;,&quot;value&quot;:94.26,&quot;weight&quot;:1,&quot;z&quot;:3,&quot;x&quot;:14.0,&quot;y&quot;:2562.7695294117643,&quot;w&quot;:872.4800000000001,&quot;h&quot;:186.0}"/>
          <p:cNvSpPr/>
          <p:nvPr/>
        </p:nvSpPr>
        <p:spPr>
          <a:xfrm>
            <a:off x="61553" y="11267682"/>
            <a:ext cx="3836017" cy="8177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microbump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94.26%</a:t>
            </a:r>
          </a:p>
        </p:txBody>
      </p:sp>
      <p:sp>
        <p:nvSpPr>
          <p:cNvPr id="6" name="VIZ::Affected vs paired-lot yield KPI" title="Visembler report text roles: metric title, comparison value" descr="VisualizerSemantic:{&quot;after&quot;:94.26,&quot;before&quot;:98.71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4,&quot;section_id&quot;:&quot;performance&quot;,&quot;section_title&quot;:&quot;Performance&quot;,&quot;showTitle&quot;:true,&quot;title&quot;:&quot;Affected vs paired-lot yield&quot;,&quot;type&quot;:&quot;comparison&quot;,&quot;unit&quot;:&quot;%&quot;,&quot;weight&quot;:1,&quot;z&quot;:4,&quot;x&quot;:900.4800000000001,&quot;y&quot;:2562.7695294117643,&quot;w&quot;:685.52,&quot;h&quot;:196.0}"/>
          <p:cNvSpPr/>
          <p:nvPr/>
        </p:nvSpPr>
        <p:spPr>
          <a:xfrm>
            <a:off x="3959124" y="11267682"/>
            <a:ext cx="3014013" cy="8617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vs paired-lot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98.71% → 94.26%</a:t>
            </a:r>
          </a:p>
        </p:txBody>
      </p:sp>
      <p:graphicFrame>
        <p:nvGraphicFramePr>
          <p:cNvPr id="113" name="VIZ::RFX-12 resistance subgroup sequence" descr="VisualizerSemantic:{&quot;capability_overrides&quot;:{&quot;lsl&quot;:7.2,&quot;usl&quot;:9.1},&quot;composition_role&quot;:&quot;supporting_analysis&quot;,&quot;element&quot;:&quot;SPC Control Chart&quot;,&quot;engine&quot;:&quot;EngineeringChartEngine&quot;,&quot;groupId&quot;:null,&quot;id&quot;:&quot;c5&quot;,&quot;locked&quot;:false,&quot;lower_limit&quot;:null,&quot;message_role&quot;:&quot;Supporting Evidence&quot;,&quot;observations&quot;:[{&quot;label&quot;:8.12,&quot;value&quot;:null},{&quot;label&quot;:8.15,&quot;value&quot;:null},{&quot;label&quot;:8.08,&quot;value&quot;:null},{&quot;label&quot;:8.21,&quot;value&quot;:null},{&quot;label&quot;:8.18,&quot;value&quot;:null},{&quot;label&quot;:8.72,&quot;value&quot;:null},{&quot;label&quot;:8.81,&quot;value&quot;:null},{&quot;label&quot;:8.93,&quot;value&quot;:null},{&quot;label&quot;:9.02,&quot;value&quot;:null},{&quot;label&quot;:8.88,&quot;value&quot;:null},{&quot;label&quot;:8.76,&quot;value&quot;:null},{&quot;label&quot;:8.69,&quot;value&quot;:null}],&quot;order&quot;:6,&quot;section_id&quot;:&quot;analysis&quot;,&quot;section_title&quot;:&quot;Analysis&quot;,&quot;showTitle&quot;:true,&quot;title&quot;:&quot;RFX-12 resistance subgroup sequence&quot;,&quot;type&quot;:&quot;engineering&quot;,&quot;upper_limit&quot;:null,&quot;weight&quot;:1,&quot;z&quot;:5,&quot;x&quot;:449.6969696969697,&quot;y&quot;:1938.1695294117646,&quot;w&quot;:700.6060606060606,&quot;h&quot;:340.0}"/>
          <p:cNvGraphicFramePr>
            <a:graphicFrameLocks noGrp="1"/>
          </p:cNvGraphicFramePr>
          <p:nvPr/>
        </p:nvGraphicFramePr>
        <p:xfrm>
          <a:off x="1977174" y="8521514"/>
          <a:ext cx="3080342" cy="149487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VIZ::Evidence Card" title="Visembler report text roles: text heading, narrative interpretation, evidence detail, action status" descr="VisualizerSemantic:{&quot;composition_role&quot;:&quot;narrative_interpretation&quot;,&quot;detail&quot;:&quot;Resistance and thermal trace align after 04:20; the carrier-clean maintenance overlap remains unresolved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Observed spatial cluster at die X 2–3 / Y 0–1&quot;,&quot;status&quot;:&quot;Correlated&quot;,&quot;title&quot;:&quot;Evidence Card&quot;,&quot;type&quot;:&quot;evidence&quot;,&quot;weight&quot;:1,&quot;z&quot;:9,&quot;x&quot;:14.0,&quot;y&quot;:2291.1695294117644,&quot;w&quot;:1572.0,&quot;h&quot;:237.60000000000002}"/>
          <p:cNvSpPr/>
          <p:nvPr/>
        </p:nvSpPr>
        <p:spPr>
          <a:xfrm>
            <a:off x="61553" y="10073543"/>
            <a:ext cx="6911583" cy="104465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42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Observed spatial cluster at die X 2–3 / Y 0–1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Resistance and thermal trace align after 04:20; the carrier-clean maintenance overlap remains unresolved.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Correlated</a:t>
            </a:r>
          </a:p>
        </p:txBody>
      </p:sp>
      <p:sp>
        <p:nvSpPr>
          <p:cNvPr id="122" name="VIZ::c6::box-plot-titl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bump_resistance_mohm_2&quot;,&quot;name&quot;:&quot;Bump resistance mOhm&quot;,&quot;nullable&quot;:false,&quot;profile&quot;:{&quot;distinct&quot;:12,&quot;missing&quot;:0},&quot;semantic_tags&quot;:[],&quot;type&quot;:&quot;number&quot;,&quot;unit&quot;:&quot;&quot;}],&quot;id&quot;:&quot;dataset-mujcbrrb-098jlk&quot;,&quot;metadata&quot;:{&quot;header&quot;:{&quot;confidence&quot;:1,&quot;present&quot;:true,&quot;source_row&quot;:0}},&quot;name&quot;:&quot;Pasted data&quot;,&quot;revision&quot;:1,&quot;rows&quot;:[[&quot;QF-8421 paired reference&quot;,7.92],[&quot;QF-8421 paired reference&quot;,8.01],[&quot;QF-8421 paired reference&quot;,8.08],[&quot;QF-8421 paired reference&quot;,8.12],[&quot;QF-8421 paired reference&quot;,8.19],[&quot;QF-8421 paired reference&quot;,8.23],[&quot;QF-8419 affected lot&quot;,8.42],[&quot;QF-8419 affected lot&quot;,8.58],[&quot;QF-8419 affected lot&quot;,8.71],[&quot;QF-8419 affected lot&quot;,8.83],[&quot;QF-8419 affected lot&quot;,9.02],[&quot;QF-8419 affected lot&quot;,9.16]],&quot;source&quot;:{&quot;imported_at&quot;:&quot;2026-09-27T04:50:42.119Z&quot;,&quot;kind&quot;:&quot;clipboard&quot;,&quot;label&quot;:&quot;TSV&quot;},&quot;warnings&quot;:[]},&quot;dataset_id&quot;:&quot;dataset-mujcbrrb-098jlk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opulation_1&quot;,&quot;cohort&quot;:&quot;population_1&quot;,&quot;value&quot;:&quot;bump_resistance_mohm_2&quot;,&quot;x&quot;:&quot;bump_resistance_mohm_2&quot;},&quot;recipe&quot;:null,&quot;recommendations&quot;:[{&quot;confidence&quot;:0.99,&quot;mapping&quot;:{&quot;category&quot;:&quot;population_1&quot;,&quot;cohort&quot;:&quot;population_1&quot;,&quot;value&quot;:&quot;bump_resistance_mohm_2&quot;,&quot;x&quot;:&quot;bump_resistance_mohm_2&quot;},&quot;reason&quot;:&quot;An ordered process axis supports a shared Golden/Reference versus Affected profile.&quot;,&quot;type&quot;:&quot;Golden vs Affected Profile&quot;},{&quot;confidence&quot;:0.96,&quot;mapping&quot;:{&quot;category&quot;:&quot;population_1&quot;,&quot;cohort&quot;:&quot;population_1&quot;,&quot;value&quot;:&quot;bump_resistance_mohm_2&quot;,&quot;x&quot;:&quot;bump_resistance_mohm_2&quot;},&quot;reason&quot;:&quot;Cohort and measurement fields support an observed shared-scale distribution comparison.&quot;,&quot;type&quot;:&quot;Control vs Affected Distribution&quot;},{&quot;confidence&quot;:0.9,&quot;mapping&quot;:{&quot;category&quot;:&quot;population_1&quot;,&quot;cohort&quot;:&quot;population_1&quot;,&quot;value&quot;:&quot;bump_resistance_mohm_2&quot;,&quot;x&quot;:&quot;bump_resistance_mohm_2&quot;},&quot;reason&quot;:&quot;A category and measured value are available.&quot;,&quot;type&quot;:&quot;Vertical Bar&quot;},{&quot;confidence&quot;:0.82,&quot;mapping&quot;:{&quot;category&quot;:&quot;population_1&quot;,&quot;cohort&quot;:&quot;population_1&quot;,&quot;value&quot;:&quot;bump_resistance_mohm_2&quot;,&quot;x&quot;:&quot;bump_resistance_mohm_2&quot;},&quot;reason&quot;:&quot;A horizontal ranking keeps category labels readable.&quot;,&quot;type&quot;:&quot;Horizontal Bar&quot;},{&quot;confidence&quot;:0.8,&quot;mapping&quot;:{&quot;category&quot;:&quot;population_1&quot;,&quot;cohort&quot;:&quot;population_1&quot;,&quot;value&quot;:&quot;bump_resistance_mohm_2&quot;,&quot;x&quot;:&quot;bump_resistance_mohm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bump_resistance_mohm_2&quot;,&quot;id&quot;:&quot;series-1&quot;,&quot;label&quot;:&quot;Bump resistance mOhm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n ordered process axis supports a shared Golden/Reference versus Affected profile.&quot;},&quot;composition_role&quot;:&quot;detailed_evidence&quot;,&quot;data&quot;:[[&quot;QF-8421 paired reference&quot;,7.92],[&quot;QF-8421 paired reference&quot;,8.01],[&quot;QF-8421 paired reference&quot;,8.08],[&quot;QF-8421 paired reference&quot;,8.12],[&quot;QF-8421 paired reference&quot;,8.19],[&quot;QF-8421 paired reference&quot;,8.23],[&quot;QF-8419 affected lot&quot;,8.42],[&quot;QF-8419 affected lot&quot;,8.58],[&quot;QF-8419 affected lot&quot;,8.71],[&quot;QF-8419 affected lot&quot;,8.83],[&quot;QF-8419 affected lot&quot;,9.02],[&quot;QF-8419 affected lot&quot;,9.16]],&quot;dataset_id&quot;:&quot;dataset-mujcbrrb-098jlk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bump_resistance_mohm_2&quot;,&quot;x&quot;:&quot;bump_resistance_mohm_2&quot;},&quot;message_role&quot;:&quot;Primary Evidence&quot;,&quot;order&quot;:8,&quot;rows&quot;:[{&quot;label&quot;:&quot;QF-8421 paired reference&quot;,&quot;value&quot;:7.92},{&quot;label&quot;:&quot;QF-8421 paired reference&quot;,&quot;value&quot;:8.01},{&quot;label&quot;:&quot;QF-8421 paired reference&quot;,&quot;value&quot;:8.08},{&quot;label&quot;:&quot;QF-8421 paired reference&quot;,&quot;value&quot;:8.12},{&quot;label&quot;:&quot;QF-8421 paired reference&quot;,&quot;value&quot;:8.19},{&quot;label&quot;:&quot;QF-8421 paired reference&quot;,&quot;value&quot;:8.23},{&quot;label&quot;:&quot;QF-8419 affected lot&quot;,&quot;value&quot;:8.42},{&quot;label&quot;:&quot;QF-8419 affected lot&quot;,&quot;value&quot;:8.58},{&quot;label&quot;:&quot;QF-8419 affected lot&quot;,&quot;value&quot;:8.71},{&quot;label&quot;:&quot;QF-8419 affected lot&quot;,&quot;value&quot;:8.83},{&quot;label&quot;:&quot;QF-8419 affected lot&quot;,&quot;value&quot;:9.02},{&quot;label&quot;:&quot;QF-8419 affected lot&quot;,&quot;value&quot;:9.16}],&quot;section_id&quot;:&quot;evidence&quot;,&quot;section_title&quot;:&quot;Evidence&quot;,&quot;showTitle&quot;:true,&quot;statistical_result&quot;:null,&quot;title&quot;:&quot;Affected and paired-lot resistance distribution&quot;,&quot;transform_recipe&quot;:{&quot;steps&quot;:[]},&quot;type&quot;:&quot;chart&quot;,&quot;weight&quot;:1,&quot;z&quot;:6,&quot;observations&quot;:[{&quot;label&quot;:&quot;QF-8421 paired reference&quot;,&quot;value&quot;:7.92},{&quot;label&quot;:&quot;QF-8421 paired reference&quot;,&quot;value&quot;:8.01},{&quot;label&quot;:&quot;QF-8421 paired reference&quot;,&quot;value&quot;:8.08},{&quot;label&quot;:&quot;QF-8421 paired reference&quot;,&quot;value&quot;:8.12},{&quot;label&quot;:&quot;QF-8421 paired reference&quot;,&quot;value&quot;:8.19},{&quot;label&quot;:&quot;QF-8421 paired reference&quot;,&quot;value&quot;:8.23},{&quot;label&quot;:&quot;QF-8419 affected lot&quot;,&quot;value&quot;:8.42},{&quot;label&quot;:&quot;QF-8419 affected lot&quot;,&quot;value&quot;:8.58},{&quot;label&quot;:&quot;QF-8419 affected lot&quot;,&quot;value&quot;:8.71},{&quot;label&quot;:&quot;QF-8419 affected lot&quot;,&quot;value&quot;:8.83},{&quot;label&quot;:&quot;QF-8419 affected lot&quot;,&quot;value&quot;:9.02},{&quot;label&quot;:&quot;QF-8419 affected lot&quot;,&quot;value&quot;:9.16}],&quot;x&quot;:993.96,&quot;y&quot;:324.76,&quot;w&quot;:592.04,&quot;h&quot;:287.3135294117647}"/>
          <p:cNvSpPr txBox="1"/>
          <p:nvPr/>
        </p:nvSpPr>
        <p:spPr>
          <a:xfrm>
            <a:off x="4474246" y="1446814"/>
            <a:ext cx="2394770" cy="191135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Affected and paired-lot resistance distribution</a:t>
            </a:r>
          </a:p>
        </p:txBody>
      </p:sp>
      <p:cxnSp>
        <p:nvCxnSpPr>
          <p:cNvPr id="123" name="VIZ::c6::box-plot-grid-0"/>
          <p:cNvCxnSpPr/>
          <p:nvPr/>
        </p:nvCxnSpPr>
        <p:spPr>
          <a:xfrm>
            <a:off x="4786607" y="2375285"/>
            <a:ext cx="210843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VIZ::c6::box-plot-axis-0"/>
          <p:cNvSpPr txBox="1"/>
          <p:nvPr/>
        </p:nvSpPr>
        <p:spPr>
          <a:xfrm>
            <a:off x="4370126" y="2311785"/>
            <a:ext cx="351406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7.858</a:t>
            </a:r>
          </a:p>
        </p:txBody>
      </p:sp>
      <p:cxnSp>
        <p:nvCxnSpPr>
          <p:cNvPr id="125" name="VIZ::c6::box-plot-grid-1"/>
          <p:cNvCxnSpPr/>
          <p:nvPr/>
        </p:nvCxnSpPr>
        <p:spPr>
          <a:xfrm>
            <a:off x="4786607" y="2216351"/>
            <a:ext cx="210843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VIZ::c6::box-plot-axis-1"/>
          <p:cNvSpPr txBox="1"/>
          <p:nvPr/>
        </p:nvSpPr>
        <p:spPr>
          <a:xfrm>
            <a:off x="4370126" y="2152851"/>
            <a:ext cx="351406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8.199</a:t>
            </a:r>
          </a:p>
        </p:txBody>
      </p:sp>
      <p:cxnSp>
        <p:nvCxnSpPr>
          <p:cNvPr id="127" name="VIZ::c6::box-plot-grid-2"/>
          <p:cNvCxnSpPr/>
          <p:nvPr/>
        </p:nvCxnSpPr>
        <p:spPr>
          <a:xfrm>
            <a:off x="4786607" y="2057417"/>
            <a:ext cx="210843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VIZ::c6::box-plot-axis-2"/>
          <p:cNvSpPr txBox="1"/>
          <p:nvPr/>
        </p:nvSpPr>
        <p:spPr>
          <a:xfrm>
            <a:off x="4370126" y="1993917"/>
            <a:ext cx="351406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8.54</a:t>
            </a:r>
          </a:p>
        </p:txBody>
      </p:sp>
      <p:cxnSp>
        <p:nvCxnSpPr>
          <p:cNvPr id="129" name="VIZ::c6::box-plot-grid-3"/>
          <p:cNvCxnSpPr/>
          <p:nvPr/>
        </p:nvCxnSpPr>
        <p:spPr>
          <a:xfrm>
            <a:off x="4786607" y="1898483"/>
            <a:ext cx="210843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VIZ::c6::box-plot-axis-3"/>
          <p:cNvSpPr txBox="1"/>
          <p:nvPr/>
        </p:nvSpPr>
        <p:spPr>
          <a:xfrm>
            <a:off x="4370126" y="1834983"/>
            <a:ext cx="351406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8.881</a:t>
            </a:r>
          </a:p>
        </p:txBody>
      </p:sp>
      <p:cxnSp>
        <p:nvCxnSpPr>
          <p:cNvPr id="131" name="VIZ::c6::box-plot-grid-4"/>
          <p:cNvCxnSpPr/>
          <p:nvPr/>
        </p:nvCxnSpPr>
        <p:spPr>
          <a:xfrm>
            <a:off x="4786607" y="1739549"/>
            <a:ext cx="210843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VIZ::c6::box-plot-axis-4"/>
          <p:cNvSpPr txBox="1"/>
          <p:nvPr/>
        </p:nvSpPr>
        <p:spPr>
          <a:xfrm>
            <a:off x="4370126" y="1676049"/>
            <a:ext cx="351406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9.222</a:t>
            </a:r>
          </a:p>
        </p:txBody>
      </p:sp>
      <p:cxnSp>
        <p:nvCxnSpPr>
          <p:cNvPr id="133" name="VIZ::c6::box-plot-0-whisker"/>
          <p:cNvCxnSpPr/>
          <p:nvPr/>
        </p:nvCxnSpPr>
        <p:spPr>
          <a:xfrm>
            <a:off x="5313716.75" y="2201902"/>
            <a:ext cx="0.0" cy="144486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VIZ::c6::box-plot-0-whisker-cap-0"/>
          <p:cNvCxnSpPr/>
          <p:nvPr/>
        </p:nvCxnSpPr>
        <p:spPr>
          <a:xfrm>
            <a:off x="5102873.75" y="2346388"/>
            <a:ext cx="421686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VIZ::c6::box-plot-0-whisker-cap-1"/>
          <p:cNvCxnSpPr/>
          <p:nvPr/>
        </p:nvCxnSpPr>
        <p:spPr>
          <a:xfrm>
            <a:off x="5102873.75" y="2201902"/>
            <a:ext cx="421686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VIZ::c6::box-plot-0-quartiles"/>
          <p:cNvSpPr/>
          <p:nvPr/>
        </p:nvSpPr>
        <p:spPr>
          <a:xfrm>
            <a:off x="5102873" y="2228702"/>
            <a:ext cx="421686" cy="67582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VIZ::c6::box-plot-0-median"/>
          <p:cNvCxnSpPr/>
          <p:nvPr/>
        </p:nvCxnSpPr>
        <p:spPr>
          <a:xfrm>
            <a:off x="5102873.75" y="2262493"/>
            <a:ext cx="421686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VIZ::c6::box-plot-0-category" title="{&quot;category&quot;:&quot;QF-8421 paired reference&quot;,&quot;quartiles&quot;:{&quot;n&quot;:6,&quot;min&quot;:7.92,&quot;q1&quot;:8.0275,&quot;median&quot;:8.1,&quot;q3&quot;:8.1725,&quot;max&quot;:8.23}}"/>
          <p:cNvSpPr txBox="1"/>
          <p:nvPr/>
        </p:nvSpPr>
        <p:spPr>
          <a:xfrm>
            <a:off x="4765076" y="2432130"/>
            <a:ext cx="1097280" cy="16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QF-8421 paired reference</a:t>
            </a:r>
          </a:p>
        </p:txBody>
      </p:sp>
      <p:cxnSp>
        <p:nvCxnSpPr>
          <p:cNvPr id="139" name="VIZ::c6::box-plot-1-whisker"/>
          <p:cNvCxnSpPr/>
          <p:nvPr/>
        </p:nvCxnSpPr>
        <p:spPr>
          <a:xfrm>
            <a:off x="6367936.25" y="1768446"/>
            <a:ext cx="0.0" cy="344901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VIZ::c6::box-plot-1-whisker-cap-0"/>
          <p:cNvCxnSpPr/>
          <p:nvPr/>
        </p:nvCxnSpPr>
        <p:spPr>
          <a:xfrm>
            <a:off x="6157093.25" y="2113347"/>
            <a:ext cx="421686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VIZ::c6::box-plot-1-whisker-cap-1"/>
          <p:cNvCxnSpPr/>
          <p:nvPr/>
        </p:nvCxnSpPr>
        <p:spPr>
          <a:xfrm>
            <a:off x="6157093.25" y="1768446"/>
            <a:ext cx="421686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VIZ::c6::box-plot-1-quartiles"/>
          <p:cNvSpPr/>
          <p:nvPr/>
        </p:nvSpPr>
        <p:spPr>
          <a:xfrm>
            <a:off x="6157093" y="1855836"/>
            <a:ext cx="421686" cy="16779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VIZ::c6::box-plot-1-median"/>
          <p:cNvCxnSpPr/>
          <p:nvPr/>
        </p:nvCxnSpPr>
        <p:spPr>
          <a:xfrm>
            <a:off x="6157093.25" y="1950218"/>
            <a:ext cx="421686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VIZ::c6::box-plot-1-category" title="{&quot;category&quot;:&quot;QF-8419 affected lot&quot;,&quot;quartiles&quot;:{&quot;n&quot;:6,&quot;min&quot;:8.42,&quot;q1&quot;:8.6125,&quot;median&quot;:8.77,&quot;q3&quot;:8.9725,&quot;max&quot;:9.16}}"/>
          <p:cNvSpPr txBox="1"/>
          <p:nvPr/>
        </p:nvSpPr>
        <p:spPr>
          <a:xfrm>
            <a:off x="5819296" y="2432130"/>
            <a:ext cx="1097280" cy="16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QF-8419 affected lot</a:t>
            </a:r>
          </a:p>
        </p:txBody>
      </p:sp>
      <p:sp>
        <p:nvSpPr>
          <p:cNvPr id="12" name="VIZ::Process Flow::continuation-reference" descr="VisualizerSemantic:{&quot;composition_role&quot;:&quot;causal_evidence&quot;,&quot;edges&quot;:[[&quot;Receive QF-8419&quot;,&quot;Verify RFX-12 trace&quot;],[&quot;Verify RFX-12 trace&quot;,&quot;Run QF-8421 paired split&quot;],[&quot;Run QF-8421 paired split&quot;,&quot;Release or extend hold&quot;]],&quot;element&quot;:&quot;Process Flow&quot;,&quot;engine&quot;:&quot;DiagramEngine&quot;,&quot;groupId&quot;:null,&quot;id&quot;:&quot;c8&quot;,&quot;locked&quot;:false,&quot;message_role&quot;:&quot;Primary Evidence&quot;,&quot;nodes&quot;:[&quot;Receive QF-8419&quot;,&quot;Verify RFX-12 trace&quot;,&quot;Run QF-8421 paired split&quot;,&quot;Release or extend hold&quot;],&quot;order&quot;:10,&quot;section_id&quot;:&quot;evidence&quot;,&quot;section_title&quot;:&quot;Causal analysis&quot;,&quot;title&quot;:&quot;Process Flow&quot;,&quot;type&quot;:&quot;diagram&quot;,&quot;weight&quot;:1,&quot;z&quot;:8,&quot;x&quot;:14.0,&quot;y&quot;:383.4167647058823,&quot;w&quot;:965.96,&quot;h&quot;:170.0}"/>
          <p:cNvSpPr/>
          <p:nvPr/>
        </p:nvSpPr>
        <p:spPr>
          <a:xfrm>
            <a:off x="61553" y="1685761"/>
            <a:ext cx="4247019" cy="747436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3–3</a:t>
            </a:r>
          </a:p>
        </p:txBody>
      </p:sp>
      <p:sp>
        <p:nvSpPr>
          <p:cNvPr id="13" name="VIZ::Competing mechanism · carrier-clean batch CC-392" title="Visembler report text roles: text heading, narrative interpretation, evidence detail, action status" descr="VisualizerSemantic:{&quot;composition_role&quot;:&quot;causal_evidence&quot;,&quot;detail&quot;:&quot;The 04:02 maintenance overlap could explain the elevated opens; compare the split-lot resistance profile before assigning root cause.&quot;,&quot;element&quot;:&quot;Evidence Card&quot;,&quot;engine&quot;:&quot;EvidenceCompositeEngine&quot;,&quot;groupId&quot;:null,&quot;id&quot;:&quot;c13&quot;,&quot;locked&quot;:false,&quot;message_role&quot;:&quot;Primary Evidence&quot;,&quot;order&quot;:11,&quot;section_id&quot;:&quot;evidence&quot;,&quot;section_title&quot;:&quot;Evidence&quot;,&quot;showTitle&quot;:true,&quot;statement&quot;:&quot;Carrier-clean age remains a live alternative to the reflow excursion.&quot;,&quot;status&quot;:&quot;Unresolved · evidence conflict retained&quot;,&quot;textAlign&quot;:&quot;left&quot;,&quot;title&quot;:&quot;Competing mechanism · carrier-clean batch CC-392&quot;,&quot;type&quot;:&quot;evidence&quot;,&quot;weight&quot;:1.15,&quot;z&quot;:12,&quot;x&quot;:14.0,&quot;y&quot;:1052.2095294117646,&quot;w&quot;:1572.0,&quot;h&quot;:319.0}"/>
          <p:cNvSpPr/>
          <p:nvPr/>
        </p:nvSpPr>
        <p:spPr>
          <a:xfrm>
            <a:off x="61553" y="4626230"/>
            <a:ext cx="6911583" cy="140254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Competing mechanism · carrier-clean batch CC-392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Carrier-clean age remains a live alternative to the reflow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04:02 maintenance overlap could explain the elevated opens; compare the split-lot resistance profile before assigning root cause.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Unresolved · evidence conflict retained</a:t>
            </a:r>
          </a:p>
        </p:txBody>
      </p:sp>
      <p:sp>
        <p:nvSpPr>
          <p:cNvPr id="14" name="VIZ::Electrical resistance by wafer location::spatial-panel" descr="VisualizerSemantic:{&quot;chamber&quot;:null,&quot;composition_role&quot;:&quot;primary_analysis&quot;,&quot;dataset_id&quot;:&quot;dataset-mujcbomn-gvshx6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3},{&quot;x&quot;:-3,&quot;y&quot;:-4,&quot;value&quot;:98.7},{&quot;x&quot;:-2,&quot;y&quot;:-4,&quot;value&quot;:98.4},{&quot;x&quot;:-1,&quot;y&quot;:-4,&quot;value&quot;:98.9},{&quot;x&quot;:0,&quot;y&quot;:-4,&quot;value&quot;:98.6},{&quot;x&quot;:1,&quot;y&quot;:-4,&quot;value&quot;:98.3},{&quot;x&quot;:2,&quot;y&quot;:-4,&quot;value&quot;:98.8},{&quot;x&quot;:3,&quot;y&quot;:-4,&quot;value&quot;:98.5},{&quot;x&quot;:-4,&quot;y&quot;:-3,&quot;value&quot;:98.5},{&quot;x&quot;:-3,&quot;y&quot;:-3,&quot;value&quot;:98.2},{&quot;x&quot;:-2,&quot;y&quot;:-3,&quot;value&quot;:98.7},{&quot;x&quot;:-1,&quot;y&quot;:-3,&quot;value&quot;:98.4},{&quot;x&quot;:0,&quot;y&quot;:-3,&quot;value&quot;:98.9},{&quot;x&quot;:1,&quot;y&quot;:-3,&quot;value&quot;:98.6},{&quot;x&quot;:2,&quot;y&quot;:-3,&quot;value&quot;:98.3},{&quot;x&quot;:3,&quot;y&quot;:-3,&quot;value&quot;:98.8},{&quot;x&quot;:4,&quot;y&quot;:-3,&quot;value&quot;:98.5},{&quot;x&quot;:-4,&quot;y&quot;:-2,&quot;value&quot;:98.8},{&quot;x&quot;:-3,&quot;y&quot;:-2,&quot;value&quot;:98.5},{&quot;x&quot;:-2,&quot;y&quot;:-2,&quot;value&quot;:98.2},{&quot;x&quot;:-1,&quot;y&quot;:-2,&quot;value&quot;:98.7},{&quot;x&quot;:0,&quot;y&quot;:-2,&quot;value&quot;:98.4},{&quot;x&quot;:1,&quot;y&quot;:-2,&quot;value&quot;:98.9},{&quot;x&quot;:2,&quot;y&quot;:-2,&quot;value&quot;:98.6},{&quot;x&quot;:3,&quot;y&quot;:-2,&quot;value&quot;:98.3},{&quot;x&quot;:4,&quot;y&quot;:-2,&quot;value&quot;:98.8},{&quot;x&quot;:-4,&quot;y&quot;:-1,&quot;value&quot;:98.3},{&quot;x&quot;:-3,&quot;y&quot;:-1,&quot;value&quot;:98.8},{&quot;x&quot;:-2,&quot;y&quot;:-1,&quot;value&quot;:98.5},{&quot;x&quot;:-1,&quot;y&quot;:-1,&quot;value&quot;:98.2},{&quot;x&quot;:0,&quot;y&quot;:-1,&quot;value&quot;:98.7},{&quot;x&quot;:1,&quot;y&quot;:-1,&quot;value&quot;:98.4},{&quot;x&quot;:2,&quot;y&quot;:-1,&quot;value&quot;:98.9},{&quot;x&quot;:3,&quot;y&quot;:-1,&quot;value&quot;:98.6},{&quot;x&quot;:4,&quot;y&quot;:-1,&quot;value&quot;:98.3},{&quot;x&quot;:-5,&quot;y&quot;:0,&quot;value&quot;:98.9},{&quot;x&quot;:-4,&quot;y&quot;:0,&quot;value&quot;:98.6},{&quot;x&quot;:-3,&quot;y&quot;:0,&quot;value&quot;:98.3},{&quot;x&quot;:-2,&quot;y&quot;:0,&quot;value&quot;:98.8},{&quot;x&quot;:-1,&quot;y&quot;:0,&quot;value&quot;:98.5},{&quot;x&quot;:0,&quot;y&quot;:0,&quot;value&quot;:98.2},{&quot;x&quot;:1,&quot;y&quot;:0,&quot;value&quot;:98.7},{&quot;x&quot;:2,&quot;y&quot;:0,&quot;value&quot;:92.3},{&quot;x&quot;:3,&quot;y&quot;:0,&quot;value&quot;:92.2},{&quot;x&quot;:4,&quot;y&quot;:0,&quot;value&quot;:98.6},{&quot;x&quot;:5,&quot;y&quot;:0,&quot;value&quot;:98.3},{&quot;x&quot;:-4,&quot;y&quot;:1,&quot;value&quot;:98.9},{&quot;x&quot;:-3,&quot;y&quot;:1,&quot;value&quot;:98.6},{&quot;x&quot;:-2,&quot;y&quot;:1,&quot;value&quot;:98.3},{&quot;x&quot;:-1,&quot;y&quot;:1,&quot;value&quot;:98.8},{&quot;x&quot;:0,&quot;y&quot;:1,&quot;value&quot;:98.5},{&quot;x&quot;:1,&quot;y&quot;:1,&quot;value&quot;:98.2},{&quot;x&quot;:2,&quot;y&quot;:1,&quot;value&quot;:91.8},{&quot;x&quot;:3,&quot;y&quot;:1,&quot;value&quot;:91.7},{&quot;x&quot;:4,&quot;y&quot;:1,&quot;value&quot;:98.9},{&quot;x&quot;:-4,&quot;y&quot;:2,&quot;value&quot;:98.4},{&quot;x&quot;:-3,&quot;y&quot;:2,&quot;value&quot;:98.9},{&quot;x&quot;:-2,&quot;y&quot;:2,&quot;value&quot;:98.6},{&quot;x&quot;:-1,&quot;y&quot;:2,&quot;value&quot;:98.3},{&quot;x&quot;:0,&quot;y&quot;:2,&quot;value&quot;:98.8},{&quot;x&quot;:1,&quot;y&quot;:2,&quot;value&quot;:98.5},{&quot;x&quot;:2,&quot;y&quot;:2,&quot;value&quot;:98.2},{&quot;x&quot;:3,&quot;y&quot;:2,&quot;value&quot;:98.7},{&quot;x&quot;:4,&quot;y&quot;:2,&quot;value&quot;:98.4},{&quot;x&quot;:-4,&quot;y&quot;:3,&quot;value&quot;:98.7},{&quot;x&quot;:-3,&quot;y&quot;:3,&quot;value&quot;:98.4},{&quot;x&quot;:-2,&quot;y&quot;:3,&quot;value&quot;:98.9},{&quot;x&quot;:-1,&quot;y&quot;:3,&quot;value&quot;:98.6},{&quot;x&quot;:0,&quot;y&quot;:3,&quot;value&quot;:98.3},{&quot;x&quot;:1,&quot;y&quot;:3,&quot;value&quot;:98.8},{&quot;x&quot;:2,&quot;y&quot;:3,&quot;value&quot;:98.5},{&quot;x&quot;:3,&quot;y&quot;:3,&quot;value&quot;:98.2},{&quot;x&quot;:4,&quot;y&quot;:3,&quot;value&quot;:98.7},{&quot;x&quot;:-3,&quot;y&quot;:4,&quot;value&quot;:98.7},{&quot;x&quot;:-2,&quot;y&quot;:4,&quot;value&quot;:98.4},{&quot;x&quot;:-1,&quot;y&quot;:4,&quot;value&quot;:98.9},{&quot;x&quot;:0,&quot;y&quot;:4,&quot;value&quot;:98.6},{&quot;x&quot;:1,&quot;y&quot;:4,&quot;value&quot;:98.3},{&quot;x&quot;:2,&quot;y&quot;:4,&quot;value&quot;:98.8},{&quot;x&quot;:3,&quot;y&quot;:4,&quot;value&quot;:98.5},{&quot;x&quot;:0,&quot;y&quot;:5,&quot;value&quot;:98.9}],&quot;order&quot;:5,&quot;route&quot;:&quot;&quot;,&quot;section_id&quot;:&quot;analysis&quot;,&quot;section_title&quot;:&quot;Analysis&quot;,&quot;showTitle&quot;:true,&quot;title&quot;:&quot;Electrical resistance by wafer location&quot;,&quot;tool&quot;:null,&quot;type&quot;:&quot;wafer&quot;,&quot;weight&quot;:1,&quot;z&quot;:4,&quot;wafer_id&quot;:null,&quot;lot_id&quot;:null,&quot;recipe&quot;:null,&quot;process&quot;:null,&quot;x&quot;:645.0,&quot;y&quot;:1620.1695294117646,&quot;w&quot;:310.0,&quot;h&quot;:310.0}"/>
          <p:cNvSpPr/>
          <p:nvPr/>
        </p:nvSpPr>
        <p:spPr>
          <a:xfrm>
            <a:off x="2835859" y="7123369"/>
            <a:ext cx="1362971" cy="13629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Electrical resistance by wafer location::title"/>
          <p:cNvSpPr txBox="1"/>
          <p:nvPr/>
        </p:nvSpPr>
        <p:spPr>
          <a:xfrm>
            <a:off x="2890377" y="7205665"/>
            <a:ext cx="125393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Electrical resistance by wafer location</a:t>
            </a:r>
          </a:p>
        </p:txBody>
      </p:sp>
      <p:sp>
        <p:nvSpPr>
          <p:cNvPr id="16" name="VIZ::Electrical resistance by wafer location::metadata"/>
          <p:cNvSpPr txBox="1"/>
          <p:nvPr/>
        </p:nvSpPr>
        <p:spPr>
          <a:xfrm>
            <a:off x="2890377" y="7461697"/>
            <a:ext cx="125393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91.7 to 98.9</a:t>
            </a:r>
          </a:p>
        </p:txBody>
      </p:sp>
      <p:sp>
        <p:nvSpPr>
          <p:cNvPr id="17" name="VIZ::Electrical resistance by wafer location::wafer-outline"/>
          <p:cNvSpPr/>
          <p:nvPr/>
        </p:nvSpPr>
        <p:spPr>
          <a:xfrm>
            <a:off x="3296433" y="7726873"/>
            <a:ext cx="594360" cy="59436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Electrical resistance by wafer location::orientation-notch"/>
          <p:cNvSpPr/>
          <p:nvPr/>
        </p:nvSpPr>
        <p:spPr>
          <a:xfrm>
            <a:off x="3547893" y="7723216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Electrical resistance by wafer location::orientation"/>
          <p:cNvSpPr txBox="1"/>
          <p:nvPr/>
        </p:nvSpPr>
        <p:spPr>
          <a:xfrm>
            <a:off x="3516346" y="7580569"/>
            <a:ext cx="41605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20" name="VIZ::Electrical resistance by wafer location::die-1" descr="VisualizerSemanticDie:{&quot;index&quot;:0,&quot;x&quot;:0,&quot;y&quot;:-5,&quot;value&quot;:98.3,&quot;delta&quot;:null,&quot;reference_value&quot;:null,&quot;affected_value&quot;:null}"/>
          <p:cNvSpPr/>
          <p:nvPr/>
        </p:nvSpPr>
        <p:spPr>
          <a:xfrm>
            <a:off x="3571324" y="8266849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Electrical resistance by wafer location::die-2" descr="VisualizerSemanticDie:{&quot;index&quot;:1,&quot;x&quot;:-3,&quot;y&quot;:-4,&quot;value&quot;:98.7,&quot;delta&quot;:null,&quot;reference_value&quot;:null,&quot;affected_value&quot;:null}"/>
          <p:cNvSpPr/>
          <p:nvPr/>
        </p:nvSpPr>
        <p:spPr>
          <a:xfrm>
            <a:off x="3412274" y="821383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Electrical resistance by wafer location::die-3" descr="VisualizerSemanticDie:{&quot;index&quot;:2,&quot;x&quot;:-2,&quot;y&quot;:-4,&quot;value&quot;:98.4,&quot;delta&quot;:null,&quot;reference_value&quot;:null,&quot;affected_value&quot;:null}"/>
          <p:cNvSpPr/>
          <p:nvPr/>
        </p:nvSpPr>
        <p:spPr>
          <a:xfrm>
            <a:off x="3465290" y="8213832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Electrical resistance by wafer location::die-4" descr="VisualizerSemanticDie:{&quot;index&quot;:3,&quot;x&quot;:-1,&quot;y&quot;:-4,&quot;value&quot;:98.9,&quot;delta&quot;:null,&quot;reference_value&quot;:null,&quot;affected_value&quot;:null}"/>
          <p:cNvSpPr/>
          <p:nvPr/>
        </p:nvSpPr>
        <p:spPr>
          <a:xfrm>
            <a:off x="3518307" y="8213832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Electrical resistance by wafer location::die-5" descr="VisualizerSemanticDie:{&quot;index&quot;:4,&quot;x&quot;:0,&quot;y&quot;:-4,&quot;value&quot;:98.6,&quot;delta&quot;:null,&quot;reference_value&quot;:null,&quot;affected_value&quot;:null}"/>
          <p:cNvSpPr/>
          <p:nvPr/>
        </p:nvSpPr>
        <p:spPr>
          <a:xfrm>
            <a:off x="3571324" y="821383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Electrical resistance by wafer location::die-6" descr="VisualizerSemanticDie:{&quot;index&quot;:5,&quot;x&quot;:1,&quot;y&quot;:-4,&quot;value&quot;:98.3,&quot;delta&quot;:null,&quot;reference_value&quot;:null,&quot;affected_value&quot;:null}"/>
          <p:cNvSpPr/>
          <p:nvPr/>
        </p:nvSpPr>
        <p:spPr>
          <a:xfrm>
            <a:off x="3624341" y="8213832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Electrical resistance by wafer location::die-7" descr="VisualizerSemanticDie:{&quot;index&quot;:6,&quot;x&quot;:2,&quot;y&quot;:-4,&quot;value&quot;:98.8,&quot;delta&quot;:null,&quot;reference_value&quot;:null,&quot;affected_value&quot;:null}"/>
          <p:cNvSpPr/>
          <p:nvPr/>
        </p:nvSpPr>
        <p:spPr>
          <a:xfrm>
            <a:off x="3677358" y="8213832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Electrical resistance by wafer location::die-8" descr="VisualizerSemanticDie:{&quot;index&quot;:7,&quot;x&quot;:3,&quot;y&quot;:-4,&quot;value&quot;:98.5,&quot;delta&quot;:null,&quot;reference_value&quot;:null,&quot;affected_value&quot;:null}"/>
          <p:cNvSpPr/>
          <p:nvPr/>
        </p:nvSpPr>
        <p:spPr>
          <a:xfrm>
            <a:off x="3730375" y="8213832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Electrical resistance by wafer location::die-9" descr="VisualizerSemanticDie:{&quot;index&quot;:8,&quot;x&quot;:-4,&quot;y&quot;:-3,&quot;value&quot;:98.5,&quot;delta&quot;:null,&quot;reference_value&quot;:null,&quot;affected_value&quot;:null}"/>
          <p:cNvSpPr/>
          <p:nvPr/>
        </p:nvSpPr>
        <p:spPr>
          <a:xfrm>
            <a:off x="3359257" y="8160815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Electrical resistance by wafer location::die-10" descr="VisualizerSemanticDie:{&quot;index&quot;:9,&quot;x&quot;:-3,&quot;y&quot;:-3,&quot;value&quot;:98.2,&quot;delta&quot;:null,&quot;reference_value&quot;:null,&quot;affected_value&quot;:null}"/>
          <p:cNvSpPr/>
          <p:nvPr/>
        </p:nvSpPr>
        <p:spPr>
          <a:xfrm>
            <a:off x="3412274" y="8160815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Electrical resistance by wafer location::die-11" descr="VisualizerSemanticDie:{&quot;index&quot;:10,&quot;x&quot;:-2,&quot;y&quot;:-3,&quot;value&quot;:98.7,&quot;delta&quot;:null,&quot;reference_value&quot;:null,&quot;affected_value&quot;:null}"/>
          <p:cNvSpPr/>
          <p:nvPr/>
        </p:nvSpPr>
        <p:spPr>
          <a:xfrm>
            <a:off x="3465290" y="816081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Electrical resistance by wafer location::die-12" descr="VisualizerSemanticDie:{&quot;index&quot;:11,&quot;x&quot;:-1,&quot;y&quot;:-3,&quot;value&quot;:98.4,&quot;delta&quot;:null,&quot;reference_value&quot;:null,&quot;affected_value&quot;:null}"/>
          <p:cNvSpPr/>
          <p:nvPr/>
        </p:nvSpPr>
        <p:spPr>
          <a:xfrm>
            <a:off x="3518307" y="8160815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Electrical resistance by wafer location::die-13" descr="VisualizerSemanticDie:{&quot;index&quot;:12,&quot;x&quot;:0,&quot;y&quot;:-3,&quot;value&quot;:98.9,&quot;delta&quot;:null,&quot;reference_value&quot;:null,&quot;affected_value&quot;:null}"/>
          <p:cNvSpPr/>
          <p:nvPr/>
        </p:nvSpPr>
        <p:spPr>
          <a:xfrm>
            <a:off x="3571324" y="816081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Electrical resistance by wafer location::die-14" descr="VisualizerSemanticDie:{&quot;index&quot;:13,&quot;x&quot;:1,&quot;y&quot;:-3,&quot;value&quot;:98.6,&quot;delta&quot;:null,&quot;reference_value&quot;:null,&quot;affected_value&quot;:null}"/>
          <p:cNvSpPr/>
          <p:nvPr/>
        </p:nvSpPr>
        <p:spPr>
          <a:xfrm>
            <a:off x="3624341" y="816081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Electrical resistance by wafer location::die-15" descr="VisualizerSemanticDie:{&quot;index&quot;:14,&quot;x&quot;:2,&quot;y&quot;:-3,&quot;value&quot;:98.3,&quot;delta&quot;:null,&quot;reference_value&quot;:null,&quot;affected_value&quot;:null}"/>
          <p:cNvSpPr/>
          <p:nvPr/>
        </p:nvSpPr>
        <p:spPr>
          <a:xfrm>
            <a:off x="3677358" y="8160815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Electrical resistance by wafer location::die-16" descr="VisualizerSemanticDie:{&quot;index&quot;:15,&quot;x&quot;:3,&quot;y&quot;:-3,&quot;value&quot;:98.8,&quot;delta&quot;:null,&quot;reference_value&quot;:null,&quot;affected_value&quot;:null}"/>
          <p:cNvSpPr/>
          <p:nvPr/>
        </p:nvSpPr>
        <p:spPr>
          <a:xfrm>
            <a:off x="3730375" y="8160815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Electrical resistance by wafer location::die-17" descr="VisualizerSemanticDie:{&quot;index&quot;:16,&quot;x&quot;:4,&quot;y&quot;:-3,&quot;value&quot;:98.5,&quot;delta&quot;:null,&quot;reference_value&quot;:null,&quot;affected_value&quot;:null}"/>
          <p:cNvSpPr/>
          <p:nvPr/>
        </p:nvSpPr>
        <p:spPr>
          <a:xfrm>
            <a:off x="3783392" y="8160815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Electrical resistance by wafer location::die-18" descr="VisualizerSemanticDie:{&quot;index&quot;:17,&quot;x&quot;:-4,&quot;y&quot;:-2,&quot;value&quot;:98.8,&quot;delta&quot;:null,&quot;reference_value&quot;:null,&quot;affected_value&quot;:null}"/>
          <p:cNvSpPr/>
          <p:nvPr/>
        </p:nvSpPr>
        <p:spPr>
          <a:xfrm>
            <a:off x="3359257" y="8107798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Electrical resistance by wafer location::die-19" descr="VisualizerSemanticDie:{&quot;index&quot;:18,&quot;x&quot;:-3,&quot;y&quot;:-2,&quot;value&quot;:98.5,&quot;delta&quot;:null,&quot;reference_value&quot;:null,&quot;affected_value&quot;:null}"/>
          <p:cNvSpPr/>
          <p:nvPr/>
        </p:nvSpPr>
        <p:spPr>
          <a:xfrm>
            <a:off x="3412274" y="8107798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Electrical resistance by wafer location::die-20" descr="VisualizerSemanticDie:{&quot;index&quot;:19,&quot;x&quot;:-2,&quot;y&quot;:-2,&quot;value&quot;:98.2,&quot;delta&quot;:null,&quot;reference_value&quot;:null,&quot;affected_value&quot;:null}"/>
          <p:cNvSpPr/>
          <p:nvPr/>
        </p:nvSpPr>
        <p:spPr>
          <a:xfrm>
            <a:off x="3465290" y="8107798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Electrical resistance by wafer location::die-21" descr="VisualizerSemanticDie:{&quot;index&quot;:20,&quot;x&quot;:-1,&quot;y&quot;:-2,&quot;value&quot;:98.7,&quot;delta&quot;:null,&quot;reference_value&quot;:null,&quot;affected_value&quot;:null}"/>
          <p:cNvSpPr/>
          <p:nvPr/>
        </p:nvSpPr>
        <p:spPr>
          <a:xfrm>
            <a:off x="3518307" y="810779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Electrical resistance by wafer location::die-22" descr="VisualizerSemanticDie:{&quot;index&quot;:21,&quot;x&quot;:0,&quot;y&quot;:-2,&quot;value&quot;:98.4,&quot;delta&quot;:null,&quot;reference_value&quot;:null,&quot;affected_value&quot;:null}"/>
          <p:cNvSpPr/>
          <p:nvPr/>
        </p:nvSpPr>
        <p:spPr>
          <a:xfrm>
            <a:off x="3571324" y="810779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Electrical resistance by wafer location::die-23" descr="VisualizerSemanticDie:{&quot;index&quot;:22,&quot;x&quot;:1,&quot;y&quot;:-2,&quot;value&quot;:98.9,&quot;delta&quot;:null,&quot;reference_value&quot;:null,&quot;affected_value&quot;:null}"/>
          <p:cNvSpPr/>
          <p:nvPr/>
        </p:nvSpPr>
        <p:spPr>
          <a:xfrm>
            <a:off x="3624341" y="810779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Electrical resistance by wafer location::die-24" descr="VisualizerSemanticDie:{&quot;index&quot;:23,&quot;x&quot;:2,&quot;y&quot;:-2,&quot;value&quot;:98.6,&quot;delta&quot;:null,&quot;reference_value&quot;:null,&quot;affected_value&quot;:null}"/>
          <p:cNvSpPr/>
          <p:nvPr/>
        </p:nvSpPr>
        <p:spPr>
          <a:xfrm>
            <a:off x="3677358" y="810779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Electrical resistance by wafer location::die-25" descr="VisualizerSemanticDie:{&quot;index&quot;:24,&quot;x&quot;:3,&quot;y&quot;:-2,&quot;value&quot;:98.3,&quot;delta&quot;:null,&quot;reference_value&quot;:null,&quot;affected_value&quot;:null}"/>
          <p:cNvSpPr/>
          <p:nvPr/>
        </p:nvSpPr>
        <p:spPr>
          <a:xfrm>
            <a:off x="3730375" y="8107798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Electrical resistance by wafer location::die-26" descr="VisualizerSemanticDie:{&quot;index&quot;:25,&quot;x&quot;:4,&quot;y&quot;:-2,&quot;value&quot;:98.8,&quot;delta&quot;:null,&quot;reference_value&quot;:null,&quot;affected_value&quot;:null}"/>
          <p:cNvSpPr/>
          <p:nvPr/>
        </p:nvSpPr>
        <p:spPr>
          <a:xfrm>
            <a:off x="3783392" y="8107798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Electrical resistance by wafer location::die-27" descr="VisualizerSemanticDie:{&quot;index&quot;:26,&quot;x&quot;:-4,&quot;y&quot;:-1,&quot;value&quot;:98.3,&quot;delta&quot;:null,&quot;reference_value&quot;:null,&quot;affected_value&quot;:null}"/>
          <p:cNvSpPr/>
          <p:nvPr/>
        </p:nvSpPr>
        <p:spPr>
          <a:xfrm>
            <a:off x="3359257" y="8054781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Electrical resistance by wafer location::die-28" descr="VisualizerSemanticDie:{&quot;index&quot;:27,&quot;x&quot;:-3,&quot;y&quot;:-1,&quot;value&quot;:98.8,&quot;delta&quot;:null,&quot;reference_value&quot;:null,&quot;affected_value&quot;:null}"/>
          <p:cNvSpPr/>
          <p:nvPr/>
        </p:nvSpPr>
        <p:spPr>
          <a:xfrm>
            <a:off x="3412274" y="8054781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Electrical resistance by wafer location::die-29" descr="VisualizerSemanticDie:{&quot;index&quot;:28,&quot;x&quot;:-2,&quot;y&quot;:-1,&quot;value&quot;:98.5,&quot;delta&quot;:null,&quot;reference_value&quot;:null,&quot;affected_value&quot;:null}"/>
          <p:cNvSpPr/>
          <p:nvPr/>
        </p:nvSpPr>
        <p:spPr>
          <a:xfrm>
            <a:off x="3465290" y="8054781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Electrical resistance by wafer location::die-30" descr="VisualizerSemanticDie:{&quot;index&quot;:29,&quot;x&quot;:-1,&quot;y&quot;:-1,&quot;value&quot;:98.2,&quot;delta&quot;:null,&quot;reference_value&quot;:null,&quot;affected_value&quot;:null}"/>
          <p:cNvSpPr/>
          <p:nvPr/>
        </p:nvSpPr>
        <p:spPr>
          <a:xfrm>
            <a:off x="3518307" y="8054781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Electrical resistance by wafer location::die-31" descr="VisualizerSemanticDie:{&quot;index&quot;:30,&quot;x&quot;:0,&quot;y&quot;:-1,&quot;value&quot;:98.7,&quot;delta&quot;:null,&quot;reference_value&quot;:null,&quot;affected_value&quot;:null}"/>
          <p:cNvSpPr/>
          <p:nvPr/>
        </p:nvSpPr>
        <p:spPr>
          <a:xfrm>
            <a:off x="3571324" y="805478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Electrical resistance by wafer location::die-32" descr="VisualizerSemanticDie:{&quot;index&quot;:31,&quot;x&quot;:1,&quot;y&quot;:-1,&quot;value&quot;:98.4,&quot;delta&quot;:null,&quot;reference_value&quot;:null,&quot;affected_value&quot;:null}"/>
          <p:cNvSpPr/>
          <p:nvPr/>
        </p:nvSpPr>
        <p:spPr>
          <a:xfrm>
            <a:off x="3624341" y="8054781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Electrical resistance by wafer location::die-33" descr="VisualizerSemanticDie:{&quot;index&quot;:32,&quot;x&quot;:2,&quot;y&quot;:-1,&quot;value&quot;:98.9,&quot;delta&quot;:null,&quot;reference_value&quot;:null,&quot;affected_value&quot;:null}"/>
          <p:cNvSpPr/>
          <p:nvPr/>
        </p:nvSpPr>
        <p:spPr>
          <a:xfrm>
            <a:off x="3677358" y="805478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Electrical resistance by wafer location::die-34" descr="VisualizerSemanticDie:{&quot;index&quot;:33,&quot;x&quot;:3,&quot;y&quot;:-1,&quot;value&quot;:98.6,&quot;delta&quot;:null,&quot;reference_value&quot;:null,&quot;affected_value&quot;:null}"/>
          <p:cNvSpPr/>
          <p:nvPr/>
        </p:nvSpPr>
        <p:spPr>
          <a:xfrm>
            <a:off x="3730375" y="805478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Electrical resistance by wafer location::die-35" descr="VisualizerSemanticDie:{&quot;index&quot;:34,&quot;x&quot;:4,&quot;y&quot;:-1,&quot;value&quot;:98.3,&quot;delta&quot;:null,&quot;reference_value&quot;:null,&quot;affected_value&quot;:null}"/>
          <p:cNvSpPr/>
          <p:nvPr/>
        </p:nvSpPr>
        <p:spPr>
          <a:xfrm>
            <a:off x="3783392" y="8054781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Electrical resistance by wafer location::die-36" descr="VisualizerSemanticDie:{&quot;index&quot;:35,&quot;x&quot;:-5,&quot;y&quot;:0,&quot;value&quot;:98.9,&quot;delta&quot;:null,&quot;reference_value&quot;:null,&quot;affected_value&quot;:null}"/>
          <p:cNvSpPr/>
          <p:nvPr/>
        </p:nvSpPr>
        <p:spPr>
          <a:xfrm>
            <a:off x="3306240" y="800176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Electrical resistance by wafer location::die-37" descr="VisualizerSemanticDie:{&quot;index&quot;:36,&quot;x&quot;:-4,&quot;y&quot;:0,&quot;value&quot;:98.6,&quot;delta&quot;:null,&quot;reference_value&quot;:null,&quot;affected_value&quot;:null}"/>
          <p:cNvSpPr/>
          <p:nvPr/>
        </p:nvSpPr>
        <p:spPr>
          <a:xfrm>
            <a:off x="3359257" y="800176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Electrical resistance by wafer location::die-38" descr="VisualizerSemanticDie:{&quot;index&quot;:37,&quot;x&quot;:-3,&quot;y&quot;:0,&quot;value&quot;:98.3,&quot;delta&quot;:null,&quot;reference_value&quot;:null,&quot;affected_value&quot;:null}"/>
          <p:cNvSpPr/>
          <p:nvPr/>
        </p:nvSpPr>
        <p:spPr>
          <a:xfrm>
            <a:off x="3412274" y="8001764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Electrical resistance by wafer location::die-39" descr="VisualizerSemanticDie:{&quot;index&quot;:38,&quot;x&quot;:-2,&quot;y&quot;:0,&quot;value&quot;:98.8,&quot;delta&quot;:null,&quot;reference_value&quot;:null,&quot;affected_value&quot;:null}"/>
          <p:cNvSpPr/>
          <p:nvPr/>
        </p:nvSpPr>
        <p:spPr>
          <a:xfrm>
            <a:off x="3465290" y="8001764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Electrical resistance by wafer location::die-40" descr="VisualizerSemanticDie:{&quot;index&quot;:39,&quot;x&quot;:-1,&quot;y&quot;:0,&quot;value&quot;:98.5,&quot;delta&quot;:null,&quot;reference_value&quot;:null,&quot;affected_value&quot;:null}"/>
          <p:cNvSpPr/>
          <p:nvPr/>
        </p:nvSpPr>
        <p:spPr>
          <a:xfrm>
            <a:off x="3518307" y="8001764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Electrical resistance by wafer location::die-41" descr="VisualizerSemanticDie:{&quot;index&quot;:40,&quot;x&quot;:0,&quot;y&quot;:0,&quot;value&quot;:98.2,&quot;delta&quot;:null,&quot;reference_value&quot;:null,&quot;affected_value&quot;:null}"/>
          <p:cNvSpPr/>
          <p:nvPr/>
        </p:nvSpPr>
        <p:spPr>
          <a:xfrm>
            <a:off x="3571324" y="8001764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Electrical resistance by wafer location::die-42" descr="VisualizerSemanticDie:{&quot;index&quot;:41,&quot;x&quot;:1,&quot;y&quot;:0,&quot;value&quot;:98.7,&quot;delta&quot;:null,&quot;reference_value&quot;:null,&quot;affected_value&quot;:null}"/>
          <p:cNvSpPr/>
          <p:nvPr/>
        </p:nvSpPr>
        <p:spPr>
          <a:xfrm>
            <a:off x="3624341" y="8001764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Electrical resistance by wafer location::die-43" descr="VisualizerSemanticDie:{&quot;index&quot;:42,&quot;x&quot;:2,&quot;y&quot;:0,&quot;value&quot;:92.3,&quot;delta&quot;:null,&quot;reference_value&quot;:null,&quot;affected_value&quot;:null}"/>
          <p:cNvSpPr/>
          <p:nvPr/>
        </p:nvSpPr>
        <p:spPr>
          <a:xfrm>
            <a:off x="3677358" y="8001764"/>
            <a:ext cx="44577" cy="44577"/>
          </a:xfrm>
          <a:prstGeom prst="rect">
            <a:avLst/>
          </a:prstGeom>
          <a:solidFill>
            <a:srgbClr val="4259BE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Electrical resistance by wafer location::die-44" descr="VisualizerSemanticDie:{&quot;index&quot;:43,&quot;x&quot;:3,&quot;y&quot;:0,&quot;value&quot;:92.2,&quot;delta&quot;:null,&quot;reference_value&quot;:null,&quot;affected_value&quot;:null}"/>
          <p:cNvSpPr/>
          <p:nvPr/>
        </p:nvSpPr>
        <p:spPr>
          <a:xfrm>
            <a:off x="3730375" y="8001764"/>
            <a:ext cx="44577" cy="44577"/>
          </a:xfrm>
          <a:prstGeom prst="rect">
            <a:avLst/>
          </a:prstGeom>
          <a:solidFill>
            <a:srgbClr val="4059C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Electrical resistance by wafer location::die-45" descr="VisualizerSemanticDie:{&quot;index&quot;:44,&quot;x&quot;:4,&quot;y&quot;:0,&quot;value&quot;:98.6,&quot;delta&quot;:null,&quot;reference_value&quot;:null,&quot;affected_value&quot;:null}"/>
          <p:cNvSpPr/>
          <p:nvPr/>
        </p:nvSpPr>
        <p:spPr>
          <a:xfrm>
            <a:off x="3783392" y="800176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Electrical resistance by wafer location::die-46" descr="VisualizerSemanticDie:{&quot;index&quot;:45,&quot;x&quot;:5,&quot;y&quot;:0,&quot;value&quot;:98.3,&quot;delta&quot;:null,&quot;reference_value&quot;:null,&quot;affected_value&quot;:null}"/>
          <p:cNvSpPr/>
          <p:nvPr/>
        </p:nvSpPr>
        <p:spPr>
          <a:xfrm>
            <a:off x="3836409" y="8001764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Electrical resistance by wafer location::die-47" descr="VisualizerSemanticDie:{&quot;index&quot;:46,&quot;x&quot;:-4,&quot;y&quot;:1,&quot;value&quot;:98.9,&quot;delta&quot;:null,&quot;reference_value&quot;:null,&quot;affected_value&quot;:null}"/>
          <p:cNvSpPr/>
          <p:nvPr/>
        </p:nvSpPr>
        <p:spPr>
          <a:xfrm>
            <a:off x="3359257" y="7948747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Electrical resistance by wafer location::die-48" descr="VisualizerSemanticDie:{&quot;index&quot;:47,&quot;x&quot;:-3,&quot;y&quot;:1,&quot;value&quot;:98.6,&quot;delta&quot;:null,&quot;reference_value&quot;:null,&quot;affected_value&quot;:null}"/>
          <p:cNvSpPr/>
          <p:nvPr/>
        </p:nvSpPr>
        <p:spPr>
          <a:xfrm>
            <a:off x="3412274" y="7948747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Electrical resistance by wafer location::die-49" descr="VisualizerSemanticDie:{&quot;index&quot;:48,&quot;x&quot;:-2,&quot;y&quot;:1,&quot;value&quot;:98.3,&quot;delta&quot;:null,&quot;reference_value&quot;:null,&quot;affected_value&quot;:null}"/>
          <p:cNvSpPr/>
          <p:nvPr/>
        </p:nvSpPr>
        <p:spPr>
          <a:xfrm>
            <a:off x="3465290" y="7948747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Electrical resistance by wafer location::die-50" descr="VisualizerSemanticDie:{&quot;index&quot;:49,&quot;x&quot;:-1,&quot;y&quot;:1,&quot;value&quot;:98.8,&quot;delta&quot;:null,&quot;reference_value&quot;:null,&quot;affected_value&quot;:null}"/>
          <p:cNvSpPr/>
          <p:nvPr/>
        </p:nvSpPr>
        <p:spPr>
          <a:xfrm>
            <a:off x="3518307" y="7948747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Electrical resistance by wafer location::die-51" descr="VisualizerSemanticDie:{&quot;index&quot;:50,&quot;x&quot;:0,&quot;y&quot;:1,&quot;value&quot;:98.5,&quot;delta&quot;:null,&quot;reference_value&quot;:null,&quot;affected_value&quot;:null}"/>
          <p:cNvSpPr/>
          <p:nvPr/>
        </p:nvSpPr>
        <p:spPr>
          <a:xfrm>
            <a:off x="3571324" y="7948747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Electrical resistance by wafer location::die-52" descr="VisualizerSemanticDie:{&quot;index&quot;:51,&quot;x&quot;:1,&quot;y&quot;:1,&quot;value&quot;:98.2,&quot;delta&quot;:null,&quot;reference_value&quot;:null,&quot;affected_value&quot;:null}"/>
          <p:cNvSpPr/>
          <p:nvPr/>
        </p:nvSpPr>
        <p:spPr>
          <a:xfrm>
            <a:off x="3624341" y="7948747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Electrical resistance by wafer location::die-53" descr="VisualizerSemanticDie:{&quot;index&quot;:52,&quot;x&quot;:2,&quot;y&quot;:1,&quot;value&quot;:91.8,&quot;delta&quot;:null,&quot;reference_value&quot;:null,&quot;affected_value&quot;:null}"/>
          <p:cNvSpPr/>
          <p:nvPr/>
        </p:nvSpPr>
        <p:spPr>
          <a:xfrm>
            <a:off x="3677358" y="7948747"/>
            <a:ext cx="44577" cy="44577"/>
          </a:xfrm>
          <a:prstGeom prst="rect">
            <a:avLst/>
          </a:prstGeom>
          <a:solidFill>
            <a:srgbClr val="38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Electrical resistance by wafer location::die-54" descr="VisualizerSemanticDie:{&quot;index&quot;:53,&quot;x&quot;:3,&quot;y&quot;:1,&quot;value&quot;:91.7,&quot;delta&quot;:null,&quot;reference_value&quot;:null,&quot;affected_value&quot;:null}"/>
          <p:cNvSpPr/>
          <p:nvPr/>
        </p:nvSpPr>
        <p:spPr>
          <a:xfrm>
            <a:off x="3730375" y="7948747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Electrical resistance by wafer location::die-55" descr="VisualizerSemanticDie:{&quot;index&quot;:54,&quot;x&quot;:4,&quot;y&quot;:1,&quot;value&quot;:98.9,&quot;delta&quot;:null,&quot;reference_value&quot;:null,&quot;affected_value&quot;:null}"/>
          <p:cNvSpPr/>
          <p:nvPr/>
        </p:nvSpPr>
        <p:spPr>
          <a:xfrm>
            <a:off x="3783392" y="7948747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Electrical resistance by wafer location::die-56" descr="VisualizerSemanticDie:{&quot;index&quot;:55,&quot;x&quot;:-4,&quot;y&quot;:2,&quot;value&quot;:98.4,&quot;delta&quot;:null,&quot;reference_value&quot;:null,&quot;affected_value&quot;:null}"/>
          <p:cNvSpPr/>
          <p:nvPr/>
        </p:nvSpPr>
        <p:spPr>
          <a:xfrm>
            <a:off x="3359257" y="7895730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Electrical resistance by wafer location::die-57" descr="VisualizerSemanticDie:{&quot;index&quot;:56,&quot;x&quot;:-3,&quot;y&quot;:2,&quot;value&quot;:98.9,&quot;delta&quot;:null,&quot;reference_value&quot;:null,&quot;affected_value&quot;:null}"/>
          <p:cNvSpPr/>
          <p:nvPr/>
        </p:nvSpPr>
        <p:spPr>
          <a:xfrm>
            <a:off x="3412274" y="7895730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Electrical resistance by wafer location::die-58" descr="VisualizerSemanticDie:{&quot;index&quot;:57,&quot;x&quot;:-2,&quot;y&quot;:2,&quot;value&quot;:98.6,&quot;delta&quot;:null,&quot;reference_value&quot;:null,&quot;affected_value&quot;:null}"/>
          <p:cNvSpPr/>
          <p:nvPr/>
        </p:nvSpPr>
        <p:spPr>
          <a:xfrm>
            <a:off x="3465290" y="7895730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Electrical resistance by wafer location::die-59" descr="VisualizerSemanticDie:{&quot;index&quot;:58,&quot;x&quot;:-1,&quot;y&quot;:2,&quot;value&quot;:98.3,&quot;delta&quot;:null,&quot;reference_value&quot;:null,&quot;affected_value&quot;:null}"/>
          <p:cNvSpPr/>
          <p:nvPr/>
        </p:nvSpPr>
        <p:spPr>
          <a:xfrm>
            <a:off x="3518307" y="7895730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Electrical resistance by wafer location::die-60" descr="VisualizerSemanticDie:{&quot;index&quot;:59,&quot;x&quot;:0,&quot;y&quot;:2,&quot;value&quot;:98.8,&quot;delta&quot;:null,&quot;reference_value&quot;:null,&quot;affected_value&quot;:null}"/>
          <p:cNvSpPr/>
          <p:nvPr/>
        </p:nvSpPr>
        <p:spPr>
          <a:xfrm>
            <a:off x="3571324" y="7895730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Electrical resistance by wafer location::die-61" descr="VisualizerSemanticDie:{&quot;index&quot;:60,&quot;x&quot;:1,&quot;y&quot;:2,&quot;value&quot;:98.5,&quot;delta&quot;:null,&quot;reference_value&quot;:null,&quot;affected_value&quot;:null}"/>
          <p:cNvSpPr/>
          <p:nvPr/>
        </p:nvSpPr>
        <p:spPr>
          <a:xfrm>
            <a:off x="3624341" y="7895730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Electrical resistance by wafer location::die-62" descr="VisualizerSemanticDie:{&quot;index&quot;:61,&quot;x&quot;:2,&quot;y&quot;:2,&quot;value&quot;:98.2,&quot;delta&quot;:null,&quot;reference_value&quot;:null,&quot;affected_value&quot;:null}"/>
          <p:cNvSpPr/>
          <p:nvPr/>
        </p:nvSpPr>
        <p:spPr>
          <a:xfrm>
            <a:off x="3677358" y="7895730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Electrical resistance by wafer location::die-63" descr="VisualizerSemanticDie:{&quot;index&quot;:62,&quot;x&quot;:3,&quot;y&quot;:2,&quot;value&quot;:98.7,&quot;delta&quot;:null,&quot;reference_value&quot;:null,&quot;affected_value&quot;:null}"/>
          <p:cNvSpPr/>
          <p:nvPr/>
        </p:nvSpPr>
        <p:spPr>
          <a:xfrm>
            <a:off x="3730375" y="7895730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Electrical resistance by wafer location::die-64" descr="VisualizerSemanticDie:{&quot;index&quot;:63,&quot;x&quot;:4,&quot;y&quot;:2,&quot;value&quot;:98.4,&quot;delta&quot;:null,&quot;reference_value&quot;:null,&quot;affected_value&quot;:null}"/>
          <p:cNvSpPr/>
          <p:nvPr/>
        </p:nvSpPr>
        <p:spPr>
          <a:xfrm>
            <a:off x="3783392" y="7895730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Electrical resistance by wafer location::die-65" descr="VisualizerSemanticDie:{&quot;index&quot;:64,&quot;x&quot;:-4,&quot;y&quot;:3,&quot;value&quot;:98.7,&quot;delta&quot;:null,&quot;reference_value&quot;:null,&quot;affected_value&quot;:null}"/>
          <p:cNvSpPr/>
          <p:nvPr/>
        </p:nvSpPr>
        <p:spPr>
          <a:xfrm>
            <a:off x="3359257" y="7842713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Electrical resistance by wafer location::die-66" descr="VisualizerSemanticDie:{&quot;index&quot;:65,&quot;x&quot;:-3,&quot;y&quot;:3,&quot;value&quot;:98.4,&quot;delta&quot;:null,&quot;reference_value&quot;:null,&quot;affected_value&quot;:null}"/>
          <p:cNvSpPr/>
          <p:nvPr/>
        </p:nvSpPr>
        <p:spPr>
          <a:xfrm>
            <a:off x="3412274" y="7842713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Electrical resistance by wafer location::die-67" descr="VisualizerSemanticDie:{&quot;index&quot;:66,&quot;x&quot;:-2,&quot;y&quot;:3,&quot;value&quot;:98.9,&quot;delta&quot;:null,&quot;reference_value&quot;:null,&quot;affected_value&quot;:null}"/>
          <p:cNvSpPr/>
          <p:nvPr/>
        </p:nvSpPr>
        <p:spPr>
          <a:xfrm>
            <a:off x="3465290" y="7842713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Electrical resistance by wafer location::die-68" descr="VisualizerSemanticDie:{&quot;index&quot;:67,&quot;x&quot;:-1,&quot;y&quot;:3,&quot;value&quot;:98.6,&quot;delta&quot;:null,&quot;reference_value&quot;:null,&quot;affected_value&quot;:null}"/>
          <p:cNvSpPr/>
          <p:nvPr/>
        </p:nvSpPr>
        <p:spPr>
          <a:xfrm>
            <a:off x="3518307" y="7842713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Electrical resistance by wafer location::die-69" descr="VisualizerSemanticDie:{&quot;index&quot;:68,&quot;x&quot;:0,&quot;y&quot;:3,&quot;value&quot;:98.3,&quot;delta&quot;:null,&quot;reference_value&quot;:null,&quot;affected_value&quot;:null}"/>
          <p:cNvSpPr/>
          <p:nvPr/>
        </p:nvSpPr>
        <p:spPr>
          <a:xfrm>
            <a:off x="3571324" y="7842713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Electrical resistance by wafer location::die-70" descr="VisualizerSemanticDie:{&quot;index&quot;:69,&quot;x&quot;:1,&quot;y&quot;:3,&quot;value&quot;:98.8,&quot;delta&quot;:null,&quot;reference_value&quot;:null,&quot;affected_value&quot;:null}"/>
          <p:cNvSpPr/>
          <p:nvPr/>
        </p:nvSpPr>
        <p:spPr>
          <a:xfrm>
            <a:off x="3624341" y="7842713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Electrical resistance by wafer location::die-71" descr="VisualizerSemanticDie:{&quot;index&quot;:70,&quot;x&quot;:2,&quot;y&quot;:3,&quot;value&quot;:98.5,&quot;delta&quot;:null,&quot;reference_value&quot;:null,&quot;affected_value&quot;:null}"/>
          <p:cNvSpPr/>
          <p:nvPr/>
        </p:nvSpPr>
        <p:spPr>
          <a:xfrm>
            <a:off x="3677358" y="7842713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Electrical resistance by wafer location::die-72" descr="VisualizerSemanticDie:{&quot;index&quot;:71,&quot;x&quot;:3,&quot;y&quot;:3,&quot;value&quot;:98.2,&quot;delta&quot;:null,&quot;reference_value&quot;:null,&quot;affected_value&quot;:null}"/>
          <p:cNvSpPr/>
          <p:nvPr/>
        </p:nvSpPr>
        <p:spPr>
          <a:xfrm>
            <a:off x="3730375" y="7842713"/>
            <a:ext cx="44577" cy="44577"/>
          </a:xfrm>
          <a:prstGeom prst="rect">
            <a:avLst/>
          </a:prstGeom>
          <a:solidFill>
            <a:srgbClr val="BB5069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Electrical resistance by wafer location::die-73" descr="VisualizerSemanticDie:{&quot;index&quot;:72,&quot;x&quot;:4,&quot;y&quot;:3,&quot;value&quot;:98.7,&quot;delta&quot;:null,&quot;reference_value&quot;:null,&quot;affected_value&quot;:null}"/>
          <p:cNvSpPr/>
          <p:nvPr/>
        </p:nvSpPr>
        <p:spPr>
          <a:xfrm>
            <a:off x="3783392" y="7842713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Electrical resistance by wafer location::die-74" descr="VisualizerSemanticDie:{&quot;index&quot;:73,&quot;x&quot;:-3,&quot;y&quot;:4,&quot;value&quot;:98.7,&quot;delta&quot;:null,&quot;reference_value&quot;:null,&quot;affected_value&quot;:null}"/>
          <p:cNvSpPr/>
          <p:nvPr/>
        </p:nvSpPr>
        <p:spPr>
          <a:xfrm>
            <a:off x="3412274" y="7789696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Electrical resistance by wafer location::die-75" descr="VisualizerSemanticDie:{&quot;index&quot;:74,&quot;x&quot;:-2,&quot;y&quot;:4,&quot;value&quot;:98.4,&quot;delta&quot;:null,&quot;reference_value&quot;:null,&quot;affected_value&quot;:null}"/>
          <p:cNvSpPr/>
          <p:nvPr/>
        </p:nvSpPr>
        <p:spPr>
          <a:xfrm>
            <a:off x="3465290" y="7789696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Electrical resistance by wafer location::die-76" descr="VisualizerSemanticDie:{&quot;index&quot;:75,&quot;x&quot;:-1,&quot;y&quot;:4,&quot;value&quot;:98.9,&quot;delta&quot;:null,&quot;reference_value&quot;:null,&quot;affected_value&quot;:null}"/>
          <p:cNvSpPr/>
          <p:nvPr/>
        </p:nvSpPr>
        <p:spPr>
          <a:xfrm>
            <a:off x="3518307" y="7789696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Electrical resistance by wafer location::die-77" descr="VisualizerSemanticDie:{&quot;index&quot;:76,&quot;x&quot;:0,&quot;y&quot;:4,&quot;value&quot;:98.6,&quot;delta&quot;:null,&quot;reference_value&quot;:null,&quot;affected_value&quot;:null}"/>
          <p:cNvSpPr/>
          <p:nvPr/>
        </p:nvSpPr>
        <p:spPr>
          <a:xfrm>
            <a:off x="3571324" y="778969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Electrical resistance by wafer location::die-78" descr="VisualizerSemanticDie:{&quot;index&quot;:77,&quot;x&quot;:1,&quot;y&quot;:4,&quot;value&quot;:98.3,&quot;delta&quot;:null,&quot;reference_value&quot;:null,&quot;affected_value&quot;:null}"/>
          <p:cNvSpPr/>
          <p:nvPr/>
        </p:nvSpPr>
        <p:spPr>
          <a:xfrm>
            <a:off x="3624341" y="7789696"/>
            <a:ext cx="44577" cy="44577"/>
          </a:xfrm>
          <a:prstGeom prst="rect">
            <a:avLst/>
          </a:prstGeom>
          <a:solidFill>
            <a:srgbClr val="BD5068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Electrical resistance by wafer location::die-79" descr="VisualizerSemanticDie:{&quot;index&quot;:78,&quot;x&quot;:2,&quot;y&quot;:4,&quot;value&quot;:98.8,&quot;delta&quot;:null,&quot;reference_value&quot;:null,&quot;affected_value&quot;:null}"/>
          <p:cNvSpPr/>
          <p:nvPr/>
        </p:nvSpPr>
        <p:spPr>
          <a:xfrm>
            <a:off x="3677358" y="7789696"/>
            <a:ext cx="44577" cy="44577"/>
          </a:xfrm>
          <a:prstGeom prst="rect">
            <a:avLst/>
          </a:prstGeom>
          <a:solidFill>
            <a:srgbClr val="C7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Electrical resistance by wafer location::die-80" descr="VisualizerSemanticDie:{&quot;index&quot;:79,&quot;x&quot;:3,&quot;y&quot;:4,&quot;value&quot;:98.5,&quot;delta&quot;:null,&quot;reference_value&quot;:null,&quot;affected_value&quot;:null}"/>
          <p:cNvSpPr/>
          <p:nvPr/>
        </p:nvSpPr>
        <p:spPr>
          <a:xfrm>
            <a:off x="3730375" y="7789696"/>
            <a:ext cx="44577" cy="44577"/>
          </a:xfrm>
          <a:prstGeom prst="rect">
            <a:avLst/>
          </a:prstGeom>
          <a:solidFill>
            <a:srgbClr val="C1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Electrical resistance by wafer location::die-81" descr="VisualizerSemanticDie:{&quot;index&quot;:80,&quot;x&quot;:0,&quot;y&quot;:5,&quot;value&quot;:98.9,&quot;delta&quot;:null,&quot;reference_value&quot;:null,&quot;affected_value&quot;:null}"/>
          <p:cNvSpPr/>
          <p:nvPr/>
        </p:nvSpPr>
        <p:spPr>
          <a:xfrm>
            <a:off x="3571324" y="7736679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VIZ::Electrical resistance by wafer location::legend-title"/>
          <p:cNvSpPr txBox="1"/>
          <p:nvPr/>
        </p:nvSpPr>
        <p:spPr>
          <a:xfrm>
            <a:off x="2945587" y="8129724"/>
            <a:ext cx="114351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2" name="VIZ::Electrical resistance by wafer location::legend-1"/>
          <p:cNvSpPr/>
          <p:nvPr/>
        </p:nvSpPr>
        <p:spPr>
          <a:xfrm>
            <a:off x="2945587" y="8340036"/>
            <a:ext cx="106737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Electrical resistance by wafer location::legend-2"/>
          <p:cNvSpPr/>
          <p:nvPr/>
        </p:nvSpPr>
        <p:spPr>
          <a:xfrm>
            <a:off x="3075184" y="8340036"/>
            <a:ext cx="106737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Electrical resistance by wafer location::legend-3"/>
          <p:cNvSpPr/>
          <p:nvPr/>
        </p:nvSpPr>
        <p:spPr>
          <a:xfrm>
            <a:off x="3204781" y="8340036"/>
            <a:ext cx="106737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Electrical resistance by wafer location::legend-4"/>
          <p:cNvSpPr/>
          <p:nvPr/>
        </p:nvSpPr>
        <p:spPr>
          <a:xfrm>
            <a:off x="3334378" y="8340036"/>
            <a:ext cx="106737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Electrical resistance by wafer location::legend-5"/>
          <p:cNvSpPr/>
          <p:nvPr/>
        </p:nvSpPr>
        <p:spPr>
          <a:xfrm>
            <a:off x="3463975" y="8340036"/>
            <a:ext cx="106737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Electrical resistance by wafer location::legend-6"/>
          <p:cNvSpPr/>
          <p:nvPr/>
        </p:nvSpPr>
        <p:spPr>
          <a:xfrm>
            <a:off x="3593573" y="8340036"/>
            <a:ext cx="106737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Electrical resistance by wafer location::legend-7"/>
          <p:cNvSpPr/>
          <p:nvPr/>
        </p:nvSpPr>
        <p:spPr>
          <a:xfrm>
            <a:off x="3723170" y="8340036"/>
            <a:ext cx="106737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Electrical resistance by wafer location::legend-8"/>
          <p:cNvSpPr/>
          <p:nvPr/>
        </p:nvSpPr>
        <p:spPr>
          <a:xfrm>
            <a:off x="3852767" y="8340036"/>
            <a:ext cx="106737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Electrical resistance by wafer location::legend-9"/>
          <p:cNvSpPr/>
          <p:nvPr/>
        </p:nvSpPr>
        <p:spPr>
          <a:xfrm>
            <a:off x="3982364" y="8340036"/>
            <a:ext cx="106737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Z::Electrical resistance by wafer location::legend-low"/>
          <p:cNvSpPr txBox="1"/>
          <p:nvPr/>
        </p:nvSpPr>
        <p:spPr>
          <a:xfrm>
            <a:off x="2945587" y="8454336"/>
            <a:ext cx="34305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91.7</a:t>
            </a:r>
          </a:p>
        </p:txBody>
      </p:sp>
      <p:sp>
        <p:nvSpPr>
          <p:cNvPr id="112" name="VIZ::Electrical resistance by wafer location::legend-high"/>
          <p:cNvSpPr txBox="1"/>
          <p:nvPr/>
        </p:nvSpPr>
        <p:spPr>
          <a:xfrm>
            <a:off x="3746047" y="8454336"/>
            <a:ext cx="343054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98.9</a:t>
            </a:r>
          </a:p>
        </p:txBody>
      </p:sp>
      <p:sp>
        <p:nvSpPr>
          <p:cNvPr id="114" name="VIZ::RFX-12 resistance subgroup sequence::chart-label-band"/>
          <p:cNvSpPr/>
          <p:nvPr/>
        </p:nvSpPr>
        <p:spPr>
          <a:xfrm>
            <a:off x="2362216" y="9680039"/>
            <a:ext cx="2695299" cy="3363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VIZ::RFX-12 resistance subgroup sequence::category-label-axis"/>
          <p:cNvCxnSpPr/>
          <p:nvPr/>
        </p:nvCxnSpPr>
        <p:spPr>
          <a:xfrm>
            <a:off x="2377618" y="9687514"/>
            <a:ext cx="2556684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VIZ::RFX-12 resistance subgroup sequence::category-label-0"/>
          <p:cNvSpPr txBox="1"/>
          <p:nvPr/>
        </p:nvSpPr>
        <p:spPr>
          <a:xfrm>
            <a:off x="2377618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8.12</a:t>
            </a:r>
          </a:p>
        </p:txBody>
      </p:sp>
      <p:sp>
        <p:nvSpPr>
          <p:cNvPr id="117" name="VIZ::RFX-12 resistance subgroup sequence::category-label-2"/>
          <p:cNvSpPr txBox="1"/>
          <p:nvPr/>
        </p:nvSpPr>
        <p:spPr>
          <a:xfrm>
            <a:off x="2733476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8.08</a:t>
            </a:r>
          </a:p>
        </p:txBody>
      </p:sp>
      <p:sp>
        <p:nvSpPr>
          <p:cNvPr id="118" name="VIZ::RFX-12 resistance subgroup sequence::category-label-4"/>
          <p:cNvSpPr txBox="1"/>
          <p:nvPr/>
        </p:nvSpPr>
        <p:spPr>
          <a:xfrm>
            <a:off x="3159590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8.18</a:t>
            </a:r>
          </a:p>
        </p:txBody>
      </p:sp>
      <p:sp>
        <p:nvSpPr>
          <p:cNvPr id="119" name="VIZ::RFX-12 resistance subgroup sequence::category-label-6"/>
          <p:cNvSpPr txBox="1"/>
          <p:nvPr/>
        </p:nvSpPr>
        <p:spPr>
          <a:xfrm>
            <a:off x="3585704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8.81</a:t>
            </a:r>
          </a:p>
        </p:txBody>
      </p:sp>
      <p:sp>
        <p:nvSpPr>
          <p:cNvPr id="120" name="VIZ::RFX-12 resistance subgroup sequence::category-label-8"/>
          <p:cNvSpPr txBox="1"/>
          <p:nvPr/>
        </p:nvSpPr>
        <p:spPr>
          <a:xfrm>
            <a:off x="4011818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9.02</a:t>
            </a:r>
          </a:p>
        </p:txBody>
      </p:sp>
      <p:sp>
        <p:nvSpPr>
          <p:cNvPr id="121" name="VIZ::RFX-12 resistance subgroup sequence::category-label-10"/>
          <p:cNvSpPr txBox="1"/>
          <p:nvPr/>
        </p:nvSpPr>
        <p:spPr>
          <a:xfrm>
            <a:off x="4437932" y="9702462"/>
            <a:ext cx="35356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8.76</a:t>
            </a:r>
          </a:p>
        </p:txBody>
      </p:sp>
      <p:graphicFrame>
        <p:nvGraphicFramePr>
          <p:cNvPr id="145" name="VIZ::Operating evidence · B" descr="VisualizerSemantic:{&quot;composition_role&quot;:&quot;detailed_evidence&quot;,&quot;customTable&quot;:{&quot;headers&quot;:[&quot;Lot / station identifier&quot;,&quot;Window&quot;,&quot;Open bumps / 1k&quot;,&quot;Evidence state&quot;],&quot;rows&quot;:[[&quot;QF-8419 / RFX-12 / recipe R7C&quot;,&quot;04:20–05:10&quot;,5.74,&quot;Contained&quot;],[&quot;QF-8421 / RFX-12 / recipe R7C&quot;,&quot;05:15–06:05&quot;,1.29,&quot;Paired run pending&quot;],[&quot;QF-8419 / carrier clean batch CC-392&quot;,&quot;04:02&quot;,3.6,&quot;Competing mechanism&quot;],[&quot;RFX-11 / same recipe R7C&quot;,&quot;04:20–05:10&quot;,1.18,&quot;Neighbor stable&quot;]]},&quot;element&quot;:&quot;Clean Table&quot;,&quot;engine&quot;:&quot;TableEngine&quot;,&quot;groupId&quot;:null,&quot;id&quot;:&quot;c7&quot;,&quot;locked&quot;:false,&quot;message_role&quot;:&quot;Primary Evidence&quot;,&quot;order&quot;:9,&quot;rows&quot;:[[&quot;QF-8419 / RFX-12 / recipe R7C&quot;,&quot;04:20–05:10&quot;,5.74,&quot;Contained&quot;],[&quot;QF-8421 / RFX-12 / recipe R7C&quot;,&quot;05:15–06:05&quot;,1.29,&quot;Paired run pending&quot;],[&quot;QF-8419 / carrier clean batch CC-392&quot;,&quot;04:02&quot;,3.6,&quot;Competing mechanism&quot;],[&quot;RFX-11 / same recipe R7C&quot;,&quot;04:20–05:10&quot;,1.18,&quot;Neighbor stable&quot;]],&quot;section_id&quot;:&quot;evidence&quot;,&quot;section_title&quot;:&quot;Engineering evidence&quot;,&quot;showTitle&quot;:true,&quot;title&quot;:&quot;Operating evidence · B&quot;,&quot;type&quot;:&quot;table&quot;,&quot;weight&quot;:1,&quot;z&quot;:7,&quot;x&quot;:14.0,&quot;y&quot;:620.0735294117646,&quot;w&quot;:1572.0,&quot;h&quot;:419.13599999999997}"/>
          <p:cNvGraphicFramePr>
            <a:graphicFrameLocks noGrp="1"/>
          </p:cNvGraphicFramePr>
          <p:nvPr/>
        </p:nvGraphicFramePr>
        <p:xfrm>
          <a:off x="61553" y="2726266"/>
          <a:ext cx="6911583" cy="184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895"/>
                <a:gridCol w="1727895"/>
                <a:gridCol w="1727895"/>
                <a:gridCol w="1727898"/>
              </a:tblGrid>
              <a:tr h="36856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Lot / station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Open bumps / 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state</a:t>
                      </a:r>
                    </a:p>
                  </a:txBody>
                  <a:tcPr/>
                </a:tc>
              </a:tr>
              <a:tr h="36856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QF-8419 / RFX-12 / recipe R7C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04:20–05:10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Contained</a:t>
                      </a:r>
                    </a:p>
                  </a:txBody>
                  <a:tcPr/>
                </a:tc>
              </a:tr>
              <a:tr h="36856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QF-8421 / RFX-12 / recipe R7C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05:15–06:05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Paired run pending</a:t>
                      </a:r>
                    </a:p>
                  </a:txBody>
                  <a:tcPr/>
                </a:tc>
              </a:tr>
              <a:tr h="36856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QF-8419 / carrier clean batch CC-392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04:02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Competing mechanism</a:t>
                      </a:r>
                    </a:p>
                  </a:txBody>
                  <a:tcPr/>
                </a:tc>
              </a:tr>
              <a:tr h="36856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RFX-11 / same recipe R7C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04:20–05:10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Neighbor stable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2,&quot;missing&quot;:0},&quot;semantic_tags&quot;:[&quot;value&quot;],&quot;type&quot;:&quot;number&quot;,&quot;unit&quot;:&quot;&quot;}],&quot;id&quot;:&quot;dataset-mujcbomn-gvshx6&quot;,&quot;metadata&quot;:{&quot;header&quot;:{&quot;confidence&quot;:1,&quot;present&quot;:true,&quot;source_row&quot;:0}},&quot;name&quot;:&quot;Pasted data&quot;,&quot;revision&quot;:1,&quot;rows&quot;:[[0,-5,98.3],[-3,-4,98.7],[-2,-4,98.4],[-1,-4,98.9],[0,-4,98.6],[1,-4,98.3],[2,-4,98.8],[3,-4,98.5],[-4,-3,98.5],[-3,-3,98.2],[-2,-3,98.7],[-1,-3,98.4],[0,-3,98.9],[1,-3,98.6],[2,-3,98.3],[3,-3,98.8],[4,-3,98.5],[-4,-2,98.8],[-3,-2,98.5],[-2,-2,98.2],[-1,-2,98.7],[0,-2,98.4],[1,-2,98.9],[2,-2,98.6],[3,-2,98.3],[4,-2,98.8],[-4,-1,98.3],[-3,-1,98.8],[-2,-1,98.5],[-1,-1,98.2],[0,-1,98.7],[1,-1,98.4],[2,-1,98.9],[3,-1,98.6],[4,-1,98.3],[-5,0,98.9],[-4,0,98.6],[-3,0,98.3],[-2,0,98.8],[-1,0,98.5],[0,0,98.2],[1,0,98.7],[2,0,92.3],[3,0,92.2],[4,0,98.6],[5,0,98.3],[-4,1,98.9],[-3,1,98.6],[-2,1,98.3],[-1,1,98.8],[0,1,98.5],[1,1,98.2],[2,1,91.8],[3,1,91.7],[4,1,98.9],[-4,2,98.4],[-3,2,98.9],[-2,2,98.6],[-1,2,98.3],[0,2,98.8],[1,2,98.5],[2,2,98.2],[3,2,98.7],[4,2,98.4],[-4,3,98.7],[-3,3,98.4],[-2,3,98.9],[-1,3,98.6],[0,3,98.3],[1,3,98.8],[2,3,98.5],[3,3,98.2],[4,3,98.7],[-3,4,98.7],[-2,4,98.4],[-1,4,98.9],[0,4,98.6],[1,4,98.3],[2,4,98.8],[3,4,98.5],[0,5,98.9]],&quot;source&quot;:{&quot;imported_at&quot;:&quot;2026-09-27T04:50:38.063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bump_resistance_mohm_2&quot;,&quot;name&quot;:&quot;Bump resistance mOhm&quot;,&quot;nullable&quot;:false,&quot;profile&quot;:{&quot;distinct&quot;:12,&quot;missing&quot;:0},&quot;semantic_tags&quot;:[],&quot;type&quot;:&quot;number&quot;,&quot;unit&quot;:&quot;&quot;}],&quot;id&quot;:&quot;dataset-mujcbrrb-098jlk&quot;,&quot;metadata&quot;:{&quot;header&quot;:{&quot;confidence&quot;:1,&quot;present&quot;:true,&quot;source_row&quot;:0}},&quot;name&quot;:&quot;Pasted data&quot;,&quot;revision&quot;:1,&quot;rows&quot;:[[&quot;QF-8421 paired reference&quot;,7.92],[&quot;QF-8421 paired reference&quot;,8.01],[&quot;QF-8421 paired reference&quot;,8.08],[&quot;QF-8421 paired reference&quot;,8.12],[&quot;QF-8421 paired reference&quot;,8.19],[&quot;QF-8421 paired reference&quot;,8.23],[&quot;QF-8419 affected lot&quot;,8.42],[&quot;QF-8419 affected lot&quot;,8.58],[&quot;QF-8419 affected lot&quot;,8.71],[&quot;QF-8419 affected lot&quot;,8.83],[&quot;QF-8419 affected lot&quot;,9.02],[&quot;QF-8419 affected lot&quot;,9.16]],&quot;source&quot;:{&quot;imported_at&quot;:&quot;2026-09-27T04:50:42.119Z&quot;,&quot;kind&quot;:&quot;clipboard&quot;,&quot;label&quot;:&quot;TSV&quot;},&quot;warnings&quot;:[]}],&quot;groups&quot;:{},&quot;items&quot;:[{&quot;body&quot;:&quot;A localized RFX-12 excursion explains the QF-8419 open-bump cluster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 localized RFX-12 excursion explains the QF-8419 open-bump cluster.&quot;,&quot;title&quot;:&quot;Executive Statement&quot;,&quot;type&quot;:&quot;text&quot;,&quot;weight&quot;:1,&quot;z&quot;:1},{&quot;body&quot;:&quot;QF-8419 · 3D-stack microbump line · RFX-12 reflow station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QF-8419 · 3D-stack microbump line · RFX-12 reflow station&quot;,&quot;title&quot;:&quot;Affected scope&quot;,&quot;type&quot;:&quot;text&quot;,&quot;weight&quot;:1,&quot;z&quot;:2},{&quot;capability_overrides&quot;:{&quot;target&quot;:97.5},&quot;composition_role&quot;:&quot;hero_metric&quot;,&quot;delta&quot;:-3.14,&quot;element&quot;:&quot;Hero KPI&quot;,&quot;emphasis&quot;:&quot;hero&quot;,&quot;engine&quot;:&quot;MetricEngine&quot;,&quot;groupId&quot;:null,&quot;id&quot;:&quot;c3&quot;,&quot;locked&quot;:false,&quot;message_role&quot;:&quot;Supporting Evidence&quot;,&quot;order&quot;:3,&quot;section_id&quot;:&quot;performance&quot;,&quot;section_title&quot;:&quot;Performance&quot;,&quot;showTitle&quot;:true,&quot;target&quot;:97.5,&quot;title&quot;:&quot;Affected microbump yield&quot;,&quot;type&quot;:&quot;metric&quot;,&quot;unit&quot;:&quot;%&quot;,&quot;value&quot;:94.26,&quot;weight&quot;:1,&quot;z&quot;:3},{&quot;after&quot;:94.26,&quot;before&quot;:98.71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4,&quot;section_id&quot;:&quot;performance&quot;,&quot;section_title&quot;:&quot;Performance&quot;,&quot;showTitle&quot;:true,&quot;title&quot;:&quot;Affected vs paired-lot yield&quot;,&quot;type&quot;:&quot;comparison&quot;,&quot;unit&quot;:&quot;%&quot;,&quot;weight&quot;:1,&quot;z&quot;:4},{&quot;chamber&quot;:&quot;&quot;,&quot;composition_role&quot;:&quot;primary_analysis&quot;,&quot;dataset_id&quot;:&quot;dataset-mujcbomn-gvshx6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5,&quot;route&quot;:&quot;&quot;,&quot;section_id&quot;:&quot;analysis&quot;,&quot;section_title&quot;:&quot;Analysis&quot;,&quot;showTitle&quot;:true,&quot;title&quot;:&quot;Electrical resistance by wafer location&quot;,&quot;tool&quot;:&quot;&quot;,&quot;type&quot;:&quot;wafer&quot;,&quot;weight&quot;:1,&quot;z&quot;:4},{&quot;capability_overrides&quot;:{&quot;lsl&quot;:7.2,&quot;usl&quot;:9.1},&quot;composition_role&quot;:&quot;supporting_analysis&quot;,&quot;element&quot;:&quot;SPC Control Chart&quot;,&quot;engine&quot;:&quot;EngineeringChartEngine&quot;,&quot;groupId&quot;:null,&quot;id&quot;:&quot;c5&quot;,&quot;locked&quot;:false,&quot;lower_limit&quot;:null,&quot;message_role&quot;:&quot;Supporting Evidence&quot;,&quot;observations&quot;:[{&quot;label&quot;:8.12,&quot;value&quot;:null},{&quot;label&quot;:8.15,&quot;value&quot;:null},{&quot;label&quot;:8.08,&quot;value&quot;:null},{&quot;label&quot;:8.21,&quot;value&quot;:null},{&quot;label&quot;:8.18,&quot;value&quot;:null},{&quot;label&quot;:8.72,&quot;value&quot;:null},{&quot;label&quot;:8.81,&quot;value&quot;:null},{&quot;label&quot;:8.93,&quot;value&quot;:null},{&quot;label&quot;:9.02,&quot;value&quot;:null},{&quot;label&quot;:8.88,&quot;value&quot;:null},{&quot;label&quot;:8.76,&quot;value&quot;:null},{&quot;label&quot;:8.69,&quot;value&quot;:null}],&quot;order&quot;:6,&quot;section_id&quot;:&quot;analysis&quot;,&quot;section_title&quot;:&quot;Analysis&quot;,&quot;showTitle&quot;:true,&quot;title&quot;:&quot;RFX-12 resistance subgroup sequence&quot;,&quot;type&quot;:&quot;engineering&quot;,&quot;upper_limit&quot;:null,&quot;weight&quot;:1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bump_resistance_mohm_2&quot;,&quot;name&quot;:&quot;Bump resistance mOhm&quot;,&quot;nullable&quot;:false,&quot;profile&quot;:{&quot;distinct&quot;:12,&quot;missing&quot;:0},&quot;semantic_tags&quot;:[],&quot;type&quot;:&quot;number&quot;,&quot;unit&quot;:&quot;&quot;}],&quot;id&quot;:&quot;dataset-mujcbrrb-098jlk&quot;,&quot;metadata&quot;:{&quot;header&quot;:{&quot;confidence&quot;:1,&quot;present&quot;:true,&quot;source_row&quot;:0}},&quot;name&quot;:&quot;Pasted data&quot;,&quot;revision&quot;:1,&quot;rows&quot;:[[&quot;QF-8421 paired reference&quot;,7.92],[&quot;QF-8421 paired reference&quot;,8.01],[&quot;QF-8421 paired reference&quot;,8.08],[&quot;QF-8421 paired reference&quot;,8.12],[&quot;QF-8421 paired reference&quot;,8.19],[&quot;QF-8421 paired reference&quot;,8.23],[&quot;QF-8419 affected lot&quot;,8.42],[&quot;QF-8419 affected lot&quot;,8.58],[&quot;QF-8419 affected lot&quot;,8.71],[&quot;QF-8419 affected lot&quot;,8.83],[&quot;QF-8419 affected lot&quot;,9.02],[&quot;QF-8419 affected lot&quot;,9.16]],&quot;source&quot;:{&quot;imported_at&quot;:&quot;2026-09-27T04:50:42.119Z&quot;,&quot;kind&quot;:&quot;clipboard&quot;,&quot;label&quot;:&quot;TSV&quot;},&quot;warnings&quot;:[]},&quot;dataset_id&quot;:&quot;dataset-mujcbrrb-098jlk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opulation_1&quot;,&quot;cohort&quot;:&quot;population_1&quot;,&quot;value&quot;:&quot;bump_resistance_mohm_2&quot;,&quot;x&quot;:&quot;bump_resistance_mohm_2&quot;},&quot;recipe&quot;:null,&quot;recommendations&quot;:[{&quot;confidence&quot;:0.99,&quot;mapping&quot;:{&quot;category&quot;:&quot;population_1&quot;,&quot;cohort&quot;:&quot;population_1&quot;,&quot;value&quot;:&quot;bump_resistance_mohm_2&quot;,&quot;x&quot;:&quot;bump_resistance_mohm_2&quot;},&quot;reason&quot;:&quot;An ordered process axis supports a shared Golden/Reference versus Affected profile.&quot;,&quot;type&quot;:&quot;Golden vs Affected Profile&quot;},{&quot;confidence&quot;:0.96,&quot;mapping&quot;:{&quot;category&quot;:&quot;population_1&quot;,&quot;cohort&quot;:&quot;population_1&quot;,&quot;value&quot;:&quot;bump_resistance_mohm_2&quot;,&quot;x&quot;:&quot;bump_resistance_mohm_2&quot;},&quot;reason&quot;:&quot;Cohort and measurement fields support an observed shared-scale distribution comparison.&quot;,&quot;type&quot;:&quot;Control vs Affected Distribution&quot;},{&quot;confidence&quot;:0.9,&quot;mapping&quot;:{&quot;category&quot;:&quot;population_1&quot;,&quot;cohort&quot;:&quot;population_1&quot;,&quot;value&quot;:&quot;bump_resistance_mohm_2&quot;,&quot;x&quot;:&quot;bump_resistance_mohm_2&quot;},&quot;reason&quot;:&quot;A category and measured value are available.&quot;,&quot;type&quot;:&quot;Vertical Bar&quot;},{&quot;confidence&quot;:0.82,&quot;mapping&quot;:{&quot;category&quot;:&quot;population_1&quot;,&quot;cohort&quot;:&quot;population_1&quot;,&quot;value&quot;:&quot;bump_resistance_mohm_2&quot;,&quot;x&quot;:&quot;bump_resistance_mohm_2&quot;},&quot;reason&quot;:&quot;A horizontal ranking keeps category labels readable.&quot;,&quot;type&quot;:&quot;Horizontal Bar&quot;},{&quot;confidence&quot;:0.8,&quot;mapping&quot;:{&quot;category&quot;:&quot;population_1&quot;,&quot;cohort&quot;:&quot;population_1&quot;,&quot;value&quot;:&quot;bump_resistance_mohm_2&quot;,&quot;x&quot;:&quot;bump_resistance_mohm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bump_resistance_mohm_2&quot;,&quot;id&quot;:&quot;series-1&quot;,&quot;label&quot;:&quot;Bump resistance mOhm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n ordered process axis supports a shared Golden/Reference versus Affected profile.&quot;},&quot;composition_role&quot;:&quot;detailed_evidence&quot;,&quot;data&quot;:[[7.92,7.92],[8.01,8.01],[8.08,8.08],[8.12,8.12],[8.19,8.19],[8.23,8.23],[8.42,8.42],[8.58,8.58],[8.71,8.71],[8.83,8.83],[9.02,9.02],[9.16,9.16]],&quot;dataset_id&quot;:&quot;dataset-mujcbrrb-098jlk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bump_resistance_mohm_2&quot;,&quot;x&quot;:&quot;bump_resistance_mohm_2&quot;},&quot;message_role&quot;:&quot;Primary Evidence&quot;,&quot;order&quot;:8,&quot;rows&quot;:[{&quot;label&quot;:7.92,&quot;value&quot;:7.92},{&quot;label&quot;:8.01,&quot;value&quot;:8.01},{&quot;label&quot;:8.08,&quot;value&quot;:8.08},{&quot;label&quot;:8.12,&quot;value&quot;:8.12},{&quot;label&quot;:8.19,&quot;value&quot;:8.19},{&quot;label&quot;:8.23,&quot;value&quot;:8.23},{&quot;label&quot;:8.42,&quot;value&quot;:8.42},{&quot;label&quot;:8.58,&quot;value&quot;:8.58},{&quot;label&quot;:8.71,&quot;value&quot;:8.71},{&quot;label&quot;:8.83,&quot;value&quot;:8.83},{&quot;label&quot;:9.02,&quot;value&quot;:9.02},{&quot;label&quot;:9.16,&quot;value&quot;:9.16}],&quot;section_id&quot;:&quot;evidence&quot;,&quot;section_title&quot;:&quot;Evidence&quot;,&quot;showTitle&quot;:true,&quot;statistical_result&quot;:null,&quot;title&quot;:&quot;Affected and paired-lot resistance distribution&quot;,&quot;transform_recipe&quot;:{&quot;steps&quot;:[]},&quot;type&quot;:&quot;chart&quot;,&quot;weight&quot;:1,&quot;z&quot;:6},{&quot;composition_role&quot;:&quot;detailed_evidence&quot;,&quot;customTable&quot;:{&quot;headers&quot;:[&quot;Lot / station identifier&quot;,&quot;Window&quot;,&quot;Open bumps / 1k&quot;,&quot;Evidence state&quot;],&quot;rows&quot;:[[&quot;QF-8419 / RFX-12 / recipe R7C&quot;,&quot;04:20–05:10&quot;,5.74,&quot;Contained&quot;],[&quot;QF-8421 / RFX-12 / recipe R7C&quot;,&quot;05:15–06:05&quot;,1.29,&quot;Paired run pending&quot;],[&quot;QF-8419 / carrier clean batch CC-392&quot;,&quot;04:02&quot;,3.6,&quot;Competing mechanism&quot;],[&quot;RFX-11 / same recipe R7C&quot;,&quot;04:20–05:10&quot;,1.18,&quot;Neighbor stable&quot;]]},&quot;element&quot;:&quot;Clean Table&quot;,&quot;engine&quot;:&quot;TableEngine&quot;,&quot;groupId&quot;:null,&quot;id&quot;:&quot;c7&quot;,&quot;locked&quot;:false,&quot;message_role&quot;:&quot;Primary Evidence&quot;,&quot;order&quot;:9,&quot;rows&quot;:[[&quot;QF-8419 / RFX-12 / recipe R7C&quot;,&quot;04:20–05:10&quot;,5.74,&quot;Contained&quot;],[&quot;QF-8421 / RFX-12 / recipe R7C&quot;,&quot;05:15–06:05&quot;,1.29,&quot;Paired run pending&quot;],[&quot;QF-8419 / carrier clean batch CC-392&quot;,&quot;04:02&quot;,3.6,&quot;Competing mechanism&quot;],[&quot;RFX-11 / same recipe R7C&quot;,&quot;04:20–05:10&quot;,1.18,&quot;Neighbor stable&quot;]],&quot;section_id&quot;:&quot;evidence&quot;,&quot;section_title&quot;:&quot;Engineering evidence&quot;,&quot;showTitle&quot;:true,&quot;title&quot;:&quot;Operating evidence · B&quot;,&quot;type&quot;:&quot;table&quot;,&quot;weight&quot;:1,&quot;z&quot;:7},{&quot;composition_role&quot;:&quot;causal_evidence&quot;,&quot;edges&quot;:[[&quot;Receive QF-8419&quot;,&quot;Verify RFX-12 trace&quot;],[&quot;Verify RFX-12 trace&quot;,&quot;Run QF-8421 paired split&quot;],[&quot;Run QF-8421 paired split&quot;,&quot;Release or extend hold&quot;]],&quot;element&quot;:&quot;Process Flow&quot;,&quot;engine&quot;:&quot;DiagramEngine&quot;,&quot;groupId&quot;:null,&quot;id&quot;:&quot;c8&quot;,&quot;locked&quot;:false,&quot;message_role&quot;:&quot;Primary Evidence&quot;,&quot;nodes&quot;:[&quot;Receive QF-8419&quot;,&quot;Verify RFX-12 trace&quot;,&quot;Run QF-8421 paired split&quot;,&quot;Release or extend hold&quot;],&quot;order&quot;:10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Resistance and thermal trace align after 04:20; the carrier-clean maintenance overlap remains unresolved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Observed spatial cluster at die X 2–3 / Y 0–1&quot;,&quot;status&quot;:&quot;Correlated&quot;,&quot;title&quot;:&quot;Evidence Card&quot;,&quot;type&quot;:&quot;evidence&quot;,&quot;weight&quot;:1,&quot;z&quot;:9},{&quot;composition_role&quot;:&quot;action_status&quot;,&quot;detail&quot;:&quot;Owner: Device Engineering · due 2026-09-28 · preserve RFX-12 trace and carrier-clean batch CC-392.&quot;,&quot;element&quot;:&quot;Project Card&quot;,&quot;engine&quot;:&quot;ProjectCompositeEngine&quot;,&quot;groupId&quot;:null,&quot;id&quot;:&quot;c10&quot;,&quot;locked&quot;:false,&quot;message_role&quot;:&quot;Action&quot;,&quot;order&quot;:12,&quot;section_id&quot;:&quot;delivery&quot;,&quot;section_title&quot;:&quot;Corrective action&quot;,&quot;showTitle&quot;:true,&quot;statement&quot;:&quot;QF-8419 containment and paired split&quot;,&quot;status&quot;:&quot;Active&quot;,&quot;title&quot;:&quot;Corrective action&quot;,&quot;type&quot;:&quot;project&quot;,&quot;weight&quot;:1,&quot;z&quot;:10},{&quot;body&quot;:&quot;post-reflow electrical screen · paired lot QF-8421.&quot;,&quot;composition_role&quot;:&quot;context&quot;,&quot;element&quot;:&quot;Body Narrative&quot;,&quot;engine&quot;:&quot;TextEngine&quot;,&quot;groupId&quot;:null,&quot;id&quot;:&quot;c12&quot;,&quot;locked&quot;:false,&quot;message_role&quot;:&quot;Context&quot;,&quot;order&quot;:2,&quot;section_id&quot;:&quot;opening&quot;,&quot;section_title&quot;:&quot;Overview&quot;,&quot;showTitle&quot;:true,&quot;text&quot;:&quot;post-reflow electrical screen · paired lot QF-8421.&quot;,&quot;textAlign&quot;:&quot;left&quot;,&quot;title&quot;:&quot;Screen and reference population&quot;,&quot;type&quot;:&quot;text&quot;,&quot;weight&quot;:1.1,&quot;z&quot;:11},{&quot;composition_role&quot;:&quot;causal_evidence&quot;,&quot;detail&quot;:&quot;The 04:02 maintenance overlap could explain the elevated opens; compare the split-lot resistance profile before assigning root cause.&quot;,&quot;element&quot;:&quot;Evidence Card&quot;,&quot;engine&quot;:&quot;EvidenceCompositeEngine&quot;,&quot;groupId&quot;:null,&quot;id&quot;:&quot;c13&quot;,&quot;locked&quot;:false,&quot;message_role&quot;:&quot;Primary Evidence&quot;,&quot;order&quot;:11,&quot;section_id&quot;:&quot;evidence&quot;,&quot;section_title&quot;:&quot;Evidence&quot;,&quot;showTitle&quot;:true,&quot;statement&quot;:&quot;Carrier-clean age remains a live alternative to the reflow excursion.&quot;,&quot;status&quot;:&quot;Unresolved · evidence conflict retained&quot;,&quot;textAlign&quot;:&quot;left&quot;,&quot;title&quot;:&quot;Competing mechanism · carrier-clean batch CC-392&quot;,&quot;type&quot;:&quot;evidence&quot;,&quot;weight&quot;:1.15,&quot;z&quot;:12}],&quot;layoutPreset&quot;:&quot;investigation&quot;,&quot;mode&quot;:&quot;smart&quot;,&quot;nextId&quot;:1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Corrective action" title="Visembler report text roles: text heading, action status, evidence detail" descr="VisualizerSemantic:{&quot;composition_role&quot;:&quot;action_status&quot;,&quot;detail&quot;:&quot;Owner: Device Engineering · due 2026-09-28 · preserve RFX-12 trace and carrier-clean batch CC-392.&quot;,&quot;element&quot;:&quot;Project Card&quot;,&quot;engine&quot;:&quot;ProjectCompositeEngine&quot;,&quot;groupId&quot;:null,&quot;id&quot;:&quot;c10&quot;,&quot;locked&quot;:false,&quot;message_role&quot;:&quot;Action&quot;,&quot;order&quot;:12,&quot;section_id&quot;:&quot;delivery&quot;,&quot;section_title&quot;:&quot;Corrective action&quot;,&quot;showTitle&quot;:true,&quot;statement&quot;:&quot;QF-8419 containment and paired split&quot;,&quot;status&quot;:&quot;Active&quot;,&quot;title&quot;:&quot;Corrective action&quot;,&quot;type&quot;:&quot;project&quot;,&quot;weight&quot;:1,&quot;z&quot;:10,&quot;x&quot;:14.0,&quot;y&quot;:1405.2095294117646,&quot;w&quot;:1572.0,&quot;h&quot;:180.95999999999998}"/>
          <p:cNvSpPr/>
          <p:nvPr/>
        </p:nvSpPr>
        <p:spPr>
          <a:xfrm>
            <a:off x="61553" y="6178259"/>
            <a:ext cx="6911583" cy="7956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QF-8419 containment and paired split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Device Engineering · due 2026-09-28 · preserve RFX-12 trace and carrier-clean batch CC-392.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6010563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Receive QF-8419::node-1" descr="VisualizerDiagramNode:{&quot;item_id&quot;:&quot;c8&quot;,&quot;node_index&quot;:0,&quot;label&quot;:&quot;Receive QF-8419&quot;,&quot;page&quot;:1,&quot;page_count&quot;:1,&quot;direction&quot;:&quot;right&quot;}"/>
          <p:cNvSpPr/>
          <p:nvPr/>
        </p:nvSpPr>
        <p:spPr>
          <a:xfrm>
            <a:off x="512064" y="5967983"/>
            <a:ext cx="135176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Receive QF-8419</a:t>
            </a:r>
          </a:p>
        </p:txBody>
      </p:sp>
      <p:sp>
        <p:nvSpPr>
          <p:cNvPr id="4" name="VIZ::Process Flow::Verify RFX-12 trace::node-2" descr="VisualizerDiagramNode:{&quot;item_id&quot;:&quot;c8&quot;,&quot;node_index&quot;:1,&quot;label&quot;:&quot;Verify RFX-12 trace&quot;,&quot;page&quot;:1,&quot;page_count&quot;:1,&quot;direction&quot;:&quot;right&quot;}"/>
          <p:cNvSpPr/>
          <p:nvPr/>
        </p:nvSpPr>
        <p:spPr>
          <a:xfrm>
            <a:off x="2064996" y="5967983"/>
            <a:ext cx="135176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RFX-12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5" name="VIZ::Process Flow::Run QF-8421 paired split::node-3" descr="VisualizerDiagramNode:{&quot;item_id&quot;:&quot;c8&quot;,&quot;node_index&quot;:2,&quot;label&quot;:&quot;Run QF-8421 paired split&quot;,&quot;page&quot;:1,&quot;page_count&quot;:1,&quot;direction&quot;:&quot;right&quot;}"/>
          <p:cNvSpPr/>
          <p:nvPr/>
        </p:nvSpPr>
        <p:spPr>
          <a:xfrm>
            <a:off x="3617928" y="5967983"/>
            <a:ext cx="135176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Run QF-8421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paired split</a:t>
            </a:r>
          </a:p>
        </p:txBody>
      </p:sp>
      <p:sp>
        <p:nvSpPr>
          <p:cNvPr id="6" name="VIZ::Process Flow::Release or extend hold::node-4" descr="VisualizerDiagramNode:{&quot;item_id&quot;:&quot;c8&quot;,&quot;node_index&quot;:3,&quot;label&quot;:&quot;Release or extend hold&quot;,&quot;page&quot;:1,&quot;page_count&quot;:1,&quot;direction&quot;:&quot;right&quot;}"/>
          <p:cNvSpPr/>
          <p:nvPr/>
        </p:nvSpPr>
        <p:spPr>
          <a:xfrm>
            <a:off x="5170860" y="5967983"/>
            <a:ext cx="1351764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hold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Receive QF-8419&quot;,&quot;target&quot;:&quot;Verify RFX-12 trace&quot;,&quot;continuation&quot;:false}"/>
          <p:cNvCxnSpPr/>
          <p:nvPr/>
        </p:nvCxnSpPr>
        <p:spPr>
          <a:xfrm>
            <a:off x="186840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Verify RFX-12 trace&quot;,&quot;target&quot;:&quot;Run QF-8421 paired split&quot;,&quot;continuation&quot;:false}"/>
          <p:cNvCxnSpPr/>
          <p:nvPr/>
        </p:nvCxnSpPr>
        <p:spPr>
          <a:xfrm>
            <a:off x="3421332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Run QF-8421 paired split&quot;,&quot;target&quot;:&quot;Release or extend hold&quot;,&quot;continuation&quot;:false}"/>
          <p:cNvCxnSpPr/>
          <p:nvPr/>
        </p:nvCxnSpPr>
        <p:spPr>
          <a:xfrm>
            <a:off x="497426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