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m2tvi2-mw1h2z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m2tvi2-mw1h2z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m2tvi2-mw1h2z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9T02:48:09.146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m2tvi2-mw1h2z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m2tvi2-mw1h2z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