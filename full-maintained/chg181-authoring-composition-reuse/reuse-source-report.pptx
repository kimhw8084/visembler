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3250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15 units in the regional review.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14.0,&quot;y&quot;:202.43120000000002,&quot;w&quot;:648.48,&quot;h&quot;:205.0}"/>
          <p:cNvSpPr/>
          <p:nvPr/>
        </p:nvSpPr>
        <p:spPr>
          <a:xfrm>
            <a:off x="106679" y="154252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175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676.48,&quot;y&quot;:204.93120000000002,&quot;w&quot;:447.76,&quot;h&quot;:200.0}"/>
          <p:cNvSpPr/>
          <p:nvPr/>
        </p:nvSpPr>
        <p:spPr>
          <a:xfrm>
            <a:off x="5154777" y="1561575"/>
            <a:ext cx="3411931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1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80 units → 95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&quot;:[[&quot;East&quot;,80],[&quot;West&quot;,95]],&quot;dataset_id&quot;:&quot;dataset-mum2th5h-nzit0a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33.60606060606062,&quot;y&quot;:446.9312,&quot;w&quot;:659.3939393939394,&quot;h&quot;:320.0}"/>
          <p:cNvGraphicFramePr>
            <a:graphicFrameLocks noGrp="1"/>
          </p:cNvGraphicFramePr>
          <p:nvPr/>
        </p:nvGraphicFramePr>
        <p:xfrm>
          <a:off x="1018078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&quot;:[[&quot;East&quot;,80],[&quot;West&quot;,95]],&quot;dataset_id&quot;:&quot;dataset-mum2th5h-nzit0a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07.0,&quot;y&quot;:446.9312,&quot;w&quot;:659.3939393939394,&quot;h&quot;:320.0}"/>
          <p:cNvGraphicFramePr>
            <a:graphicFrameLocks noGrp="1"/>
          </p:cNvGraphicFramePr>
          <p:nvPr/>
        </p:nvGraphicFramePr>
        <p:xfrm>
          <a:off x="6149339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92.4512,&quot;w&quot;:1572.0,&quot;h&quot;:113.70240000000003}"/>
          <p:cNvSpPr/>
          <p:nvPr/>
        </p:nvSpPr>
        <p:spPr>
          <a:xfrm>
            <a:off x="106679" y="83244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current review compares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40.1536,&quot;w&quot;:1572.0,&quot;h&quot;:100.80000000000001}"/>
          <p:cNvSpPr/>
          <p:nvPr/>
        </p:nvSpPr>
        <p:spPr>
          <a:xfrm>
            <a:off x="106679" y="94499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57.52}"/>
          <p:cNvGraphicFramePr>
            <a:graphicFrameLocks noGrp="1"/>
          </p:cNvGraphicFramePr>
          <p:nvPr/>
        </p:nvGraphicFramePr>
        <p:xfrm>
          <a:off x="106679" y="61030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m2th5h-nzit0a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09-29T02:47:50.549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m2th5h-nzit0a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m2th5h-nzit0a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