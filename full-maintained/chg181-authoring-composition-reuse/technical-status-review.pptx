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m2t5kp-r5kfe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m2t83k-76f5rc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m2t5kp-r5kfe4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9T02:47:35.545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m2t83k-76f5rc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9T02:47:38.816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m2t5kp-r5kfe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m2t83k-76f5rc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