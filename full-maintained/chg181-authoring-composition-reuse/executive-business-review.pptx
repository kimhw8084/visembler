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918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74"/>
          <c:min val="91.6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480" y="304229"/>
            <a:ext cx="8057824" cy="9349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70784" y="497914"/>
            <a:ext cx="3791917" cy="5476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1377.7572000000002,&quot;w&quot;:447.76,&quot;h&quot;:206.0}"/>
          <p:cNvSpPr/>
          <p:nvPr/>
        </p:nvSpPr>
        <p:spPr>
          <a:xfrm>
            <a:off x="5145130" y="10478860"/>
            <a:ext cx="3405545" cy="156678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373.2572000000002,&quot;w&quot;:648.48,&quot;h&quot;:200.0}"/>
          <p:cNvSpPr/>
          <p:nvPr/>
        </p:nvSpPr>
        <p:spPr>
          <a:xfrm>
            <a:off x="106480" y="10444635"/>
            <a:ext cx="4932169" cy="152114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373.2572000000002,&quot;w&quot;:447.76,&quot;h&quot;:215.0}"/>
          <p:cNvSpPr/>
          <p:nvPr/>
        </p:nvSpPr>
        <p:spPr>
          <a:xfrm>
            <a:off x="8657155" y="10444635"/>
            <a:ext cx="3405545" cy="163523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11" name="VIZ::Quarterly retention" descr="VisualizerSemantic:{&quot;composition_role&quot;:&quot;primary_analysis&quot;,&quot;data&quot;:[[&quot;Q1&quot;,91.8],[&quot;Q2&quot;,93.2],[&quot;Q3&quot;,94.1],[&quot;Q4&quot;,94.6]],&quot;dataset_id&quot;:&quot;dataset-mum2s0f7-c5o6h0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699345" y="4612737"/>
          <a:ext cx="6770490" cy="32856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480" y="8157011"/>
            <a:ext cx="11956221" cy="10037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480" y="9419381"/>
            <a:ext cx="11956221" cy="7666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graphicFrame>
        <p:nvGraphicFramePr>
          <p:cNvPr id="12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480" y="1497807"/>
          <a:ext cx="11956221" cy="285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55"/>
                <a:gridCol w="2989055"/>
                <a:gridCol w="2989055"/>
                <a:gridCol w="2989056"/>
              </a:tblGrid>
              <a:tr h="71408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71408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m2s0f7-c5o6h0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09-29T02:46:42.211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m2s0f7-c5o6h0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