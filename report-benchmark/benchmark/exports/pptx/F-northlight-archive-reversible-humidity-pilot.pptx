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0548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Humidity by collection store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humidity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paper store</c:v>
                </c:pt>
                <c:pt idx="1">
                  <c:v>East textile store</c:v>
                </c:pt>
                <c:pt idx="2">
                  <c:v>South mixed store</c:v>
                </c:pt>
                <c:pt idx="3">
                  <c:v>West photography store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44.8</c:v>
                </c:pt>
                <c:pt idx="1">
                  <c:v>47.3</c:v>
                </c:pt>
                <c:pt idx="2">
                  <c:v>51.2</c:v>
                </c:pt>
                <c:pt idx="3">
                  <c:v>46.1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827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1.52"/>
          <c:min val="44.48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28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Body Narrative" title="Visembler report text roles: text heading, context subhead" descr="VisualizerSemantic:{&quot;body&quot;:&quot;Northlight Archive · four collection stores · 1 October 2026 · owner: Conservation · seven-day reversible pilot.&quot;,&quot;composition_role&quot;:&quot;context&quot;,&quot;element&quot;:&quot;Body Narrative&quot;,&quot;engine&quot;:&quot;TextEngine&quot;,&quot;groupId&quot;:null,&quot;h&quot;:72.0,&quot;id&quot;:&quot;c3&quot;,&quot;locked&quot;:false,&quot;message_role&quot;:&quot;Context&quot;,&quot;order&quot;:0,&quot;section_id&quot;:&quot;operating-evidence&quot;,&quot;section_title&quot;:&quot;Operating evidence&quot;,&quot;showTitle&quot;:false,&quot;text&quot;:&quot;Northlight Archive · four collection stores · 1 October 2026 · owner: Conservation · seven-day reversible pilot.&quot;,&quot;textAlign&quot;:&quot;left&quot;,&quot;title&quot;:&quot;Body Narrative&quot;,&quot;type&quot;:&quot;text&quot;,&quot;w&quot;:747.8399999999999,&quot;weight&quot;:1.1,&quot;x&quot;:14.0,&quot;y&quot;:152.0,&quot;z&quot;:3}"/>
          <p:cNvSpPr/>
          <p:nvPr/>
        </p:nvSpPr>
        <p:spPr>
          <a:xfrm>
            <a:off x="106680" y="1158239"/>
            <a:ext cx="56985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Northlight Archive · four collection stores · 1 October 2026 · owner: Conservation · seven-day reversible pilot.</a:t>
            </a:r>
          </a:p>
        </p:txBody>
      </p:sp>
      <p:sp>
        <p:nvSpPr>
          <p:cNvPr id="3" name="VIZ::Body Narrative" title="Visembler report text roles: text heading, narrative interpretation" descr="VisualizerSemantic:{&quot;body&quot;:&quot;Relative humidity spans 44.8% to 51.2% across four stores. The south store is above the 50.0% operating target and below the 55.0% stop limit. A one-day observation supports a reversible trial; it does not establish seasonal drift or material damage.&quot;,&quot;composition_role&quot;:&quot;narrative_interpretation&quot;,&quot;element&quot;:&quot;Body Narrative&quot;,&quot;engine&quot;:&quot;TextEngine&quot;,&quot;groupId&quot;:null,&quot;h&quot;:134.56,&quot;id&quot;:&quot;c4&quot;,&quot;locked&quot;:false,&quot;message_role&quot;:&quot;Context&quot;,&quot;order&quot;:1,&quot;section_id&quot;:&quot;operating-evidence&quot;,&quot;section_title&quot;:&quot;Operating evidence&quot;,&quot;showTitle&quot;:false,&quot;text&quot;:&quot;Relative humidity spans 44.8% to 51.2% across four stores. The south store is above the 50.0% operating target and below the 55.0% stop limit. A one-day observation supports a reversible trial; it does not establish seasonal drift or material damage.&quot;,&quot;textAlign&quot;:&quot;left&quot;,&quot;title&quot;:&quot;Body Narrative&quot;,&quot;type&quot;:&quot;text&quot;,&quot;w&quot;:1572.0,&quot;weight&quot;:1.1,&quot;x&quot;:14.0,&quot;y&quot;:344.0,&quot;z&quot;:4}"/>
          <p:cNvSpPr/>
          <p:nvPr/>
        </p:nvSpPr>
        <p:spPr>
          <a:xfrm>
            <a:off x="106680" y="2621279"/>
            <a:ext cx="11978639" cy="10253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Relative humidity spans 44.8% to 51.2% across four stores. The south store is above the 50.0% operating target and below the 55.0% stop limit. A one-day observation supports a reversible trial; it does not establish seasonal drift or material damage.</a:t>
            </a:r>
          </a:p>
        </p:txBody>
      </p:sp>
      <p:graphicFrame>
        <p:nvGraphicFramePr>
          <p:cNvPr id="12" name="VIZ::Humidity by collection store" descr="VisualizerSemantic:{&quot;brush&quot;:[0,4],&quot;composition_role&quot;:&quot;primary_analysis&quot;,&quot;cross&quot;:null,&quot;data&quot;:[[&quot;North paper store&quot;,44.8],[&quot;East textile store&quot;,47.3],[&quot;South mixed store&quot;,51.2],[&quot;West photography store&quot;,46.1]],&quot;dataset_id&quot;:&quot;dataset-muplrex0-w7mvaa&quot;,&quot;drill&quot;:null,&quot;element&quot;:&quot;Line Chart&quot;,&quot;engine&quot;:&quot;CoreChartEngine&quot;,&quot;groupId&quot;:null,&quot;h&quot;:377.59999999999997,&quot;id&quot;:&quot;c1&quot;,&quot;locked&quot;:false,&quot;mapping&quot;:{&quot;category&quot;:&quot;collection_store_1&quot;,&quot;value&quot;:&quot;relative_humidity_2&quot;,&quot;x&quot;:&quot;collection_store_1&quot;,&quot;y&quot;:&quot;relative_humidity_2&quot;},&quot;message_role&quot;:&quot;Primary Evidence&quot;,&quot;order&quot;:3,&quot;revealed&quot;:true,&quot;rows&quot;:[{&quot;label&quot;:&quot;North paper store&quot;,&quot;value&quot;:44.8},{&quot;label&quot;:&quot;East textile store&quot;,&quot;value&quot;:47.3},{&quot;label&quot;:&quot;South mixed store&quot;,&quot;value&quot;:51.2},{&quot;label&quot;:&quot;West photography store&quot;,&quot;value&quot;:46.1}],&quot;section_id&quot;:&quot;analysis&quot;,&quot;section_title&quot;:&quot;Analysis&quot;,&quot;showTitle&quot;:true,&quot;textAlign&quot;:&quot;left&quot;,&quot;title&quot;:&quot;Humidity by collection store&quot;,&quot;type&quot;:&quot;chart&quot;,&quot;variant&quot;:&quot;line&quot;,&quot;w&quot;:778.0848484848484,&quot;weight&quot;:1.8,&quot;x&quot;:410.9575757575758,&quot;y&quot;:512.56,&quot;z&quot;:1,&quot;observations&quot;:[{&quot;label&quot;:&quot;North paper store&quot;,&quot;value&quot;:44.8},{&quot;label&quot;:&quot;East textile store&quot;,&quot;value&quot;:47.3},{&quot;label&quot;:&quot;South mixed store&quot;,&quot;value&quot;:51.2},{&quot;label&quot;:&quot;West photography store&quot;,&quot;value&quot;:46.1}]}"/>
          <p:cNvGraphicFramePr>
            <a:graphicFrameLocks noGrp="1"/>
          </p:cNvGraphicFramePr>
          <p:nvPr/>
        </p:nvGraphicFramePr>
        <p:xfrm>
          <a:off x="3131496" y="3905706"/>
          <a:ext cx="5929006" cy="28773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VIZ::Hero Title" title="Visembler report text roles: text heading, report headline" descr="VisualizerSemantic:{&quot;body&quot;:&quot;Trial the south-store schedule for one week, with daily conservation checks.&quot;,&quot;composition_role&quot;:&quot;report_headline&quot;,&quot;element&quot;:&quot;Hero Title&quot;,&quot;engine&quot;:&quot;TextEngine&quot;,&quot;groupId&quot;:null,&quot;h&quot;:122.93120000000002,&quot;id&quot;:&quot;c2&quot;,&quot;locked&quot;:false,&quot;message_role&quot;:&quot;Headline&quot;,&quot;order&quot;:4,&quot;section_id&quot;:&quot;decision&quot;,&quot;section_order&quot;:4,&quot;section_title&quot;:&quot;Decision&quot;,&quot;showTitle&quot;:false,&quot;text&quot;:&quot;Trial the south-store schedule for one week, with daily conservation checks.&quot;,&quot;textAlign&quot;:&quot;left&quot;,&quot;title&quot;:&quot;Hero Title&quot;,&quot;type&quot;:&quot;text&quot;,&quot;w&quot;:965.96,&quot;weight&quot;:1.1,&quot;x&quot;:14.0,&quot;y&quot;:924.1599999999999,&quot;z&quot;:2}"/>
          <p:cNvSpPr/>
          <p:nvPr/>
        </p:nvSpPr>
        <p:spPr>
          <a:xfrm>
            <a:off x="106680" y="7042098"/>
            <a:ext cx="7360614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Trial the south-store schedule for one week, with daily conservation checks.</a:t>
            </a:r>
          </a:p>
        </p:txBody>
      </p:sp>
      <p:sp>
        <p:nvSpPr>
          <p:cNvPr id="7" name="VIZ::South-store humidity KPI" title="Visembler report text roles: metric title, metric value" descr="VisualizerSemantic:{&quot;capability_overrides&quot;:{&quot;target&quot;:50},&quot;composition_role&quot;:&quot;hero_metric&quot;,&quot;delta&quot;:&quot;+1.2 pp&quot;,&quot;element&quot;:&quot;Hero KPI&quot;,&quot;engine&quot;:&quot;MetricEngine&quot;,&quot;groupId&quot;:null,&quot;h&quot;:186.0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 RH&quot;},&quot;order&quot;:5,&quot;period&quot;:&quot;vs prior period&quot;,&quot;section_id&quot;:&quot;decision&quot;,&quot;section_order&quot;:4,&quot;section_title&quot;:&quot;Decision&quot;,&quot;showTitle&quot;:true,&quot;target&quot;:50,&quot;textAlign&quot;:&quot;left&quot;,&quot;title&quot;:&quot;South-store humidity&quot;,&quot;type&quot;:&quot;metric&quot;,&quot;unit&quot;:&quot;% RH&quot;,&quot;value&quot;:51.2,&quot;w&quot;:1572.0,&quot;weight&quot;:1.15,&quot;x&quot;:14.0,&quot;y&quot;:1055.0911999999998,&quot;z&quot;:5}"/>
          <p:cNvSpPr/>
          <p:nvPr/>
        </p:nvSpPr>
        <p:spPr>
          <a:xfrm>
            <a:off x="106680" y="8039794"/>
            <a:ext cx="11978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South-store humidity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51.2% RH</a:t>
            </a:r>
          </a:p>
        </p:txBody>
      </p:sp>
      <p:sp>
        <p:nvSpPr>
          <p:cNvPr id="8" name="VIZ::Lowest versus south-store humidity KPI" title="Visembler report text roles: metric title, comparison value" descr="VisualizerSemantic:{&quot;after&quot;:51.2,&quot;before&quot;:44.8,&quot;composition_role&quot;:&quot;supporting_analysis&quot;,&quot;element&quot;:&quot;Before/After KPI&quot;,&quot;engine&quot;:&quot;ComparisonEngine&quot;,&quot;groupId&quot;:null,&quot;h&quot;:196.0,&quot;id&quot;:&quot;c6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 RH&quot;},&quot;order&quot;:6,&quot;section_id&quot;:&quot;decision&quot;,&quot;section_order&quot;:4,&quot;section_title&quot;:&quot;Decision&quot;,&quot;showTitle&quot;:true,&quot;textAlign&quot;:&quot;left&quot;,&quot;title&quot;:&quot;Lowest versus south-store humidity&quot;,&quot;type&quot;:&quot;comparison&quot;,&quot;unit&quot;:&quot;% RH&quot;,&quot;w&quot;:1572.0,&quot;weight&quot;:1.15,&quot;x&quot;:14.0,&quot;y&quot;:1256.0911999999998,&quot;z&quot;:6}"/>
          <p:cNvSpPr/>
          <p:nvPr/>
        </p:nvSpPr>
        <p:spPr>
          <a:xfrm>
            <a:off x="106680" y="9571413"/>
            <a:ext cx="11978639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Lowest versus south-store humidity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44.8% RH → 51.2% RH</a:t>
            </a:r>
          </a:p>
        </p:txBody>
      </p:sp>
      <p:sp>
        <p:nvSpPr>
          <p:cNvPr id="9" name="VIZ::Key Takeaway" title="Visembler report text roles: text heading, conclusion next step" descr="VisualizerSemantic:{&quot;body&quot;:&quot;Decision: run the south-store schedule for seven days. Restore the previous schedule if humidity reaches 55.0% or daily conservation inspection finds any new surface change.&quot;,&quot;composition_role&quot;:&quot;conclusion&quot;,&quot;element&quot;:&quot;Key Takeaway&quot;,&quot;engine&quot;:&quot;TextEngine&quot;,&quot;groupId&quot;:null,&quot;h&quot;:100.80000000000001,&quot;id&quot;:&quot;c9&quot;,&quot;locked&quot;:false,&quot;message_role&quot;:&quot;Action&quot;,&quot;order&quot;:7,&quot;section_id&quot;:&quot;decision&quot;,&quot;section_order&quot;:4,&quot;section_title&quot;:&quot;Decision&quot;,&quot;showTitle&quot;:false,&quot;text&quot;:&quot;Decision: run the south-store schedule for seven days. Restore the previous schedule if humidity reaches 55.0% or daily conservation inspection finds any new surface change.&quot;,&quot;textAlign&quot;:&quot;left&quot;,&quot;title&quot;:&quot;Key Takeaway&quot;,&quot;type&quot;:&quot;text&quot;,&quot;w&quot;:1572.0,&quot;weight&quot;:1.1,&quot;x&quot;:14.0,&quot;y&quot;:1467.0911999999998,&quot;z&quot;:9}"/>
          <p:cNvSpPr/>
          <p:nvPr/>
        </p:nvSpPr>
        <p:spPr>
          <a:xfrm>
            <a:off x="106680" y="11179233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Decision: run the south-store schedule for seven days. Restore the previous schedule if humidity reaches 55.0% or daily conservation inspection finds any new surface change.</a:t>
            </a:r>
          </a:p>
        </p:txBody>
      </p:sp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Restore the prior schedule at 55.0% humidity or any new artifact surface change. Record daily readings and conservation observations before extending the trial.&quot;,&quot;element&quot;:&quot;Risk Callout&quot;,&quot;engine&quot;:&quot;DecisionCompositeEngine&quot;,&quot;groupId&quot;:null,&quot;h&quot;:113.70240000000003,&quot;id&quot;:&quot;c8&quot;,&quot;locked&quot;:false,&quot;message_role&quot;:&quot;Risk&quot;,&quot;order&quot;:8,&quot;section_id&quot;:&quot;decision&quot;,&quot;section_title&quot;:&quot;Decision&quot;,&quot;showTitle&quot;:false,&quot;statement&quot;:&quot;Trial the south-store schedule for seven days&quot;,&quot;status&quot;:&quot;Trial&quot;,&quot;textAlign&quot;:&quot;left&quot;,&quot;title&quot;:&quot;Risk Callout&quot;,&quot;type&quot;:&quot;decision&quot;,&quot;w&quot;:592.04,&quot;weight&quot;:1.15,&quot;x&quot;:993.96,&quot;y&quot;:928.7743999999999,&quot;z&quot;:8}"/>
          <p:cNvSpPr/>
          <p:nvPr/>
        </p:nvSpPr>
        <p:spPr>
          <a:xfrm>
            <a:off x="7573974" y="7077260"/>
            <a:ext cx="4511344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Trial the south-store schedule for seven days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 Narrow"/>
              </a:rPr>
              <a:t>Restore the prior schedule at 55.0% humidity or any new artifact surface change. Record daily readings and conservation observations before extending the trial.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Trial</a:t>
            </a:r>
          </a:p>
        </p:txBody>
      </p:sp>
      <p:graphicFrame>
        <p:nvGraphicFramePr>
          <p:cNvPr id="11" name="VIZ::Store observation and action" descr="VisualizerSemantic:{&quot;composition_role&quot;:&quot;detailed_evidence&quot;,&quot;customTable&quot;:{&quot;headers&quot;:[&quot;Collection store&quot;,&quot;Humidity&quot;,&quot;Inspection&quot;,&quot;Action&quot;],&quot;rows&quot;:[[&quot;North paper store&quot;,&quot;44.8%&quot;,&quot;No change&quot;,&quot;Maintain&quot;],[&quot;East textile store&quot;,&quot;47.3%&quot;,&quot;No change&quot;,&quot;Maintain&quot;],[&quot;South mixed store&quot;,&quot;51.2%&quot;,&quot;Review daily&quot;,&quot;Seven-day trial&quot;],[&quot;West photography store&quot;,&quot;46.1%&quot;,&quot;No change&quot;,&quot;Maintain&quot;]]},&quot;element&quot;:&quot;Clean Table&quot;,&quot;engine&quot;:&quot;TableEngine&quot;,&quot;groupId&quot;:null,&quot;h&quot;:296.0,&quot;id&quot;:&quot;c7&quot;,&quot;locked&quot;:false,&quot;message_role&quot;:&quot;Primary Evidence&quot;,&quot;order&quot;:2,&quot;rows&quot;:[[&quot;North paper store&quot;,&quot;44.8%&quot;,&quot;No change&quot;,&quot;Maintain&quot;],[&quot;East textile store&quot;,&quot;47.3%&quot;,&quot;No change&quot;,&quot;Maintain&quot;],[&quot;South mixed store&quot;,&quot;51.2%&quot;,&quot;Review daily&quot;,&quot;Seven-day trial&quot;],[&quot;West photography store&quot;,&quot;46.1%&quot;,&quot;No change&quot;,&quot;Maintain&quot;]],&quot;section_id&quot;:&quot;operating-evidence&quot;,&quot;section_title&quot;:&quot;Operating evidence&quot;,&quot;showTitle&quot;:true,&quot;textAlign&quot;:&quot;left&quot;,&quot;title&quot;:&quot;Store observation and action&quot;,&quot;type&quot;:&quot;table&quot;,&quot;w&quot;:810.1600000000001,&quot;weight&quot;:1.55,&quot;x&quot;:775.8399999999999,&quot;y&quot;:40.0,&quot;z&quot;:7}"/>
          <p:cNvGraphicFramePr>
            <a:graphicFrameLocks noGrp="1"/>
          </p:cNvGraphicFramePr>
          <p:nvPr/>
        </p:nvGraphicFramePr>
        <p:xfrm>
          <a:off x="5911900" y="304799"/>
          <a:ext cx="6173418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354"/>
                <a:gridCol w="1543354"/>
                <a:gridCol w="1543354"/>
                <a:gridCol w="1543356"/>
              </a:tblGrid>
              <a:tr h="45110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Collection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Action</a:t>
                      </a:r>
                    </a:p>
                  </a:txBody>
                  <a:tcPr/>
                </a:tc>
              </a:tr>
              <a:tr h="45110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 paper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Maintain</a:t>
                      </a:r>
                    </a:p>
                  </a:txBody>
                  <a:tcPr/>
                </a:tc>
              </a:tr>
              <a:tr h="45110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 textile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Maintain</a:t>
                      </a:r>
                    </a:p>
                  </a:txBody>
                  <a:tcPr/>
                </a:tc>
              </a:tr>
              <a:tr h="45110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 mixed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Review 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Seven-day trial</a:t>
                      </a:r>
                    </a:p>
                  </a:txBody>
                  <a:tcPr/>
                </a:tc>
              </a:tr>
              <a:tr h="45110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 photography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Maintain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Humidity by collection store::chart-label-band"/>
          <p:cNvSpPr/>
          <p:nvPr/>
        </p:nvSpPr>
        <p:spPr>
          <a:xfrm>
            <a:off x="3250076" y="6135622"/>
            <a:ext cx="5810425" cy="647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VIZ::Humidity by collection store::category-label-axis"/>
          <p:cNvCxnSpPr/>
          <p:nvPr/>
        </p:nvCxnSpPr>
        <p:spPr>
          <a:xfrm>
            <a:off x="3902266" y="6150009"/>
            <a:ext cx="4921075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Z::Humidity by collection store::category-label-0"/>
          <p:cNvSpPr txBox="1"/>
          <p:nvPr/>
        </p:nvSpPr>
        <p:spPr>
          <a:xfrm>
            <a:off x="3963779" y="6121236"/>
            <a:ext cx="1107241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827">
                <a:latin typeface="Arial"/>
              </a:defRPr>
            </a:pPr>
            <a:r>
              <a:t>North paper store</a:t>
            </a:r>
          </a:p>
        </p:txBody>
      </p:sp>
      <p:sp>
        <p:nvSpPr>
          <p:cNvPr id="16" name="VIZ::Humidity by collection store::category-label-1"/>
          <p:cNvSpPr txBox="1"/>
          <p:nvPr/>
        </p:nvSpPr>
        <p:spPr>
          <a:xfrm>
            <a:off x="5194048" y="6121236"/>
            <a:ext cx="1107241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827">
                <a:latin typeface="Arial"/>
              </a:defRPr>
            </a:pPr>
            <a:r>
              <a:t>East textile store</a:t>
            </a:r>
          </a:p>
        </p:txBody>
      </p:sp>
      <p:sp>
        <p:nvSpPr>
          <p:cNvPr id="17" name="VIZ::Humidity by collection store::category-label-2"/>
          <p:cNvSpPr txBox="1"/>
          <p:nvPr/>
        </p:nvSpPr>
        <p:spPr>
          <a:xfrm>
            <a:off x="6424316" y="6121236"/>
            <a:ext cx="1107241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827">
                <a:latin typeface="Arial"/>
              </a:defRPr>
            </a:pPr>
            <a:r>
              <a:t>South mixed store</a:t>
            </a:r>
          </a:p>
        </p:txBody>
      </p:sp>
      <p:sp>
        <p:nvSpPr>
          <p:cNvPr id="18" name="VIZ::Humidity by collection store::category-label-3"/>
          <p:cNvSpPr txBox="1"/>
          <p:nvPr/>
        </p:nvSpPr>
        <p:spPr>
          <a:xfrm>
            <a:off x="7654585" y="6121236"/>
            <a:ext cx="1107241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827">
                <a:latin typeface="Arial"/>
              </a:defRPr>
            </a:pPr>
            <a:r>
              <a:t>West photography store</a:t>
            </a:r>
          </a:p>
        </p:txBody>
      </p:sp>
      <p:sp>
        <p:nvSpPr>
          <p:cNvPr id="19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collection_store_1&quot;,&quot;name&quot;:&quot;Collection store&quot;,&quot;nullable&quot;:false,&quot;profile&quot;:{&quot;distinct&quot;:4,&quot;missing&quot;:0},&quot;semantic_tags&quot;:[],&quot;type&quot;:&quot;string&quot;},{&quot;id&quot;:&quot;relative_humidity_2&quot;,&quot;name&quot;:&quot;Relative humidity&quot;,&quot;nullable&quot;:false,&quot;profile&quot;:{&quot;distinct&quot;:4,&quot;missing&quot;:0},&quot;semantic_tags&quot;:[],&quot;type&quot;:&quot;number&quot;,&quot;unit&quot;:&quot;&quot;}],&quot;id&quot;:&quot;dataset-muplrex0-w7mvaa&quot;,&quot;metadata&quot;:{&quot;header&quot;:{&quot;confidence&quot;:0.75,&quot;present&quot;:true,&quot;source_row&quot;:0}},&quot;name&quot;:&quot;Pasted data&quot;,&quot;revision&quot;:3,&quot;rows&quot;:[[&quot;North paper store&quot;,44.8],[&quot;East textile store&quot;,47.3],[&quot;South mixed store&quot;,51.2],[&quot;West photography store&quot;,46.1]],&quot;source&quot;:{&quot;imported_at&quot;:&quot;2026-10-01T14:01:25.572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plrex0-w7mvaa&quot;,&quot;drill&quot;:null,&quot;element&quot;:&quot;Line Chart&quot;,&quot;engine&quot;:&quot;CoreChartEngine&quot;,&quot;groupId&quot;:null,&quot;h&quot;:320,&quot;id&quot;:&quot;c1&quot;,&quot;locked&quot;:false,&quot;mapping&quot;:{&quot;category&quot;:&quot;collection_store_1&quot;,&quot;value&quot;:&quot;relative_humidity_2&quot;,&quot;x&quot;:&quot;collection_store_1&quot;,&quot;y&quot;:&quot;relative_humidity_2&quot;},&quot;message_role&quot;:&quot;Primary Evidence&quot;,&quot;order&quot;:3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Humidity by collection store&quot;,&quot;type&quot;:&quot;chart&quot;,&quot;variant&quot;:&quot;line&quot;,&quot;w&quot;:520,&quot;weight&quot;:1.8,&quot;x&quot;:14,&quot;y&quot;:14,&quot;z&quot;:1},{&quot;body&quot;:&quot;Trial the south-store schedule for one week, with daily conservation checks.&quot;,&quot;composition_role&quot;:&quot;report_headline&quot;,&quot;element&quot;:&quot;Hero Title&quot;,&quot;engine&quot;:&quot;TextEngine&quot;,&quot;groupId&quot;:null,&quot;h&quot;:109.76,&quot;id&quot;:&quot;c2&quot;,&quot;locked&quot;:false,&quot;message_role&quot;:&quot;Headline&quot;,&quot;order&quot;:4,&quot;section_id&quot;:&quot;decision&quot;,&quot;section_order&quot;:4,&quot;section_title&quot;:&quot;Decision&quot;,&quot;showTitle&quot;:false,&quot;text&quot;:&quot;Trial the south-store schedule for one week, with daily conservation checks.&quot;,&quot;textAlign&quot;:&quot;left&quot;,&quot;title&quot;:&quot;Hero Title&quot;,&quot;type&quot;:&quot;text&quot;,&quot;w&quot;:520,&quot;weight&quot;:1.1,&quot;x&quot;:548,&quot;y&quot;:14,&quot;z&quot;:2},{&quot;body&quot;:&quot;Northlight Archive · four collection stores · 1 October 2026 · owner: Conservation · seven-day reversible pilot.&quot;,&quot;composition_role&quot;:&quot;context&quot;,&quot;element&quot;:&quot;Body Narrative&quot;,&quot;engine&quot;:&quot;TextEngine&quot;,&quot;groupId&quot;:null,&quot;h&quot;:116,&quot;id&quot;:&quot;c3&quot;,&quot;locked&quot;:false,&quot;message_role&quot;:&quot;Context&quot;,&quot;order&quot;:0,&quot;section_id&quot;:&quot;operating-evidence&quot;,&quot;section_title&quot;:&quot;Operating evidence&quot;,&quot;showTitle&quot;:false,&quot;text&quot;:&quot;Northlight Archive · four collection stores · 1 October 2026 · owner: Conservation · seven-day reversible pilot.&quot;,&quot;textAlign&quot;:&quot;left&quot;,&quot;title&quot;:&quot;Body Narrative&quot;,&quot;type&quot;:&quot;text&quot;,&quot;w&quot;:500,&quot;weight&quot;:1.1,&quot;x&quot;:1082,&quot;y&quot;:14,&quot;z&quot;:3},{&quot;body&quot;:&quot;Relative humidity spans 44.8% to 51.2% across four stores. The south store is above the 50.0% operating target and below the 55.0% stop limit. A one-day observation supports a reversible trial; it does not establish seasonal drift or material damage.&quot;,&quot;composition_role&quot;:&quot;narrative_interpretation&quot;,&quot;element&quot;:&quot;Body Narrative&quot;,&quot;engine&quot;:&quot;TextEngine&quot;,&quot;groupId&quot;:null,&quot;h&quot;:116,&quot;id&quot;:&quot;c4&quot;,&quot;locked&quot;:false,&quot;message_role&quot;:&quot;Context&quot;,&quot;order&quot;:1,&quot;section_id&quot;:&quot;operating-evidence&quot;,&quot;section_title&quot;:&quot;Operating evidence&quot;,&quot;showTitle&quot;:false,&quot;text&quot;:&quot;Relative humidity spans 44.8% to 51.2% across four stores. The south store is above the 50.0% operating target and below the 55.0% stop limit. A one-day observation supports a reversible trial; it does not establish seasonal drift or material damage.&quot;,&quot;textAlign&quot;:&quot;left&quot;,&quot;title&quot;:&quot;Body Narrative&quot;,&quot;type&quot;:&quot;text&quot;,&quot;w&quot;:500,&quot;weight&quot;:1.1,&quot;x&quot;:548,&quot;y&quot;:137.76,&quot;z&quot;:4},{&quot;capability_overrides&quot;:{&quot;target&quot;:50},&quot;composition_role&quot;:&quot;hero_metric&quot;,&quot;delta&quot;:&quot;+1.2 pp&quot;,&quot;element&quot;:&quot;Hero KPI&quot;,&quot;engine&quot;:&quot;MetricEngine&quot;,&quot;groupId&quot;:null,&quot;h&quot;:152.32000000000002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 RH&quot;},&quot;order&quot;:5,&quot;period&quot;:&quot;vs prior period&quot;,&quot;section_id&quot;:&quot;decision&quot;,&quot;section_order&quot;:4,&quot;section_title&quot;:&quot;Decision&quot;,&quot;showTitle&quot;:true,&quot;target&quot;:50,&quot;textAlign&quot;:&quot;left&quot;,&quot;title&quot;:&quot;South-store humidity&quot;,&quot;type&quot;:&quot;metric&quot;,&quot;unit&quot;:&quot;% RH&quot;,&quot;value&quot;:51.2,&quot;w&quot;:520,&quot;weight&quot;:1.15,&quot;x&quot;:1062,&quot;y&quot;:144,&quot;z&quot;:5},{&quot;after&quot;:51.2,&quot;before&quot;:44.8,&quot;composition_role&quot;:&quot;supporting_analysis&quot;,&quot;element&quot;:&quot;Before/After KPI&quot;,&quot;engine&quot;:&quot;ComparisonEngine&quot;,&quot;groupId&quot;:null,&quot;h&quot;:150,&quot;id&quot;:&quot;c6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 RH&quot;},&quot;order&quot;:6,&quot;section_id&quot;:&quot;decision&quot;,&quot;section_order&quot;:4,&quot;section_title&quot;:&quot;Decision&quot;,&quot;showTitle&quot;:true,&quot;textAlign&quot;:&quot;left&quot;,&quot;title&quot;:&quot;Lowest versus south-store humidity&quot;,&quot;type&quot;:&quot;comparison&quot;,&quot;unit&quot;:&quot;% RH&quot;,&quot;w&quot;:430,&quot;weight&quot;:1.15,&quot;x&quot;:548,&quot;y&quot;:267.76,&quot;z&quot;:6},{&quot;composition_role&quot;:&quot;detailed_evidence&quot;,&quot;customTable&quot;:{&quot;headers&quot;:[&quot;Collection store&quot;,&quot;Humidity&quot;,&quot;Inspection&quot;,&quot;Action&quot;],&quot;rows&quot;:[[&quot;North paper store&quot;,&quot;44.8%&quot;,&quot;No change&quot;,&quot;Maintain&quot;],[&quot;East textile store&quot;,&quot;47.3%&quot;,&quot;No change&quot;,&quot;Maintain&quot;],[&quot;South mixed store&quot;,&quot;51.2%&quot;,&quot;Review daily&quot;,&quot;Seven-day trial&quot;],[&quot;West photography store&quot;,&quot;46.1%&quot;,&quot;No change&quot;,&quot;Maintain&quot;]]},&quot;element&quot;:&quot;Clean Table&quot;,&quot;engine&quot;:&quot;TableEngine&quot;,&quot;groupId&quot;:null,&quot;h&quot;:259,&quot;id&quot;:&quot;c7&quot;,&quot;locked&quot;:false,&quot;message_role&quot;:&quot;Primary Evidence&quot;,&quot;order&quot;:2,&quot;rows&quot;:[[&quot;North paper store&quot;,&quot;44.8%&quot;,&quot;No change&quot;,&quot;Maintain&quot;],[&quot;East textile store&quot;,&quot;47.3%&quot;,&quot;No change&quot;,&quot;Maintain&quot;],[&quot;South mixed store&quot;,&quot;51.2%&quot;,&quot;Review daily&quot;,&quot;Seven-day trial&quot;],[&quot;West photography store&quot;,&quot;46.1%&quot;,&quot;No change&quot;,&quot;Maintain&quot;]],&quot;section_id&quot;:&quot;operating-evidence&quot;,&quot;section_title&quot;:&quot;Operating evidence&quot;,&quot;showTitle&quot;:true,&quot;textAlign&quot;:&quot;left&quot;,&quot;title&quot;:&quot;Store observation and action&quot;,&quot;type&quot;:&quot;table&quot;,&quot;w&quot;:480,&quot;weight&quot;:1.55,&quot;x&quot;:992,&quot;y&quot;:310.32000000000005,&quot;z&quot;:7},{&quot;composition_role&quot;:&quot;decision_risk&quot;,&quot;detail&quot;:&quot;Restore the prior schedule at 55.0% humidity or any new artifact surface change. Record daily readings and conservation observations before extending the trial.&quot;,&quot;element&quot;:&quot;Risk Callout&quot;,&quot;engine&quot;:&quot;DecisionCompositeEngine&quot;,&quot;groupId&quot;:null,&quot;h&quot;:105.28000000000002,&quot;id&quot;:&quot;c8&quot;,&quot;locked&quot;:false,&quot;message_role&quot;:&quot;Risk&quot;,&quot;order&quot;:8,&quot;section_id&quot;:&quot;decision&quot;,&quot;section_title&quot;:&quot;Decision&quot;,&quot;showTitle&quot;:false,&quot;statement&quot;:&quot;Trial the south-store schedule for seven days&quot;,&quot;status&quot;:&quot;Trial&quot;,&quot;textAlign&quot;:&quot;left&quot;,&quot;title&quot;:&quot;Risk Callout&quot;,&quot;type&quot;:&quot;decision&quot;,&quot;w&quot;:448.00000000000006,&quot;weight&quot;:1.15,&quot;x&quot;:14,&quot;y&quot;:348,&quot;z&quot;:8},{&quot;body&quot;:&quot;Decision: run the south-store schedule for seven days. Restore the previous schedule if humidity reaches 55.0% or daily conservation inspection finds any new surface change.&quot;,&quot;composition_role&quot;:&quot;conclusion&quot;,&quot;element&quot;:&quot;Key Takeaway&quot;,&quot;engine&quot;:&quot;TextEngine&quot;,&quot;groupId&quot;:null,&quot;h&quot;:96,&quot;id&quot;:&quot;c9&quot;,&quot;locked&quot;:false,&quot;message_role&quot;:&quot;Action&quot;,&quot;order&quot;:7,&quot;section_id&quot;:&quot;decision&quot;,&quot;section_order&quot;:4,&quot;section_title&quot;:&quot;Decision&quot;,&quot;showTitle&quot;:false,&quot;text&quot;:&quot;Decision: run the south-store schedule for seven days. Restore the previous schedule if humidity reaches 55.0% or daily conservation inspection finds any new surface change.&quot;,&quot;textAlign&quot;:&quot;left&quot;,&quot;title&quot;:&quot;Key Takeaway&quot;,&quot;type&quot;:&quot;text&quot;,&quot;w&quot;:460.2,&quot;weight&quot;:1.1,&quot;x&quot;:476.00000000000006,&quot;y&quot;:431.76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