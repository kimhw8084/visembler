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plaba0-8kufil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pladez-6146hs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plaba0-8kufil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10-01T13:48:07.704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pladez-6146hs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10-01T13:48:10.475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plaba0-8kufil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pladez-6146hs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