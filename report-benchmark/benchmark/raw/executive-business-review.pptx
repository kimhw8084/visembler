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pl9lzd-zckmmd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pl9lzd-zckmmd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1T13:47:34.921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pl9lzd-zckmmd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