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plwaqq-lh20ud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plwaqq-lh20ud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plwaqq-lh20ud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waqq-lh20ud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10-01T14:05:13.442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plwaqq-lh20ud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plwaqq-lh20ud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plwaqq-lh20ud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