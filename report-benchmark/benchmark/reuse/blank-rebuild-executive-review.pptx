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plwg77-wckah7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plwg77-wckah7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lwg77-wckah7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1T14:05:20.515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wg77-wckah7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wg77-wckah7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