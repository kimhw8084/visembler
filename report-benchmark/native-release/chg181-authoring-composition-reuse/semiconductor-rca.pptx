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pkzthr-jsvebc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pkzrb0-nh39zr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pkzrb0-nh39zr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10-01T13:39:55.260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pkzthr-jsvebc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10-01T13:39:58.095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pkzrb0-nh39zr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pkzthr-jsvebc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