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pl1f7j-u4rtyo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pl1f7j-u4rtyo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l1f7j-u4rtyo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1T13:41:12.895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1f7j-u4rtyo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1f7j-u4rtyo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