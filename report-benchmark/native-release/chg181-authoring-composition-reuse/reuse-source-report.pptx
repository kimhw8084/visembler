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3250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80.0</c:v>
                </c:pt>
                <c:pt idx="1">
                  <c:v>95.0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5.7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80.0</c:v>
                </c:pt>
                <c:pt idx="1">
                  <c:v>95.0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5.7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West revenue leads East by 15 units in the regional review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15 units in the regional review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15 units in the regional review.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Regional revenue review · East and West · source extract captured for the first report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source extract captured for the first report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source extract captured for the first report.</a:t>
            </a:r>
          </a:p>
        </p:txBody>
      </p:sp>
      <p:sp>
        <p:nvSpPr>
          <p:cNvPr id="4" name="VIZ::Regional revenue total KPI" title="Visembler report text roles: metric title, metric value" descr="VisualizerSemantic:{&quot;composition_role&quot;:&quot;hero_metric&quot;,&quot;delta&quot;:null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arget&quot;:null,&quot;title&quot;:&quot;Regional revenue total&quot;,&quot;type&quot;:&quot;metric&quot;,&quot;unit&quot;:&quot;units&quot;,&quot;value&quot;:175,&quot;weight&quot;:1,&quot;z&quot;:3,&quot;x&quot;:14.0,&quot;y&quot;:202.43120000000002,&quot;w&quot;:648.48,&quot;h&quot;:205.0}"/>
          <p:cNvSpPr/>
          <p:nvPr/>
        </p:nvSpPr>
        <p:spPr>
          <a:xfrm>
            <a:off x="106679" y="1542525"/>
            <a:ext cx="4941417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175 units</a:t>
            </a:r>
          </a:p>
        </p:txBody>
      </p:sp>
      <p:sp>
        <p:nvSpPr>
          <p:cNvPr id="5" name="VIZ::West lead over East KPI" title="Visembler report text roles: metric title, metric value" descr="VisualizerSemantic: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arget&quot;:null,&quot;title&quot;:&quot;West lead over East&quot;,&quot;type&quot;:&quot;metric&quot;,&quot;unit&quot;:&quot;units&quot;,&quot;value&quot;:15,&quot;weight&quot;:1,&quot;z&quot;:4,&quot;x&quot;:676.48,&quot;y&quot;:204.93120000000002,&quot;w&quot;:447.76,&quot;h&quot;:200.0}"/>
          <p:cNvSpPr/>
          <p:nvPr/>
        </p:nvSpPr>
        <p:spPr>
          <a:xfrm>
            <a:off x="5154777" y="1561575"/>
            <a:ext cx="3411931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95,&quot;before&quot;: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,&quot;x&quot;:1138.24,&quot;y&quot;:196.93120000000002,&quot;w&quot;:447.76,&quot;h&quot;:216.0}"/>
          <p:cNvSpPr/>
          <p:nvPr/>
        </p:nvSpPr>
        <p:spPr>
          <a:xfrm>
            <a:off x="8673387" y="1500615"/>
            <a:ext cx="3411931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80 units → 95 units</a:t>
            </a:r>
          </a:p>
        </p:txBody>
      </p:sp>
      <p:graphicFrame>
        <p:nvGraphicFramePr>
          <p:cNvPr id="12" name="VIZ::Regional revenue by area" descr="VisualizerSemantic:{&quot;brush&quot;:[0,4],&quot;composition_role&quot;:&quot;supporting_analysis&quot;,&quot;cross&quot;:null,&quot;data&quot;:[[&quot;East&quot;,80],[&quot;West&quot;,95]],&quot;dataset_id&quot;:&quot;dataset-mupl0i46-2mh58o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East&quot;,&quot;value&quot;:80},{&quot;label&quot;:&quot;West&quot;,&quot;value&quot;:95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,&quot;observations&quot;:[{&quot;label&quot;:&quot;East&quot;,&quot;value&quot;:80},{&quot;label&quot;:&quot;West&quot;,&quot;value&quot;:95}],&quot;x&quot;:133.60606060606062,&quot;y&quot;:446.9312,&quot;w&quot;:659.3939393939394,&quot;h&quot;:320.0}"/>
          <p:cNvGraphicFramePr>
            <a:graphicFrameLocks noGrp="1"/>
          </p:cNvGraphicFramePr>
          <p:nvPr/>
        </p:nvGraphicFramePr>
        <p:xfrm>
          <a:off x="1018078" y="3405615"/>
          <a:ext cx="5024581" cy="243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3" name="VIZ::Regional revenue comparison" descr="VisualizerSemantic:{&quot;brush&quot;:[0,4],&quot;composition_role&quot;:&quot;supporting_analysis&quot;,&quot;cross&quot;:null,&quot;data&quot;:[[&quot;East&quot;,80],[&quot;West&quot;,95]],&quot;dataset_id&quot;:&quot;dataset-mupl0i46-2mh58o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East&quot;,&quot;value&quot;:80},{&quot;label&quot;:&quot;West&quot;,&quot;value&quot;:95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,&quot;observations&quot;:[{&quot;label&quot;:&quot;East&quot;,&quot;value&quot;:80},{&quot;label&quot;:&quot;West&quot;,&quot;value&quot;:95}],&quot;x&quot;:807.0,&quot;y&quot;:446.9312,&quot;w&quot;:659.3939393939394,&quot;h&quot;:320.0}"/>
          <p:cNvGraphicFramePr>
            <a:graphicFrameLocks noGrp="1"/>
          </p:cNvGraphicFramePr>
          <p:nvPr/>
        </p:nvGraphicFramePr>
        <p:xfrm>
          <a:off x="6149339" y="340561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VIZ::Risk Callout" title="Visembler report text roles: text heading, risk decision, evidence detail, action status" descr="VisualizerSemantic:{&quot;composition_role&quot;:&quot;decision_risk&quot;,&quot;detail&quot;:&quot;The current review compare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,&quot;x&quot;:14.0,&quot;y&quot;:1092.4512,&quot;w&quot;:1572.0,&quot;h&quot;:113.70240000000003}"/>
          <p:cNvSpPr/>
          <p:nvPr/>
        </p:nvSpPr>
        <p:spPr>
          <a:xfrm>
            <a:off x="106679" y="832447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current review compares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1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,&quot;x&quot;:14.0,&quot;y&quot;:1240.1536,&quot;w&quot;:1572.0,&quot;h&quot;:100.80000000000001}"/>
          <p:cNvSpPr/>
          <p:nvPr/>
        </p:nvSpPr>
        <p:spPr>
          <a:xfrm>
            <a:off x="106679" y="944996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4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80,&quot;Comparison baseline&quot;,&quot;Source extract&quot;],[&quot;West&quot;,95,&quot;Leads by 15&quot;,&quot;Source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80,&quot;Comparison baseline&quot;,&quot;Source extract&quot;],[&quot;West&quot;,95,&quot;Leads by 15&quot;,&quot;Source extract&quot;]],&quot;section_id&quot;:&quot;evidence&quot;,&quot;section_title&quot;:&quot;Regional evidence&quot;,&quot;showTitle&quot;:true,&quot;title&quot;:&quot;Regional revenue evidence&quot;,&quot;type&quot;:&quot;table&quot;,&quot;weight&quot;:1,&quot;z&quot;:7,&quot;x&quot;:14.0,&quot;y&quot;:800.9312,&quot;w&quot;:1572.0,&quot;h&quot;:257.52}"/>
          <p:cNvGraphicFramePr>
            <a:graphicFrameLocks noGrp="1"/>
          </p:cNvGraphicFramePr>
          <p:nvPr/>
        </p:nvGraphicFramePr>
        <p:xfrm>
          <a:off x="106679" y="610309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Source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Source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pl0i46-2mh58o&quot;,&quot;metadata&quot;:{&quot;header&quot;:{&quot;confidence&quot;:0.75,&quot;present&quot;:true,&quot;source_row&quot;:0}},&quot;name&quot;:&quot;Pasted data&quot;,&quot;revision&quot;:1,&quot;rows&quot;:[[&quot;East&quot;,80],[&quot;West&quot;,95]],&quot;source&quot;:{&quot;imported_at&quot;:&quot;2026-10-01T13:40:30.006Z&quot;,&quot;kind&quot;:&quot;clipboard&quot;,&quot;label&quot;:&quot;TSV&quot;},&quot;warnings&quot;:[]}],&quot;groups&quot;:{},&quot;items&quot;:[{&quot;body&quot;:&quot;West revenue leads East by 15 units in the regional review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15 units in the regional review.&quot;,&quot;title&quot;:&quot;Executive Statement&quot;,&quot;type&quot;:&quot;text&quot;,&quot;weight&quot;:1,&quot;z&quot;:1},{&quot;body&quot;:&quot;Regional revenue review · East and West · source extract captured for the first report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source extract captured for the first report.&quot;,&quot;title&quot;:&quot;Quarterly context&quot;,&quot;type&quot;:&quot;text&quot;,&quot;weight&quot;:1,&quot;z&quot;:2},{&quot;composition_role&quot;:&quot;hero_metric&quot;,&quot;delta&quot;:null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arget&quot;:null,&quot;title&quot;:&quot;Regional revenue total&quot;,&quot;type&quot;:&quot;metric&quot;,&quot;unit&quot;:&quot;units&quot;,&quot;value&quot;:175,&quot;weight&quot;:1,&quot;z&quot;:3},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arget&quot;:null,&quot;title&quot;:&quot;West lead over East&quot;,&quot;type&quot;:&quot;metric&quot;,&quot;unit&quot;:&quot;units&quot;,&quot;value&quot;:15,&quot;weight&quot;:1,&quot;z&quot;:4},{&quot;after&quot;:95,&quot;before&quot;: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},{&quot;composition_role&quot;:&quot;detailed_evidence&quot;,&quot;customTable&quot;:{&quot;headers&quot;:[&quot;Region&quot;,&quot;Revenue&quot;,&quot;Reading&quot;,&quot;Source&quot;],&quot;rows&quot;:[[&quot;East&quot;,80,&quot;Comparison baseline&quot;,&quot;Source extract&quot;],[&quot;West&quot;,95,&quot;Leads by 15&quot;,&quot;Source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80,&quot;Comparison baseline&quot;,&quot;Source extract&quot;],[&quot;West&quot;,95,&quot;Leads by 15&quot;,&quot;Source extract&quot;]],&quot;section_id&quot;:&quot;evidence&quot;,&quot;section_title&quot;:&quot;Regional evidence&quot;,&quot;showTitle&quot;:true,&quot;title&quot;:&quot;Regional revenue evidence&quot;,&quot;type&quot;:&quot;table&quot;,&quot;weight&quot;:1,&quot;z&quot;:7},{&quot;composition_role&quot;:&quot;decision_risk&quot;,&quot;detail&quot;:&quot;The current review compare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pl0i46-2mh58o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pl0i46-2mh58o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