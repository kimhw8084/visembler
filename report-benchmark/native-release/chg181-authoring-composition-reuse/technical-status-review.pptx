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pl09s4-4vf48f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pl0bwk-us1l9g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pl09s4-4vf48f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10-01T13:40:19.204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pl0bwk-us1l9g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10-01T13:40:21.956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pl09s4-4vf48f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pl0bwk-us1l9g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