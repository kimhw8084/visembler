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pl1nbv-blfs42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pl1nbv-blfs42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pl1nbv-blfs42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10-01T13:41:23.419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pl1nbv-blfs42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1nbv-blfs42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