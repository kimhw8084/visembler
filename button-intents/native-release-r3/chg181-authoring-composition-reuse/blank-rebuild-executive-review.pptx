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qdw635-9kx7wr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qdw635-9kx7wr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dw635-9kx7wr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2T03:08:56.657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dw635-9kx7wr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dw635-9kx7wr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