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qdv7dl-l0e9gq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qdv7dl-l0e9gq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dv7dl-l0e9gq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10-02T03:08:11.673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dv7dl-l0e9gq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dv7dl-l0e9gq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