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qdvgke-22p9o6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qdvgke-22p9o6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dvgke-22p9o6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2T03:08:23.582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qdvgke-22p9o6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qdvgke-22p9o6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