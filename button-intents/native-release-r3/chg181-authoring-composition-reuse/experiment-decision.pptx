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qdupnx-vbdl4b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qduruv-81376x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qdupnx-vbdl4b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10-02T03:07:48.717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qduruv-81376x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10-02T03:07:51.559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qduruv-81376x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qdupnx-vbdl4b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