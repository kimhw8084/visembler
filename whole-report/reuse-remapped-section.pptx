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9037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ross&quot;:null,&quot;data&quot;:[[&quot;East&quot;,280],[&quot;West&quot;,305]],&quot;dataset_id&quot;:&quot;dataset-mufia3og-63im60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320.0,&quot;y&quot;:34.0,&quot;w&quot;:960.0,&quot;h&quot;:465.88235294117646}"/>
          <p:cNvGraphicFramePr>
            <a:graphicFrameLocks noGrp="1"/>
          </p:cNvGraphicFramePr>
          <p:nvPr/>
        </p:nvGraphicFramePr>
        <p:xfrm>
          <a:off x="2438399" y="259080"/>
          <a:ext cx="7315199" cy="355002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omposition_role&quot;:&quot;supporting_analysis&quot;,&quot;cross&quot;:null,&quot;dataset_id&quot;:&quot;dataset-mufia3og-63im60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4.0,&quot;y&quot;:513.8823529411765,&quot;w&quot;:779.0,&quot;h&quot;:378.04411764705884}"/>
          <p:cNvGraphicFramePr>
            <a:graphicFrameLocks noGrp="1"/>
          </p:cNvGraphicFramePr>
          <p:nvPr/>
        </p:nvGraphicFramePr>
        <p:xfrm>
          <a:off x="106679" y="3915783"/>
          <a:ext cx="5935979" cy="28806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 descr="VisualizerSemantic:{&quot;brush&quot;:[0,4],&quot;composition_role&quot;:&quot;supporting_analysis&quot;,&quot;cross&quot;:null,&quot;dataset_id&quot;:&quot;dataset-mufia3og-63im60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807.0,&quot;y&quot;:513.8823529411765,&quot;w&quot;:779.0,&quot;h&quot;:378.04411764705884}"/>
          <p:cNvGraphicFramePr>
            <a:graphicFrameLocks noGrp="1"/>
          </p:cNvGraphicFramePr>
          <p:nvPr/>
        </p:nvGraphicFramePr>
        <p:xfrm>
          <a:off x="6149339" y="3915783"/>
          <a:ext cx="5935979" cy="288069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ia3og-63im60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4T12:26:17.248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fia3og-63im60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fia3og-63im60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fia3og-63im60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