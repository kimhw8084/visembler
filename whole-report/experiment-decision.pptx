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87094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Conversion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W1</c:v>
                </c:pt>
                <c:pt idx="1">
                  <c:v>W1</c:v>
                </c:pt>
                <c:pt idx="2">
                  <c:v>W2</c:v>
                </c:pt>
                <c:pt idx="3">
                  <c:v>W2</c:v>
                </c:pt>
                <c:pt idx="4">
                  <c:v>W3</c:v>
                </c:pt>
                <c:pt idx="5">
                  <c:v>W3</c:v>
                </c:pt>
                <c:pt idx="6">
                  <c:v>W4</c:v>
                </c:pt>
                <c:pt idx="7">
                  <c:v>W4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8.2</c:v>
                </c:pt>
                <c:pt idx="2">
                  <c:v>8.1</c:v>
                </c:pt>
                <c:pt idx="3">
                  <c:v>8.7</c:v>
                </c:pt>
                <c:pt idx="4">
                  <c:v>8.4</c:v>
                </c:pt>
                <c:pt idx="5">
                  <c:v>9.4</c:v>
                </c:pt>
                <c:pt idx="6">
                  <c:v>8.5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Outcome distribution by cohort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Outcome distribution by cohort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Control</c:v>
                </c:pt>
                <c:pt idx="1">
                  <c:v>Control</c:v>
                </c:pt>
                <c:pt idx="2">
                  <c:v>Control</c:v>
                </c:pt>
                <c:pt idx="3">
                  <c:v>Control</c:v>
                </c:pt>
                <c:pt idx="4">
                  <c:v>Treatment</c:v>
                </c:pt>
                <c:pt idx="5">
                  <c:v>Treatment</c:v>
                </c:pt>
                <c:pt idx="6">
                  <c:v>Treatment</c:v>
                </c:pt>
                <c:pt idx="7">
                  <c:v>Treatment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8.1</c:v>
                </c:pt>
                <c:pt idx="2">
                  <c:v>8.4</c:v>
                </c:pt>
                <c:pt idx="3">
                  <c:v>8.5</c:v>
                </c:pt>
                <c:pt idx="4">
                  <c:v>8.2</c:v>
                </c:pt>
                <c:pt idx="5">
                  <c:v>8.7</c:v>
                </c:pt>
                <c:pt idx="6">
                  <c:v>9.4</c:v>
                </c:pt>
                <c:pt idx="7">
                  <c:v>9.8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descr="VisualizerSemantic: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,&quot;x&quot;:14.0,&quot;y&quot;:34.0,&quot;w&quot;:1572.0,&quot;h&quot;:120.96000000000001}"/>
          <p:cNvSpPr/>
          <p:nvPr/>
        </p:nvSpPr>
        <p:spPr>
          <a:xfrm>
            <a:off x="77620" y="188507"/>
            <a:ext cx="8715699" cy="6706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Executive Statement</a:t>
            </a:r>
          </a:p>
          <a:p>
            <a:pPr>
              <a:defRPr sz="1000"/>
            </a:pPr>
            <a:r>
              <a:t>The treatment cohort improved conversion across four weeks. The quality guardrail remained inside its agreed range; the sample does not establish long-term retention.</a:t>
            </a:r>
          </a:p>
        </p:txBody>
      </p:sp>
      <p:sp>
        <p:nvSpPr>
          <p:cNvPr id="3" name="VIZ::Hypothesis and context" descr="VisualizerSemantic: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,&quot;x&quot;:14.0,&quot;y&quot;:168.96,&quot;w&quot;:1572.0,&quot;h&quot;:72.0}"/>
          <p:cNvSpPr/>
          <p:nvPr/>
        </p:nvSpPr>
        <p:spPr>
          <a:xfrm>
            <a:off x="77620" y="936771"/>
            <a:ext cx="8715699" cy="39919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Hypothesis and context</a:t>
            </a:r>
          </a:p>
          <a:p>
            <a:pPr>
              <a:defRPr sz="1000"/>
            </a:pPr>
            <a:r>
              <a:t>Eligible new-account cohorts · W1–W4 · randomized control and treatment · conversion and quality guardrail.</a:t>
            </a:r>
          </a:p>
        </p:txBody>
      </p:sp>
      <p:sp>
        <p:nvSpPr>
          <p:cNvPr id="4" name="VIZ::Treatment conversion KPI" descr="VisualizerSemantic: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,&quot;x&quot;:14.0,&quot;y&quot;:261.96000000000004,&quot;w&quot;:771.548,&quot;h&quot;:205.0}"/>
          <p:cNvSpPr/>
          <p:nvPr/>
        </p:nvSpPr>
        <p:spPr>
          <a:xfrm>
            <a:off x="77620" y="1452394"/>
            <a:ext cx="4277722" cy="113658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</a:t>
            </a:r>
          </a:p>
          <a:p>
            <a:pPr>
              <a:defRPr b="1" sz="2400"/>
            </a:pPr>
            <a:r>
              <a:t>9.8%</a:t>
            </a:r>
          </a:p>
        </p:txBody>
      </p:sp>
      <p:sp>
        <p:nvSpPr>
          <p:cNvPr id="5" name="VIZ::Treatment conversion · Week 1 to 4 KPI" descr="VisualizerSemantic: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,&quot;x&quot;:799.548,&quot;y&quot;:261.96000000000004,&quot;w&quot;:786.452,&quot;h&quot;:216.0}"/>
          <p:cNvSpPr/>
          <p:nvPr/>
        </p:nvSpPr>
        <p:spPr>
          <a:xfrm>
            <a:off x="4432964" y="1452394"/>
            <a:ext cx="4360355" cy="1197576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Treatment conversion · Week 1 to 4</a:t>
            </a:r>
          </a:p>
          <a:p>
            <a:pPr>
              <a:defRPr b="1" sz="2400"/>
            </a:pPr>
            <a:r>
              <a:t>8.2 → 9.8</a:t>
            </a:r>
          </a:p>
          <a:p>
            <a:pPr>
              <a:defRPr sz="900"/>
            </a:pPr>
            <a:r>
              <a:t>%</a:t>
            </a:r>
          </a:p>
        </p:txBody>
      </p:sp>
      <p:graphicFrame>
        <p:nvGraphicFramePr>
          <p:cNvPr id="6" name="Chart 5" descr="VisualizerSemantic:{&quot;composition_role&quot;:&quot;primary_analysis&quot;,&quot;data&quot;:[[&quot;W1&quot;,8],[&quot;W1&quot;,8.2],[&quot;W2&quot;,8.1],[&quot;W2&quot;,8.7],[&quot;W3&quot;,8.4],[&quot;W3&quot;,9.4],[&quot;W4&quot;,8.5],[&quot;W4&quot;,9.8]],&quot;dataset_id&quot;:&quot;dataset-mufi96mw-6f3ire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,&quot;row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observations&quot;:[{&quot;label&quot;:&quot;W1&quot;,&quot;value&quot;:8},{&quot;label&quot;:&quot;W1&quot;,&quot;value&quot;:8.2},{&quot;label&quot;:&quot;W2&quot;,&quot;value&quot;:8.1},{&quot;label&quot;:&quot;W2&quot;,&quot;value&quot;:8.7},{&quot;label&quot;:&quot;W3&quot;,&quot;value&quot;:8.4},{&quot;label&quot;:&quot;W3&quot;,&quot;value&quot;:9.4},{&quot;label&quot;:&quot;W4&quot;,&quot;value&quot;:8.5},{&quot;label&quot;:&quot;W4&quot;,&quot;value&quot;:9.8}],&quot;x&quot;:165.63200000000006,&quot;y&quot;:498.96000000000004,&quot;w&quot;:1268.7359999999999,&quot;h&quot;:615.7101176470587}"/>
          <p:cNvGraphicFramePr>
            <a:graphicFrameLocks noGrp="1"/>
          </p:cNvGraphicFramePr>
          <p:nvPr/>
        </p:nvGraphicFramePr>
        <p:xfrm>
          <a:off x="918319" y="2766402"/>
          <a:ext cx="7034301" cy="34137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 descr="VisualizerSemantic:{&quot;composition_role&quot;:&quot;supporting_analysis&quot;,&quot;data&quot;:[[&quot;Control&quot;,8],[&quot;Control&quot;,8.1],[&quot;Control&quot;,8.4],[&quot;Control&quot;,8.5],[&quot;Treatment&quot;,8.2],[&quot;Treatment&quot;,8.7],[&quot;Treatment&quot;,9.4],[&quot;Treatment&quot;,9.8]],&quot;dataset_id&quot;:&quot;dataset-mufi98sk-4nieem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,&quot;row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observations&quot;:[{&quot;label&quot;:&quot;Control&quot;,&quot;value&quot;:8},{&quot;label&quot;:&quot;Control&quot;,&quot;value&quot;:8.1},{&quot;label&quot;:&quot;Control&quot;,&quot;value&quot;:8.4},{&quot;label&quot;:&quot;Control&quot;,&quot;value&quot;:8.5},{&quot;label&quot;:&quot;Treatment&quot;,&quot;value&quot;:8.2},{&quot;label&quot;:&quot;Treatment&quot;,&quot;value&quot;:8.7},{&quot;label&quot;:&quot;Treatment&quot;,&quot;value&quot;:9.4},{&quot;label&quot;:&quot;Treatment&quot;,&quot;value&quot;:9.8}],&quot;x&quot;:252.80000000000007,&quot;y&quot;:1128.6701176470588,&quot;w&quot;:1094.3999999999999,&quot;h&quot;:531.1058823529411}"/>
          <p:cNvGraphicFramePr>
            <a:graphicFrameLocks noGrp="1"/>
          </p:cNvGraphicFramePr>
          <p:nvPr/>
        </p:nvGraphicFramePr>
        <p:xfrm>
          <a:off x="1401608" y="6257728"/>
          <a:ext cx="6067723" cy="294463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Interpretation" descr="VisualizerSemantic: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,&quot;x&quot;:14.0,&quot;y&quot;:1673.7759999999998,&quot;w&quot;:1572.0,&quot;h&quot;:116.0}"/>
          <p:cNvSpPr/>
          <p:nvPr/>
        </p:nvSpPr>
        <p:spPr>
          <a:xfrm>
            <a:off x="77620" y="9279979"/>
            <a:ext cx="8715699" cy="64314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Interpretation</a:t>
            </a:r>
          </a:p>
          <a:p>
            <a:pPr>
              <a:defRPr sz="1000"/>
            </a:pPr>
            <a:r>
              <a:t>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</a:t>
            </a:r>
          </a:p>
        </p:txBody>
      </p:sp>
      <p:sp>
        <p:nvSpPr>
          <p:cNvPr id="10" name="VIZ::Recommendation" descr="VisualizerSemantic: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,&quot;x&quot;:14.0,&quot;y&quot;:2090.776,&quot;w&quot;:1572.0,&quot;h&quot;:94.0}"/>
          <p:cNvSpPr/>
          <p:nvPr/>
        </p:nvSpPr>
        <p:spPr>
          <a:xfrm>
            <a:off x="77620" y="11591968"/>
            <a:ext cx="8715699" cy="5211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Recommendation</a:t>
            </a:r>
          </a:p>
          <a:p>
            <a:pPr>
              <a:defRPr sz="1000"/>
            </a:pPr>
            <a:r>
              <a:t>Stage a limited treatment rollout</a:t>
            </a:r>
            <a:br/>
            <a:r>
              <a:t>Pause expansion if the quality guardrail moves outside its agreed range.</a:t>
            </a:r>
            <a:br/>
            <a:r>
              <a:t>Review</a:t>
            </a:r>
          </a:p>
        </p:txBody>
      </p:sp>
      <p:graphicFrame>
        <p:nvGraphicFramePr>
          <p:cNvPr id="11" name="VIZ::Cohort evidence" descr="VisualizerSemantic: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,&quot;x&quot;:14.0,&quot;y&quot;:1810.7759999999998,&quot;w&quot;:1572.0,&quot;h&quot;:259.0}"/>
          <p:cNvGraphicFramePr>
            <a:graphicFrameLocks noGrp="1"/>
          </p:cNvGraphicFramePr>
          <p:nvPr/>
        </p:nvGraphicFramePr>
        <p:xfrm>
          <a:off x="77620" y="10039553"/>
          <a:ext cx="8715699" cy="14359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924"/>
                <a:gridCol w="2178924"/>
                <a:gridCol w="2178924"/>
                <a:gridCol w="2178927"/>
              </a:tblGrid>
              <a:tr h="358995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Eligible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Quality guardrail</a:t>
                      </a:r>
                    </a:p>
                  </a:txBody>
                  <a:tcPr/>
                </a:tc>
              </a:tr>
              <a:tr h="3589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35899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Treatment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Within quality guardrail</a:t>
                      </a:r>
                    </a:p>
                  </a:txBody>
                  <a:tcPr/>
                </a:tc>
              </a:tr>
              <a:tr h="35899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Monitor mix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4,&quot;missing&quot;:0},&quot;semantic_tags&quot;:[],&quot;type&quot;:&quot;categorical&quot;},{&quot;id&quot;:&quot;cohort_2&quot;,&quot;name&quot;:&quot;Cohort&quot;,&quot;nullable&quot;:false,&quot;profile&quot;:{&quot;distinct&quot;:2,&quot;missing&quot;:0},&quot;semantic_tags&quot;:[&quot;cohort&quot;,&quot;status&quot;],&quot;type&quot;:&quot;categorical&quot;},{&quot;id&quot;:&quot;conversion_3&quot;,&quot;name&quot;:&quot;Conversion&quot;,&quot;nullable&quot;:false,&quot;profile&quot;:{&quot;distinct&quot;:8,&quot;missing&quot;:0},&quot;semantic_tags&quot;:[],&quot;type&quot;:&quot;number&quot;,&quot;unit&quot;:&quot;&quot;}],&quot;id&quot;:&quot;dataset-mufi96mw-6f3ire&quot;,&quot;metadata&quot;:{&quot;header&quot;:{&quot;confidence&quot;:0.8333333333333334,&quot;present&quot;:true,&quot;source_row&quot;:0}},&quot;name&quot;:&quot;Pasted data&quot;,&quot;revision&quot;:1,&quot;rows&quot;:[[&quot;W1&quot;,&quot;Control&quot;,8],[&quot;W1&quot;,&quot;Treatment&quot;,8.2],[&quot;W2&quot;,&quot;Control&quot;,8.1],[&quot;W2&quot;,&quot;Treatment&quot;,8.7],[&quot;W3&quot;,&quot;Control&quot;,8.4],[&quot;W3&quot;,&quot;Treatment&quot;,9.4],[&quot;W4&quot;,&quot;Control&quot;,8.5],[&quot;W4&quot;,&quot;Treatment&quot;,9.8]],&quot;source&quot;:{&quot;imported_at&quot;:&quot;2026-09-24T12:25:34.424Z&quot;,&quot;kind&quot;:&quot;clipboard&quot;,&quot;label&quot;:&quot;TSV&quot;},&quot;warnings&quot;:[]},{&quot;fields&quot;:[{&quot;id&quot;:&quot;cohort_1&quot;,&quot;name&quot;:&quot;Cohort&quot;,&quot;nullable&quot;:false,&quot;profile&quot;:{&quot;distinct&quot;:2,&quot;missing&quot;:0},&quot;semantic_tags&quot;:[&quot;cohort&quot;,&quot;status&quot;],&quot;type&quot;:&quot;categorical&quot;},{&quot;id&quot;:&quot;conversion_2&quot;,&quot;name&quot;:&quot;Conversion&quot;,&quot;nullable&quot;:false,&quot;profile&quot;:{&quot;distinct&quot;:8,&quot;missing&quot;:0},&quot;semantic_tags&quot;:[],&quot;type&quot;:&quot;number&quot;,&quot;unit&quot;:&quot;&quot;}],&quot;id&quot;:&quot;dataset-mufi98sk-4nieem&quot;,&quot;metadata&quot;:{&quot;header&quot;:{&quot;confidence&quot;:1,&quot;present&quot;:true,&quot;source_row&quot;:0}},&quot;name&quot;:&quot;Pasted data&quot;,&quot;revision&quot;:1,&quot;rows&quot;:[[&quot;Control&quot;,8],[&quot;Control&quot;,8.1],[&quot;Control&quot;,8.4],[&quot;Control&quot;,8.5],[&quot;Treatment&quot;,8.2],[&quot;Treatment&quot;,8.7],[&quot;Treatment&quot;,9.4],[&quot;Treatment&quot;,9.8]],&quot;source&quot;:{&quot;imported_at&quot;:&quot;2026-09-24T12:25:37.220Z&quot;,&quot;kind&quot;:&quot;clipboard&quot;,&quot;label&quot;:&quot;TSV&quot;},&quot;warnings&quot;:[]}],&quot;groups&quot;:{},&quot;items&quot;:[{&quot;body&quot;:&quot;The treatment cohort improved conversion across four weeks. The quality guardrail remained inside its agreed range; the sample does not establish long-term retentio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periment summary&quot;,&quot;text&quot;:&quot;The treatment cohort improved conversion across four weeks. The quality guardrail remained inside its agreed range; the sample does not establish long-term retention.&quot;,&quot;title&quot;:&quot;Executive Statement&quot;,&quot;type&quot;:&quot;text&quot;,&quot;weight&quot;:1,&quot;z&quot;:1},{&quot;body&quot;:&quot;Eligible new-account cohorts · W1–W4 · randomized control and treatment · conversion and quality guardrail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periment design&quot;,&quot;text&quot;:&quot;Eligible new-account cohorts · W1–W4 · randomized control and treatment · conversion and quality guardrail.&quot;,&quot;title&quot;:&quot;Hypothesis and context&quot;,&quot;type&quot;:&quot;text&quot;,&quot;weight&quot;:1,&quot;z&quot;:2},{&quot;capability_overrides&quot;:{&quot;target&quot;:10},&quot;composition_role&quot;:&quot;hero_metric&quot;,&quot;delta&quot;:1.6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10,&quot;title&quot;:&quot;Treatment conversion&quot;,&quot;type&quot;:&quot;metric&quot;,&quot;unit&quot;:&quot;%&quot;,&quot;value&quot;:9.8,&quot;weight&quot;:1,&quot;z&quot;:3},{&quot;after&quot;:9.8,&quot;before&quot;:8.2,&quot;composition_role&quot;:&quot;hero_metric&quot;,&quot;element&quot;:&quot;Before/After KPI&quot;,&quot;engine&quot;:&quot;ComparisonEngine&quot;,&quot;groupId&quot;:null,&quot;id&quot;:&quot;c4&quot;,&quot;locked&quot;:false,&quot;message_role&quot;:&quot;Supporting Evidence&quot;,&quot;order&quot;:3,&quot;section_id&quot;:&quot;performance&quot;,&quot;section_title&quot;:&quot;Performance&quot;,&quot;showTitle&quot;:true,&quot;title&quot;:&quot;Treatment conversion · Week 1 to 4&quot;,&quot;type&quot;:&quot;comparison&quot;,&quot;unit&quot;:&quot;%&quot;,&quot;weight&quot;:1,&quot;z&quot;:4},{&quot;composition_role&quot;:&quot;supporting_analysis&quot;,&quot;data&quot;:[],&quot;dataset_id&quot;:&quot;dataset-mufi98sk-4nieem&quot;,&quot;element&quot;:&quot;Box Plot&quot;,&quot;engine&quot;:&quot;CoreChartEngine&quot;,&quot;groupId&quot;:null,&quot;id&quot;:&quot;c5&quot;,&quot;locked&quot;:false,&quot;mapping&quot;:{&quot;category&quot;:&quot;cohort_1&quot;,&quot;cohort&quot;:&quot;cohort_1&quot;,&quot;status&quot;:&quot;cohort_1&quot;,&quot;value&quot;:&quot;conversion_2&quot;,&quot;x&quot;:&quot;conversion_2&quot;},&quot;message_role&quot;:&quot;Supporting Evidence&quot;,&quot;order&quot;:5,&quot;section_id&quot;:&quot;analysis&quot;,&quot;section_title&quot;:&quot;Analysis&quot;,&quot;showTitle&quot;:true,&quot;title&quot;:&quot;Outcome distribution by cohort&quot;,&quot;type&quot;:&quot;chart&quot;,&quot;weight&quot;:1,&quot;z&quot;:5},{&quot;composition_role&quot;:&quot;primary_analysis&quot;,&quot;data&quot;:[],&quot;dataset_id&quot;:&quot;dataset-mufi96mw-6f3ire&quot;,&quot;element&quot;:&quot;Line Chart&quot;,&quot;engine&quot;:&quot;CoreChartEngine&quot;,&quot;groupId&quot;:null,&quot;id&quot;:&quot;c6&quot;,&quot;locked&quot;:false,&quot;mapping&quot;:{&quot;category&quot;:&quot;week_1&quot;,&quot;cohort&quot;:&quot;cohort_2&quot;,&quot;series&quot;:&quot;cohort_2&quot;,&quot;status&quot;:&quot;cohort_2&quot;,&quot;value&quot;:&quot;conversion_3&quot;,&quot;x&quot;:&quot;week_1&quot;,&quot;y&quot;:&quot;conversion_3&quot;},&quot;message_role&quot;:&quot;Primary Evidence&quot;,&quot;order&quot;:4,&quot;section_id&quot;:&quot;analysis&quot;,&quot;section_title&quot;:&quot;Analysis&quot;,&quot;showTitle&quot;:true,&quot;title&quot;:&quot;Conversion by week&quot;,&quot;type&quot;:&quot;chart&quot;,&quot;weight&quot;:1,&quot;z&quot;:6},{&quot;composition_role&quot;:&quot;detailed_evidence&quot;,&quot;customTable&quot;:{&quot;headers&quot;:[&quot;Cohort&quot;,&quot;Eligible&quot;,&quot;Conversion&quot;,&quot;Quality guardrail&quot;],&quot;rows&quot;:[[&quot;Control&quot;,1198,&quot;8.25%&quot;,&quot;Within quality guardrail&quot;],[&quot;Treatment&quot;,1204,&quot;9.03%&quot;,&quot;Within quality guardrail&quot;],[&quot;Holdout&quot;,412,&quot;8.45%&quot;,&quot;Monitor mix&quot;]]},&quot;element&quot;:&quot;Clean Table&quot;,&quot;engine&quot;:&quot;TableEngine&quot;,&quot;groupId&quot;:null,&quot;id&quot;:&quot;c7&quot;,&quot;locked&quot;:false,&quot;message_role&quot;:&quot;Primary Evidence&quot;,&quot;order&quot;:7,&quot;rows&quot;:[[&quot;Control&quot;,1198,&quot;8.25%&quot;,&quot;Within quality guardrail&quot;],[&quot;Treatment&quot;,1204,&quot;9.03%&quot;,&quot;Within quality guardrail&quot;],[&quot;Holdout&quot;,412,&quot;8.45%&quot;,&quot;Monitor mix&quot;]],&quot;section_id&quot;:&quot;evidence&quot;,&quot;section_title&quot;:&quot;Experiment evidence&quot;,&quot;showTitle&quot;:true,&quot;title&quot;:&quot;Cohort evidence&quot;,&quot;type&quot;:&quot;table&quot;,&quot;weight&quot;:1,&quot;z&quot;:7},{&quot;body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composition_role&quot;:&quot;narrative_interpretation&quot;,&quot;element&quot;:&quot;Body Narrative&quot;,&quot;engine&quot;:&quot;TextEngine&quot;,&quot;groupId&quot;:null,&quot;id&quot;:&quot;c8&quot;,&quot;locked&quot;:false,&quot;message_role&quot;:&quot;Context&quot;,&quot;order&quot;:6,&quot;section_id&quot;:&quot;analysis&quot;,&quot;section_title&quot;:&quot;Interpretation&quot;,&quot;text&quot;:&quot;Treatment conversion rose from 8.2% in week 1 to 9.8% in week 4; the control moved from 8.0% to 8.5%. The treatment distribution is higher across this sample, with all three cohort checks inside the quality guardrail. Continue only as a limited rollout because these four weeks do not establish long-term retention.&quot;,&quot;title&quot;:&quot;Interpretation&quot;,&quot;type&quot;:&quot;text&quot;,&quot;weight&quot;:1,&quot;z&quot;:8},{&quot;composition_role&quot;:&quot;decision_risk&quot;,&quot;detail&quot;:&quot;Pause expansion if the quality guardrail moves outside its agreed range.&quot;,&quot;element&quot;:&quot;Risk Callout&quot;,&quot;engine&quot;:&quot;DecisionCompositeEngine&quot;,&quot;groupId&quot;:null,&quot;id&quot;:&quot;c9&quot;,&quot;locked&quot;:false,&quot;message_role&quot;:&quot;Risk&quot;,&quot;order&quot;:8,&quot;section_id&quot;:&quot;decision&quot;,&quot;section_title&quot;:&quot;Recommendation&quot;,&quot;statement&quot;:&quot;Stage a limited treatment rollout&quot;,&quot;status&quot;:&quot;Review&quot;,&quot;title&quot;:&quot;Recommendation&quot;,&quot;type&quot;:&quot;decision&quot;,&quot;weight&quot;:1,&quot;z&quot;:9}],&quot;layoutPreset&quot;:&quot;comparison&quot;,&quot;mode&quot;:&quot;smart&quot;,&quot;nextId&quot;:10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