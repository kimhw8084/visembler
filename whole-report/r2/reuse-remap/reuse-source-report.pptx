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966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15 units in the regional review.</a:t>
            </a:r>
          </a:p>
        </p:txBody>
      </p:sp>
      <p:sp>
        <p:nvSpPr>
          <p:cNvPr id="3" name="VIZ::Quarterly context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175 units</a:t>
            </a:r>
          </a:p>
        </p:txBody>
      </p:sp>
      <p:sp>
        <p:nvSpPr>
          <p:cNvPr id="5" name="VIZ::West lead over East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14.0,&quot;y&quot;:196.93120000000002,&quot;w&quot;:648.48,&quot;h&quot;:200.0}"/>
          <p:cNvSpPr/>
          <p:nvPr/>
        </p:nvSpPr>
        <p:spPr>
          <a:xfrm>
            <a:off x="106679" y="1500615"/>
            <a:ext cx="4941417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15 units</a:t>
            </a:r>
          </a:p>
        </p:txBody>
      </p:sp>
      <p:sp>
        <p:nvSpPr>
          <p:cNvPr id="6" name="VIZ::East to West revenue KPI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80 → 95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fqgjgf-ovmua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82.86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1393416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fqgjgf-ovmua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56.2569696969697,&quot;y&quot;:470.83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587764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56.9312,&quot;w&quot;:1572.0,&quot;h&quot;:101.52000000000001}"/>
          <p:cNvSpPr/>
          <p:nvPr/>
        </p:nvSpPr>
        <p:spPr>
          <a:xfrm>
            <a:off x="106679" y="805381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current review compares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92.4512,&quot;w&quot;:1572.0,&quot;h&quot;:100.80000000000001}"/>
          <p:cNvSpPr/>
          <p:nvPr/>
        </p:nvSpPr>
        <p:spPr>
          <a:xfrm>
            <a:off x="106679" y="908647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22.0}"/>
          <p:cNvGraphicFramePr>
            <a:graphicFrameLocks noGrp="1"/>
          </p:cNvGraphicFramePr>
          <p:nvPr/>
        </p:nvGraphicFramePr>
        <p:xfrm>
          <a:off x="106679" y="6103095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gjgf-ovmuax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4T16:15:14.559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gjgf-ovmua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gjgf-ovmua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