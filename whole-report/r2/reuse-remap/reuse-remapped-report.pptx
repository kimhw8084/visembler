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829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25 units in the newly selected data.</a:t>
            </a:r>
          </a:p>
        </p:txBody>
      </p:sp>
      <p:sp>
        <p:nvSpPr>
          <p:cNvPr id="3" name="VIZ::Quarterly context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14.0,&quot;y&quot;:196.93120000000002,&quot;w&quot;:648.48,&quot;h&quot;:180.0}"/>
          <p:cNvSpPr/>
          <p:nvPr/>
        </p:nvSpPr>
        <p:spPr>
          <a:xfrm>
            <a:off x="106679" y="1500615"/>
            <a:ext cx="4941417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set_id&quot;:&quot;dataset-mufqgs1t-0k8jh0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set_id&quot;:&quot;dataset-mufqgs1t-0k8jh0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39.1712,&quot;w&quot;:1572.0,&quot;h&quot;:101.52000000000001}"/>
          <p:cNvSpPr/>
          <p:nvPr/>
        </p:nvSpPr>
        <p:spPr>
          <a:xfrm>
            <a:off x="106679" y="791848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74.6912,&quot;w&quot;:1572.0,&quot;h&quot;:100.80000000000001}"/>
          <p:cNvSpPr/>
          <p:nvPr/>
        </p:nvSpPr>
        <p:spPr>
          <a:xfrm>
            <a:off x="106679" y="895114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3.1712,&quot;w&quot;:1572.0,&quot;h&quot;:222.0}"/>
          <p:cNvGraphicFramePr>
            <a:graphicFrameLocks noGrp="1"/>
          </p:cNvGraphicFramePr>
          <p:nvPr/>
        </p:nvGraphicFramePr>
        <p:xfrm>
          <a:off x="106679" y="5967763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gs1t-0k8jh0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6:15:25.697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fqgs1t-0k8jh0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fqgs1t-0k8jh0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