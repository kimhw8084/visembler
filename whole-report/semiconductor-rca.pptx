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12278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Control versus affected distribution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versus affected distribution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Reference</c:v>
                </c:pt>
                <c:pt idx="1">
                  <c:v>Reference</c:v>
                </c:pt>
                <c:pt idx="2">
                  <c:v>Reference</c:v>
                </c:pt>
                <c:pt idx="3">
                  <c:v>Affected</c:v>
                </c:pt>
                <c:pt idx="4">
                  <c:v>Affected</c:v>
                </c:pt>
                <c:pt idx="5">
                  <c:v>Affected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98.8</c:v>
                </c:pt>
                <c:pt idx="1">
                  <c:v>98.5</c:v>
                </c:pt>
                <c:pt idx="2">
                  <c:v>98.6</c:v>
                </c:pt>
                <c:pt idx="3">
                  <c:v>94.1</c:v>
                </c:pt>
                <c:pt idx="4">
                  <c:v>94.6</c:v>
                </c:pt>
                <c:pt idx="5">
                  <c:v>93.8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34.0,&quot;w&quot;:1572.0,&quot;h&quot;:120.96000000000001}"/>
          <p:cNvSpPr/>
          <p:nvPr/>
        </p:nvSpPr>
        <p:spPr>
          <a:xfrm>
            <a:off x="53574" y="130109"/>
            <a:ext cx="6015637" cy="4628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4.0,&quot;y&quot;:168.96,&quot;w&quot;:1572.0,&quot;h&quot;:72.0}"/>
          <p:cNvSpPr/>
          <p:nvPr/>
        </p:nvSpPr>
        <p:spPr>
          <a:xfrm>
            <a:off x="53574" y="646566"/>
            <a:ext cx="6015637" cy="27552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Affected scope</a:t>
            </a:r>
          </a:p>
          <a:p>
            <a:pPr>
              <a:defRPr sz="1000"/>
            </a:pPr>
            <a: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14.0,&quot;y&quot;:261.96000000000004,&quot;w&quot;:772.0999999999999,&quot;h&quot;:206.0}"/>
          <p:cNvSpPr/>
          <p:nvPr/>
        </p:nvSpPr>
        <p:spPr>
          <a:xfrm>
            <a:off x="53574" y="1002453"/>
            <a:ext cx="2954627" cy="78830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Affected yield</a:t>
            </a:r>
          </a:p>
          <a:p>
            <a:pPr>
              <a:defRPr b="1" sz="2400"/>
            </a:pPr>
            <a:r>
              <a:t>94.2%</a:t>
            </a:r>
          </a:p>
        </p:txBody>
      </p:sp>
      <p:sp>
        <p:nvSpPr>
          <p:cNvPr id="5" name="VIZ::Affected versus reference yield KPI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800.0999999999999,&quot;y&quot;:261.96000000000004,&quot;w&quot;:785.9000000000001,&quot;h&quot;:216.0}"/>
          <p:cNvSpPr/>
          <p:nvPr/>
        </p:nvSpPr>
        <p:spPr>
          <a:xfrm>
            <a:off x="3061776" y="1002453"/>
            <a:ext cx="3007436" cy="82657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Affected versus reference yield</a:t>
            </a:r>
          </a:p>
          <a:p>
            <a:pPr>
              <a:defRPr b="1" sz="2400"/>
            </a:pPr>
            <a:r>
              <a:t>98.6 → 94.2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7" name="Chart 6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233.60000000000002,&quot;y&quot;:890.56,&quot;w&quot;:1132.8,&quot;h&quot;:549.7411764705882}"/>
          <p:cNvGraphicFramePr>
            <a:graphicFrameLocks noGrp="1"/>
          </p:cNvGraphicFramePr>
          <p:nvPr/>
        </p:nvGraphicFramePr>
        <p:xfrm>
          <a:off x="893926" y="3407943"/>
          <a:ext cx="4334933" cy="21037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fi8z5b-vjbl3j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233.60000000000002,&quot;y&quot;:1454.3011764705882,&quot;w&quot;:1132.8,&quot;h&quot;:549.7411764705882}"/>
          <p:cNvGraphicFramePr>
            <a:graphicFrameLocks noGrp="1"/>
          </p:cNvGraphicFramePr>
          <p:nvPr/>
        </p:nvGraphicFramePr>
        <p:xfrm>
          <a:off x="893926" y="5565234"/>
          <a:ext cx="4334933" cy="210371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Verified finding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2018.0423529411764,&quot;w&quot;:1572.0,&quot;h&quot;:237.60000000000002}"/>
          <p:cNvSpPr/>
          <p:nvPr/>
        </p:nvSpPr>
        <p:spPr>
          <a:xfrm>
            <a:off x="53574" y="7722526"/>
            <a:ext cx="6015637" cy="90923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Verified finding</a:t>
            </a:r>
          </a:p>
          <a:p>
            <a:pPr>
              <a:defRPr sz="1000"/>
            </a:pPr>
            <a:r>
              <a:t>Finding · chamber A pressure drift aligns with the L2407 yield excursion.</a:t>
            </a:r>
            <a:br/>
            <a:r>
              <a:t>Affected yield is 94.2% versus 98.6% reference. Contain L2407 and verify the matched chamber run before release.</a:t>
            </a:r>
            <a:br/>
            <a:r>
              <a:t>Verified</a:t>
            </a:r>
          </a:p>
        </p:txBody>
      </p:sp>
      <p:sp>
        <p:nvSpPr>
          <p:cNvPr id="11" name="VIZ::Process Flow::continuation-reference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82.516,&quot;y&quot;:2596.2623529411762,&quot;w&quot;:834.968,&quot;h&quot;:333.9872}"/>
          <p:cNvSpPr/>
          <p:nvPr/>
        </p:nvSpPr>
        <p:spPr>
          <a:xfrm>
            <a:off x="1463789" y="9935225"/>
            <a:ext cx="3195206" cy="1278082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sp>
        <p:nvSpPr>
          <p:cNvPr id="12" name="VIZ::Corrective action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2951.2495529411763,&quot;w&quot;:1572.0,&quot;h&quot;:220.0}"/>
          <p:cNvSpPr/>
          <p:nvPr/>
        </p:nvSpPr>
        <p:spPr>
          <a:xfrm>
            <a:off x="53574" y="11293669"/>
            <a:ext cx="6015637" cy="84188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Corrective action</a:t>
            </a:r>
          </a:p>
          <a:p>
            <a:pPr>
              <a:defRPr sz="1000"/>
            </a:pPr>
            <a:r>
              <a:t>Contain lot L2407 through chamber requalification</a:t>
            </a:r>
            <a:br/>
            <a:r>
              <a:t>Release only after chamber A and the paired reference run confirm recovery.</a:t>
            </a:r>
            <a:br/>
            <a: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fi8wyn-bog4uc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611.2,&quot;y&quot;:498.96000000000004,&quot;w&quot;:377.59999999999997,&quot;h&quot;:377.59999999999997}"/>
          <p:cNvSpPr/>
          <p:nvPr/>
        </p:nvSpPr>
        <p:spPr>
          <a:xfrm>
            <a:off x="2338904" y="1909391"/>
            <a:ext cx="1444977" cy="144497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2396703" y="1991687"/>
            <a:ext cx="132937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2396703" y="2247719"/>
            <a:ext cx="1329378" cy="2311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2813481" y="2515491"/>
            <a:ext cx="594360" cy="59436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3064941" y="2511834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3033395" y="2369187"/>
            <a:ext cx="41605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3088373" y="3055467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2929322" y="3002450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2982339" y="3002450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3035356" y="3002450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3088373" y="3002450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3141390" y="3002450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3194407" y="3002450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3247424" y="3002450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2876305" y="2949433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2929322" y="2949433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2982339" y="2949433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3035356" y="2949433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3088373" y="2949433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3141390" y="2949433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3194407" y="2949433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3247424" y="2949433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3300441" y="2949433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2876305" y="2896416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2929322" y="2896416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2982339" y="2896416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3035356" y="2896416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3088373" y="2896416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3141390" y="2896416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3194407" y="2896416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3247424" y="2896416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3300441" y="2896416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2876305" y="2843399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2929322" y="2843399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2982339" y="2843399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3035356" y="2843399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3088373" y="2843399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3141390" y="2843399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3194407" y="2843399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3247424" y="2843399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3300441" y="2843399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2823288" y="2790382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2876305" y="2790382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2929322" y="2790382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2982339" y="2790382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3035356" y="2790382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3088373" y="2790382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3141390" y="2790382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3194407" y="2790382"/>
            <a:ext cx="44577" cy="44577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3247424" y="2790382"/>
            <a:ext cx="44577" cy="44577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3300441" y="2790382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3353458" y="2790382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2876305" y="2737365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2929322" y="2737365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2982339" y="2737365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3035356" y="2737365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3088373" y="2737365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3141390" y="2737365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3194407" y="2737365"/>
            <a:ext cx="44577" cy="44577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3247424" y="2737365"/>
            <a:ext cx="44577" cy="44577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3300441" y="2737365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2876305" y="2684348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2929322" y="2684348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2982339" y="2684348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3035356" y="2684348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3088373" y="2684348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3141390" y="2684348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3194407" y="2684348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3247424" y="2684348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3300441" y="2684348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2876305" y="2631332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2929322" y="2631332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2982339" y="2631332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3035356" y="2631332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3088373" y="2631332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3141390" y="2631332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3194407" y="2631332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3247424" y="2631332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3300441" y="2631332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2929322" y="2578315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2982339" y="2578315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3035356" y="2578315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3088373" y="2578315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3141390" y="2578315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3194407" y="2578315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3247424" y="2578315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3088373" y="2525298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2448632" y="2997752"/>
            <a:ext cx="1225521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2448632" y="3208064"/>
            <a:ext cx="115849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2587341" y="3208064"/>
            <a:ext cx="115849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2726050" y="3208064"/>
            <a:ext cx="115849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2864759" y="3208064"/>
            <a:ext cx="115849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3003468" y="3208064"/>
            <a:ext cx="115849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3142177" y="3208064"/>
            <a:ext cx="115849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3280886" y="3208064"/>
            <a:ext cx="115849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3419595" y="3208064"/>
            <a:ext cx="115849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3558304" y="3208064"/>
            <a:ext cx="115849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2448632" y="3322364"/>
            <a:ext cx="36765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3306496" y="3322364"/>
            <a:ext cx="367656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12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2276.6423529411763,&quot;w&quot;:1572.0,&quot;h&quot;:305.62}"/>
          <p:cNvGraphicFramePr>
            <a:graphicFrameLocks noGrp="1"/>
          </p:cNvGraphicFramePr>
          <p:nvPr/>
        </p:nvGraphicFramePr>
        <p:xfrm>
          <a:off x="53574" y="8712121"/>
          <a:ext cx="6015637" cy="1169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909"/>
                <a:gridCol w="1503909"/>
                <a:gridCol w="1503909"/>
                <a:gridCol w="1503910"/>
              </a:tblGrid>
              <a:tr h="29238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29238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29238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29238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fi8wyn-bog4uc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09-24T12:25:21.887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fi8z5b-vjbl3j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4T12:25:24.719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fi8wyn-bog4uc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fi8z5b-vjbl3j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512064" y="384048"/>
            <a:ext cx="5098659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 · Continued 1/1</a:t>
            </a:r>
          </a:p>
        </p:txBody>
      </p:sp>
      <p:sp>
        <p:nvSpPr>
          <p:cNvPr id="3" name="VIZ::Process Flow::Excursion signal::node-1" descr="VisualizerDiagramNode:{&quot;item_id&quot;:&quot;c8&quot;,&quot;node_index&quot;:0,&quot;label&quot;:&quot;Excursion signal&quot;,&quot;page&quot;:1,&quot;page_count&quot;:1,&quot;direction&quot;:&quot;right&quot;}"/>
          <p:cNvSpPr/>
          <p:nvPr/>
        </p:nvSpPr>
        <p:spPr>
          <a:xfrm>
            <a:off x="512064" y="5903215"/>
            <a:ext cx="1123788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signal</a:t>
            </a:r>
          </a:p>
        </p:txBody>
      </p:sp>
      <p:sp>
        <p:nvSpPr>
          <p:cNvPr id="4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1837020" y="5903215"/>
            <a:ext cx="1123788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affected and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reference</a:t>
            </a:r>
          </a:p>
        </p:txBody>
      </p:sp>
      <p:sp>
        <p:nvSpPr>
          <p:cNvPr id="5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3161976" y="5903215"/>
            <a:ext cx="1123788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6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4486932" y="5903215"/>
            <a:ext cx="1123788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7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1640424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2965380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4290336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