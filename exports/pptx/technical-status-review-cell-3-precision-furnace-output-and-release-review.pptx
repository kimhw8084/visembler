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76728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Cell output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LSL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Sheet1!$A$2:$A$13</c:f>
              <c:strCache>
                <c:ptCount val="12"/>
                <c:pt idx="0">
                  <c:v>391</c:v>
                </c:pt>
                <c:pt idx="1">
                  <c:v>398</c:v>
                </c:pt>
                <c:pt idx="2">
                  <c:v>402</c:v>
                </c:pt>
                <c:pt idx="3">
                  <c:v>405</c:v>
                </c:pt>
                <c:pt idx="4">
                  <c:v>412</c:v>
                </c:pt>
                <c:pt idx="5">
                  <c:v>417</c:v>
                </c:pt>
                <c:pt idx="6">
                  <c:v>419</c:v>
                </c:pt>
                <c:pt idx="7">
                  <c:v>421</c:v>
                </c:pt>
                <c:pt idx="8">
                  <c:v>424</c:v>
                </c:pt>
                <c:pt idx="9">
                  <c:v>425</c:v>
                </c:pt>
                <c:pt idx="10">
                  <c:v>428</c:v>
                </c:pt>
                <c:pt idx="11">
                  <c:v>433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380.0</c:v>
                </c:pt>
                <c:pt idx="1">
                  <c:v>380.0</c:v>
                </c:pt>
                <c:pt idx="2">
                  <c:v>380.0</c:v>
                </c:pt>
                <c:pt idx="3">
                  <c:v>380.0</c:v>
                </c:pt>
                <c:pt idx="4">
                  <c:v>380.0</c:v>
                </c:pt>
                <c:pt idx="5">
                  <c:v>380.0</c:v>
                </c:pt>
                <c:pt idx="6">
                  <c:v>380.0</c:v>
                </c:pt>
                <c:pt idx="7">
                  <c:v>380.0</c:v>
                </c:pt>
                <c:pt idx="8">
                  <c:v>380.0</c:v>
                </c:pt>
                <c:pt idx="9">
                  <c:v>380.0</c:v>
                </c:pt>
                <c:pt idx="10">
                  <c:v>380.0</c:v>
                </c:pt>
                <c:pt idx="11">
                  <c:v>380.0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Measurement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Sheet1!$A$2:$A$13</c:f>
              <c:strCache>
                <c:ptCount val="12"/>
                <c:pt idx="0">
                  <c:v>391</c:v>
                </c:pt>
                <c:pt idx="1">
                  <c:v>398</c:v>
                </c:pt>
                <c:pt idx="2">
                  <c:v>402</c:v>
                </c:pt>
                <c:pt idx="3">
                  <c:v>405</c:v>
                </c:pt>
                <c:pt idx="4">
                  <c:v>412</c:v>
                </c:pt>
                <c:pt idx="5">
                  <c:v>417</c:v>
                </c:pt>
                <c:pt idx="6">
                  <c:v>419</c:v>
                </c:pt>
                <c:pt idx="7">
                  <c:v>421</c:v>
                </c:pt>
                <c:pt idx="8">
                  <c:v>424</c:v>
                </c:pt>
                <c:pt idx="9">
                  <c:v>425</c:v>
                </c:pt>
                <c:pt idx="10">
                  <c:v>428</c:v>
                </c:pt>
                <c:pt idx="11">
                  <c:v>433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391.0</c:v>
                </c:pt>
                <c:pt idx="1">
                  <c:v>398.0</c:v>
                </c:pt>
                <c:pt idx="2">
                  <c:v>402.0</c:v>
                </c:pt>
                <c:pt idx="3">
                  <c:v>405.0</c:v>
                </c:pt>
                <c:pt idx="4">
                  <c:v>412.0</c:v>
                </c:pt>
                <c:pt idx="5">
                  <c:v>417.0</c:v>
                </c:pt>
                <c:pt idx="6">
                  <c:v>419.0</c:v>
                </c:pt>
                <c:pt idx="7">
                  <c:v>421.0</c:v>
                </c:pt>
                <c:pt idx="8">
                  <c:v>424.0</c:v>
                </c:pt>
                <c:pt idx="9">
                  <c:v>425.0</c:v>
                </c:pt>
                <c:pt idx="10">
                  <c:v>428.0</c:v>
                </c:pt>
                <c:pt idx="11">
                  <c:v>433.0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max val="435.65"/>
          <c:min val="377.3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Cell output by shift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Shift index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  <c:pt idx="5">
                  <c:v>6.0</c:v>
                </c:pt>
                <c:pt idx="6">
                  <c:v>7.0</c:v>
                </c:pt>
                <c:pt idx="7">
                  <c:v>8.0</c:v>
                </c:pt>
                <c:pt idx="8">
                  <c:v>9.0</c:v>
                </c:pt>
                <c:pt idx="9">
                  <c:v>10.0</c:v>
                </c:pt>
                <c:pt idx="10">
                  <c:v>11.0</c:v>
                </c:pt>
                <c:pt idx="11">
                  <c:v>12.0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Cell output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412.0</c:v>
                </c:pt>
                <c:pt idx="1">
                  <c:v>405.0</c:v>
                </c:pt>
                <c:pt idx="2">
                  <c:v>419.0</c:v>
                </c:pt>
                <c:pt idx="3">
                  <c:v>424.0</c:v>
                </c:pt>
                <c:pt idx="4">
                  <c:v>417.0</c:v>
                </c:pt>
                <c:pt idx="5">
                  <c:v>398.0</c:v>
                </c:pt>
                <c:pt idx="6">
                  <c:v>391.0</c:v>
                </c:pt>
                <c:pt idx="7">
                  <c:v>402.0</c:v>
                </c:pt>
                <c:pt idx="8">
                  <c:v>421.0</c:v>
                </c:pt>
                <c:pt idx="9">
                  <c:v>428.0</c:v>
                </c:pt>
                <c:pt idx="10">
                  <c:v>425.0</c:v>
                </c:pt>
                <c:pt idx="11">
                  <c:v>433.0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1200000"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3"/>
        <c:noMultiLvlLbl val="0"/>
      </c:catAx>
      <c:valAx>
        <c:axId val="2140495176"/>
        <c:scaling>
          <c:max val="454.6"/>
          <c:min val="-20.6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Cell 3 is recovering; keep the second lane under supervised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Cell 3 is recovering; keep the second lane under supervised release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76713" y="219182"/>
            <a:ext cx="5805254" cy="60143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600" b="1" i="0">
                <a:solidFill>
                  <a:srgbClr val="172B43"/>
                </a:solidFill>
                <a:latin typeface="Arial Narrow"/>
              </a:rPr>
              <a:t>Cell 3 is recovering; keep the second lane under supervised release.</a:t>
            </a:r>
          </a:p>
        </p:txBody>
      </p:sp>
      <p:sp>
        <p:nvSpPr>
          <p:cNvPr id="3" name="VIZ::Report context" title="Visembler report text roles: text heading, context subhead" descr="VisualizerSemantic:{&quot;body&quot;:&quot;Orion Materials · Cell 3 · 12 shifts through 27 Sep 2026 · plan 410 units/hour · maintenance owner: A. Pate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Orion Materials · Cell 3 · 12 shifts through 27 Sep 2026 · plan 410 units/hour · maintenance owner: A. Patel.&quot;,&quot;title&quot;:&quot;Report context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5958681" y="322635"/>
            <a:ext cx="2731884" cy="39452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Report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374A60"/>
                </a:solidFill>
                <a:latin typeface="Arial Narrow"/>
              </a:rPr>
              <a:t>Orion Materials · Cell 3 · 12 shifts through 27 Sep 2026 · plan 410 units/hour · maintenance owner: A. Patel.</a:t>
            </a:r>
          </a:p>
        </p:txBody>
      </p:sp>
      <p:sp>
        <p:nvSpPr>
          <p:cNvPr id="4" name="VIZ::Latest shift output KPI" title="Visembler report text roles: metric title, metric value" descr="VisualizerSemantic:{&quot;capability_overrides&quot;:{&quot;target&quot;:410},&quot;composition_role&quot;:&quot;hero_metric&quot;,&quot;delta&quot;:23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/h&quot;},&quot;order&quot;:2,&quot;section_id&quot;:&quot;performance&quot;,&quot;section_title&quot;:&quot;Performance&quot;,&quot;showTitle&quot;:true,&quot;target&quot;:410,&quot;title&quot;:&quot;Latest shift output&quot;,&quot;type&quot;:&quot;metric&quot;,&quot;unit&quot;:&quot;units/h&quot;,&quot;value&quot;:433,&quot;weight&quot;:1,&quot;z&quot;:3,&quot;x&quot;:14.0,&quot;y&quot;:2025.259011764706,&quot;w&quot;:872.4800000000001,&quot;h&quot;:185.0}"/>
          <p:cNvSpPr/>
          <p:nvPr/>
        </p:nvSpPr>
        <p:spPr>
          <a:xfrm>
            <a:off x="76713" y="11097508"/>
            <a:ext cx="4780797" cy="101371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Latest shift output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433 units/h</a:t>
            </a:r>
          </a:p>
        </p:txBody>
      </p:sp>
      <p:sp>
        <p:nvSpPr>
          <p:cNvPr id="5" name="VIZ::Overnight low KPI" title="Visembler report text roles: metric title, metric value" descr="VisualizerSemantic:{&quot;capability_overrides&quot;:{&quot;target&quot;:410},&quot;composition_role&quot;:&quot;hero_metric&quot;,&quot;delta&quot;:-19,&quot;element&quot;:&quot;Hero KPI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/h&quot;},&quot;order&quot;:3,&quot;section_id&quot;:&quot;performance&quot;,&quot;section_title&quot;:&quot;Performance&quot;,&quot;showTitle&quot;:true,&quot;target&quot;:410,&quot;title&quot;:&quot;Overnight low&quot;,&quot;type&quot;:&quot;metric&quot;,&quot;unit&quot;:&quot;units/h&quot;,&quot;value&quot;:391,&quot;weight&quot;:1,&quot;z&quot;:4,&quot;x&quot;:900.4800000000001,&quot;y&quot;:2025.259011764706,&quot;w&quot;:685.52,&quot;h&quot;:185.0}"/>
          <p:cNvSpPr/>
          <p:nvPr/>
        </p:nvSpPr>
        <p:spPr>
          <a:xfrm>
            <a:off x="4934225" y="11097508"/>
            <a:ext cx="3756341" cy="101371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Overnight low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391 units/h</a:t>
            </a:r>
          </a:p>
        </p:txBody>
      </p:sp>
      <p:graphicFrame>
        <p:nvGraphicFramePr>
          <p:cNvPr id="14" name="VIZ::Cell output by shift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labelPresentationIntent&quot;:{&quot;fields&quot;:[&quot;interval&quot;,&quot;rotation&quot;],&quot;mode&quot;:&quot;authored&quot;},&quot;max&quot;:null,&quot;min&quot;:null,&quot;position&quot;:&quot;bottom&quot;,&quot;precision&quot;:null,&quot;rotation&quot;:2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hift_index_1&quot;,&quot;name&quot;:&quot;Shift index&quot;,&quot;nullable&quot;:false,&quot;profile&quot;:{&quot;distinct&quot;:12,&quot;missing&quot;:0},&quot;semantic_tags&quot;:[],&quot;type&quot;:&quot;integer&quot;,&quot;unit&quot;:&quot;&quot;},{&quot;id&quot;:&quot;cell_output_2&quot;,&quot;name&quot;:&quot;Cell output&quot;,&quot;nullable&quot;:false,&quot;profile&quot;:{&quot;distinct&quot;:12,&quot;missing&quot;:0},&quot;semantic_tags&quot;:[],&quot;type&quot;:&quot;integer&quot;,&quot;unit&quot;:&quot;&quot;}],&quot;id&quot;:&quot;dataset-mukchbf9-sr6fox&quot;,&quot;metadata&quot;:{&quot;header&quot;:{&quot;confidence&quot;:1,&quot;present&quot;:true,&quot;source_row&quot;:0}},&quot;name&quot;:&quot;Pasted data&quot;,&quot;revision&quot;:1,&quot;rows&quot;:[[1,412],[2,405],[3,419],[4,424],[5,417],[6,398],[7,391],[8,402],[9,421],[10,428],[11,425],[12,433]],&quot;source&quot;:{&quot;imported_at&quot;:&quot;2026-09-27T21:42:47.061Z&quot;,&quot;kind&quot;:&quot;clipboard&quot;,&quot;label&quot;:&quot;TSV&quot;},&quot;warnings&quot;:[]},&quot;dataset_id&quot;:&quot;dataset-mukchbf9-sr6fox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hift_index_1&quot;,&quot;value&quot;:&quot;shift_index_1&quot;,&quot;x&quot;:&quot;shift_index_1&quot;,&quot;y&quot;:&quot;cell_output_2&quot;},&quot;recipe&quot;:null,&quot;recommendations&quot;:[{&quot;confidence&quot;:0.93,&quot;mapping&quot;:{&quot;category&quot;:&quot;shift_index_1&quot;,&quot;value&quot;:&quot;shift_index_1&quot;,&quot;x&quot;:&quot;shift_index_1&quot;,&quot;y&quot;:&quot;cell_output_2&quot;},&quot;reason&quot;:&quot;A horizontal field and numeric measure are available.&quot;,&quot;type&quot;:&quot;Line Chart&quot;},{&quot;confidence&quot;:0.9,&quot;mapping&quot;:{&quot;category&quot;:&quot;shift_index_1&quot;,&quot;value&quot;:&quot;shift_index_1&quot;,&quot;x&quot;:&quot;shift_index_1&quot;,&quot;y&quot;:&quot;cell_output_2&quot;},&quot;reason&quot;:&quot;A shared axis can compare multiple runs when a series field is available.&quot;,&quot;type&quot;:&quot;Multi-Line&quot;},{&quot;confidence&quot;:0.9,&quot;mapping&quot;:{&quot;category&quot;:&quot;shift_index_1&quot;,&quot;value&quot;:&quot;shift_index_1&quot;,&quot;x&quot;:&quot;shift_index_1&quot;,&quot;y&quot;:&quot;cell_output_2&quot;},&quot;reason&quot;:&quot;A category and measured value are available.&quot;,&quot;type&quot;:&quot;Vertical Bar&quot;},{&quot;confidence&quot;:0.87,&quot;mapping&quot;:{&quot;category&quot;:&quot;shift_index_1&quot;,&quot;value&quot;:&quot;shift_index_1&quot;,&quot;x&quot;:&quot;shift_index_1&quot;,&quot;y&quot;:&quot;cell_output_2&quot;},&quot;reason&quot;:&quot;The same trend mapping can show accumulated movement.&quot;,&quot;type&quot;:&quot;Area Chart&quot;},{&quot;confidence&quot;:0.82,&quot;mapping&quot;:{&quot;category&quot;:&quot;shift_index_1&quot;,&quot;value&quot;:&quot;shift_index_1&quot;,&quot;x&quot;:&quot;shift_index_1&quot;,&quot;y&quot;:&quot;cell_output_2&quot;},&quot;reason&quot;:&quot;A horizontal ranking keeps category labels readable.&quot;,&quot;type&quot;:&quot;Horizontal Bar&quot;},{&quot;confidence&quot;:0.8,&quot;mapping&quot;:{&quot;category&quot;:&quot;shift_index_1&quot;,&quot;value&quot;:&quot;shift_index_1&quot;,&quot;x&quot;:&quot;shift_index_1&quot;,&quot;y&quot;:&quot;cell_outpu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shift_index_1&quot;,&quot;id&quot;:&quot;series-1&quot;,&quot;label&quot;:&quot;Shift index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cell_output_2&quot;,&quot;id&quot;:&quot;series-2&quot;,&quot;label&quot;:&quot;Cell outpu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1&quot;,412],[&quot;2&quot;,405],[&quot;3&quot;,419],[&quot;4&quot;,424],[&quot;5&quot;,417],[&quot;6&quot;,398],[&quot;7&quot;,391],[&quot;8&quot;,402],[&quot;9&quot;,421],[&quot;10&quot;,428],[&quot;11&quot;,425],[&quot;12&quot;,433]],&quot;dataset_id&quot;:&quot;dataset-mukchbf9-sr6fox&quot;,&quot;element&quot;:&quot;Line Chart&quot;,&quot;engine&quot;:&quot;CoreChartEngine&quot;,&quot;groupId&quot;:null,&quot;id&quot;:&quot;c5&quot;,&quot;locked&quot;:false,&quot;mapping&quot;:{&quot;category&quot;:&quot;shift_index_1&quot;,&quot;value&quot;:&quot;shift_index_1&quot;,&quot;x&quot;:&quot;shift_index_1&quot;,&quot;y&quot;:&quot;cell_output_2&quot;},&quot;message_role&quot;:&quot;Primary Evidence&quot;,&quot;order&quot;:4,&quot;rows&quot;:[{&quot;label&quot;:&quot;1&quot;,&quot;value&quot;:412},{&quot;label&quot;:&quot;2&quot;,&quot;value&quot;:405},{&quot;label&quot;:&quot;3&quot;,&quot;value&quot;:419},{&quot;label&quot;:&quot;4&quot;,&quot;value&quot;:424},{&quot;label&quot;:&quot;5&quot;,&quot;value&quot;:417},{&quot;label&quot;:&quot;6&quot;,&quot;value&quot;:398},{&quot;label&quot;:&quot;7&quot;,&quot;value&quot;:391},{&quot;label&quot;:&quot;8&quot;,&quot;value&quot;:402},{&quot;label&quot;:&quot;9&quot;,&quot;value&quot;:421},{&quot;label&quot;:&quot;10&quot;,&quot;value&quot;:428},{&quot;label&quot;:&quot;11&quot;,&quot;value&quot;:425},{&quot;label&quot;:&quot;12&quot;,&quot;value&quot;:433}],&quot;section_id&quot;:&quot;analysis&quot;,&quot;section_title&quot;:&quot;Analysis&quot;,&quot;showTitle&quot;:true,&quot;statistical_result&quot;:null,&quot;title&quot;:&quot;Cell output by shift&quot;,&quot;transform_recipe&quot;:{&quot;steps&quot;:[]},&quot;type&quot;:&quot;chart&quot;,&quot;weight&quot;:1,&quot;z&quot;:5,&quot;observations&quot;:[{&quot;label&quot;:&quot;1&quot;,&quot;value&quot;:412},{&quot;label&quot;:&quot;2&quot;,&quot;value&quot;:405},{&quot;label&quot;:&quot;3&quot;,&quot;value&quot;:419},{&quot;label&quot;:&quot;4&quot;,&quot;value&quot;:424},{&quot;label&quot;:&quot;5&quot;,&quot;value&quot;:417},{&quot;label&quot;:&quot;6&quot;,&quot;value&quot;:398},{&quot;label&quot;:&quot;7&quot;,&quot;value&quot;:391},{&quot;label&quot;:&quot;8&quot;,&quot;value&quot;:402},{&quot;label&quot;:&quot;9&quot;,&quot;value&quot;:421},{&quot;label&quot;:&quot;10&quot;,&quot;value&quot;:428},{&quot;label&quot;:&quot;11&quot;,&quot;value&quot;:425},{&quot;label&quot;:&quot;12&quot;,&quot;value&quot;:433}],&quot;x&quot;:14.0,&quot;y&quot;:183.76,&quot;w&quot;:872.4800000000001,&quot;h&quot;:423.40941176470596}"/>
          <p:cNvGraphicFramePr>
            <a:graphicFrameLocks noGrp="1"/>
          </p:cNvGraphicFramePr>
          <p:nvPr/>
        </p:nvGraphicFramePr>
        <p:xfrm>
          <a:off x="76713" y="1006922"/>
          <a:ext cx="4780797" cy="2320093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5" name="VIZ::Cell output by shift" descr="VisualizerSemantic:{&quot;composition_role&quot;:&quot;primary_analysis&quot;,&quot;dataset_id&quot;:&quot;dataset-mukchdln-xaqrnl&quot;,&quot;element&quot;:&quot;SPC Control Chart&quot;,&quot;engine&quot;:&quot;EngineeringChartEngine&quot;,&quot;groupId&quot;:null,&quot;id&quot;:&quot;c6&quot;,&quot;locked&quot;:false,&quot;lower_limit&quot;:null,&quot;mapping&quot;:{&quot;category&quot;:&quot;sample_1&quot;,&quot;specification_high&quot;:&quot;usl_4&quot;,&quot;specification_low&quot;:&quot;lsl_3&quot;,&quot;value&quot;:&quot;measurement_2&quot;,&quot;x&quot;:&quot;measurement_2&quot;,&quot;y&quot;:&quot;lsl_3&quot;},&quot;message_role&quot;:&quot;Primary Evidence&quot;,&quot;observations&quot;:[{&quot;label&quot;:&quot;01&quot;,&quot;value&quot;:412},{&quot;label&quot;:&quot;02&quot;,&quot;value&quot;:405},{&quot;label&quot;:&quot;03&quot;,&quot;value&quot;:419},{&quot;label&quot;:&quot;04&quot;,&quot;value&quot;:424},{&quot;label&quot;:&quot;05&quot;,&quot;value&quot;:417},{&quot;label&quot;:&quot;06&quot;,&quot;value&quot;:398},{&quot;label&quot;:&quot;07&quot;,&quot;value&quot;:391},{&quot;label&quot;:&quot;08&quot;,&quot;value&quot;:402},{&quot;label&quot;:&quot;09&quot;,&quot;value&quot;:421},{&quot;label&quot;:&quot;10&quot;,&quot;value&quot;:428},{&quot;label&quot;:&quot;11&quot;,&quot;value&quot;:425},{&quot;label&quot;:&quot;12&quot;,&quot;value&quot;:433}],&quot;order&quot;:5,&quot;section_id&quot;:&quot;analysis&quot;,&quot;section_title&quot;:&quot;Analysis&quot;,&quot;showTitle&quot;:true,&quot;title&quot;:&quot;Cell output by shift&quot;,&quot;type&quot;:&quot;engineering&quot;,&quot;upper_limit&quot;:null,&quot;weight&quot;:1,&quot;z&quot;:6,&quot;data&quot;:[[&quot;01&quot;,412],[&quot;02&quot;,405],[&quot;03&quot;,419],[&quot;04&quot;,424],[&quot;05&quot;,417],[&quot;06&quot;,398],[&quot;07&quot;,391],[&quot;08&quot;,402],[&quot;09&quot;,421],[&quot;10&quot;,428],[&quot;11&quot;,425],[&quot;12&quot;,433]],&quot;rows&quot;:[{&quot;label&quot;:&quot;01&quot;,&quot;value&quot;:412},{&quot;label&quot;:&quot;02&quot;,&quot;value&quot;:405},{&quot;label&quot;:&quot;03&quot;,&quot;value&quot;:419},{&quot;label&quot;:&quot;04&quot;,&quot;value&quot;:424},{&quot;label&quot;:&quot;05&quot;,&quot;value&quot;:417},{&quot;label&quot;:&quot;06&quot;,&quot;value&quot;:398},{&quot;label&quot;:&quot;07&quot;,&quot;value&quot;:391},{&quot;label&quot;:&quot;08&quot;,&quot;value&quot;:402},{&quot;label&quot;:&quot;09&quot;,&quot;value&quot;:421},{&quot;label&quot;:&quot;10&quot;,&quot;value&quot;:428},{&quot;label&quot;:&quot;11&quot;,&quot;value&quot;:425},{&quot;label&quot;:&quot;12&quot;,&quot;value&quot;:433}],&quot;x&quot;:900.4800000000001,&quot;y&quot;:229.1252941176471,&quot;w&quot;:685.52,&quot;h&quot;:332.6788235294118}"/>
          <p:cNvGraphicFramePr>
            <a:graphicFrameLocks noGrp="1"/>
          </p:cNvGraphicFramePr>
          <p:nvPr/>
        </p:nvGraphicFramePr>
        <p:xfrm>
          <a:off x="4934225" y="1255503"/>
          <a:ext cx="3756341" cy="182293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VIZ::Body Narrative" title="Visembler report text roles: text heading, narrative interpretation" descr="VisualizerSemantic:{&quot;body&quot;:&quot;Output spans 391–433 units/hour. Two overnight shifts remain below plan after a feed-drive interruption. The process limits shown in SPC are not customer specification limits; continue paired quality checks before capacity release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Output spans 391–433 units/hour. Two overnight shifts remain below plan after a feed-drive interruption. The process limits shown in SPC are not customer specification limits; continue paired quality checks before capacity release.&quot;,&quot;title&quot;:&quot;Body Narrative&quot;,&quot;type&quot;:&quot;text&quot;,&quot;weight&quot;:1,&quot;z&quot;:12,&quot;x&quot;:14.0,&quot;y&quot;:615.169411764706,&quot;w&quot;:1572.0,&quot;h&quot;:116.0}"/>
          <p:cNvSpPr/>
          <p:nvPr/>
        </p:nvSpPr>
        <p:spPr>
          <a:xfrm>
            <a:off x="76713" y="3370851"/>
            <a:ext cx="8613852" cy="63562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Output spans 391–433 units/hour. Two overnight shifts remain below plan after a feed-drive interruption. The process limits shown in SPC are not customer specification limits; continue paired quality checks before capacity release.</a:t>
            </a:r>
          </a:p>
        </p:txBody>
      </p:sp>
      <p:sp>
        <p:nvSpPr>
          <p:cNvPr id="9" name="VIZ::Process Flow"/>
          <p:cNvSpPr/>
          <p:nvPr/>
        </p:nvSpPr>
        <p:spPr>
          <a:xfrm>
            <a:off x="2133517" y="4192784"/>
            <a:ext cx="4500245" cy="9315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100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1" name="VIZ::Evidence Card" title="Visembler report text roles: text heading, narrative interpretation, evidence detail, action status" descr="VisualizerSemantic: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,&quot;x&quot;:14.0,&quot;y&quot;:1353.467011764706,&quot;w&quot;:1572.0,&quot;h&quot;:296.032}"/>
          <p:cNvSpPr/>
          <p:nvPr/>
        </p:nvSpPr>
        <p:spPr>
          <a:xfrm>
            <a:off x="76713" y="7416390"/>
            <a:ext cx="8613852" cy="162212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7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Evidence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Measurement system remains within the qualified reference range.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Sample: 30 parts · method: inline metrology · source: shift B inspection.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Verified</a:t>
            </a: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Do not open Lane 2 until torque verification and the paired quality sample close both handoff items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Continue supervised release through Shift 13&quot;,&quot;status&quot;:&quot;Watch&quot;,&quot;title&quot;:&quot;Risk Callout&quot;,&quot;type&quot;:&quot;decision&quot;,&quot;weight&quot;:1,&quot;z&quot;:10,&quot;x&quot;:14.0,&quot;y&quot;:1683.499011764706,&quot;w&quot;:1572.0,&quot;h&quot;:105.28000000000002}"/>
          <p:cNvSpPr/>
          <p:nvPr/>
        </p:nvSpPr>
        <p:spPr>
          <a:xfrm>
            <a:off x="76713" y="9224817"/>
            <a:ext cx="8613852" cy="5768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  <a:r>
              <a:rPr sz="1100" b="1" i="0">
                <a:solidFill>
                  <a:srgbClr val="682B31"/>
                </a:solidFill>
                <a:latin typeface="Arial"/>
              </a:rPr>
              <a:t> · Continue supervised release through Shift 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Do not open Lane 2 until torque verification and the paired quality sample close both handoff items.</a:t>
            </a:r>
            <a:r>
              <a:rPr sz="1050" b="1" i="0">
                <a:solidFill>
                  <a:srgbClr val="2B4F43"/>
                </a:solidFill>
                <a:latin typeface="Arial"/>
              </a:rPr>
              <a:t> · Watch</a:t>
            </a:r>
          </a:p>
        </p:txBody>
      </p:sp>
      <p:sp>
        <p:nvSpPr>
          <p:cNvPr id="13" name="VIZ::Project Card" title="Visembler report text roles: text heading, narrative interpretation, evidence detail, action status" descr="VisualizerSemantic:{&quot;composition_role&quot;:&quot;action_status&quot;,&quot;detail&quot;:&quot;Do not open Lane 2 until torque verification and the paired quality sample close both handoff items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ntinue supervised release through Shift 13&quot;,&quot;status&quot;:&quot;Watch&quot;,&quot;title&quot;:&quot;Project Card&quot;,&quot;type&quot;:&quot;project&quot;,&quot;weight&quot;:1,&quot;z&quot;:11,&quot;x&quot;:14.0,&quot;y&quot;:1822.779011764706,&quot;w&quot;:1572.0,&quot;h&quot;:168.48000000000002}"/>
          <p:cNvSpPr/>
          <p:nvPr/>
        </p:nvSpPr>
        <p:spPr>
          <a:xfrm>
            <a:off x="76713" y="9988008"/>
            <a:ext cx="8613852" cy="9231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Project Card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Continue supervised release through Shift 13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Do not open Lane 2 until torque verification and the paired quality sample close both handoff items.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Watch</a:t>
            </a:r>
          </a:p>
        </p:txBody>
      </p:sp>
      <p:sp>
        <p:nvSpPr>
          <p:cNvPr id="15" name="VIZ::Cell output by shift::chart-label-band"/>
          <p:cNvSpPr/>
          <p:nvPr/>
        </p:nvSpPr>
        <p:spPr>
          <a:xfrm>
            <a:off x="172328" y="2804994"/>
            <a:ext cx="4685181" cy="522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VIZ::Cell output by shift::category-label-axis"/>
          <p:cNvCxnSpPr/>
          <p:nvPr/>
        </p:nvCxnSpPr>
        <p:spPr>
          <a:xfrm>
            <a:off x="698216" y="2816594"/>
            <a:ext cx="3968062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VIZ::Cell output by shift::category-label-0"/>
          <p:cNvSpPr txBox="1"/>
          <p:nvPr/>
        </p:nvSpPr>
        <p:spPr>
          <a:xfrm>
            <a:off x="731283" y="2839795"/>
            <a:ext cx="595209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</a:t>
            </a:r>
          </a:p>
        </p:txBody>
      </p:sp>
      <p:sp>
        <p:nvSpPr>
          <p:cNvPr id="18" name="VIZ::Cell output by shift::category-label-3"/>
          <p:cNvSpPr txBox="1"/>
          <p:nvPr/>
        </p:nvSpPr>
        <p:spPr>
          <a:xfrm>
            <a:off x="1409160" y="2839795"/>
            <a:ext cx="892813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</a:t>
            </a:r>
          </a:p>
        </p:txBody>
      </p:sp>
      <p:sp>
        <p:nvSpPr>
          <p:cNvPr id="19" name="VIZ::Cell output by shift::category-label-6"/>
          <p:cNvSpPr txBox="1"/>
          <p:nvPr/>
        </p:nvSpPr>
        <p:spPr>
          <a:xfrm>
            <a:off x="2401175" y="2839795"/>
            <a:ext cx="892813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7</a:t>
            </a:r>
          </a:p>
        </p:txBody>
      </p:sp>
      <p:sp>
        <p:nvSpPr>
          <p:cNvPr id="20" name="VIZ::Cell output by shift::category-label-9"/>
          <p:cNvSpPr txBox="1"/>
          <p:nvPr/>
        </p:nvSpPr>
        <p:spPr>
          <a:xfrm>
            <a:off x="3409725" y="2839795"/>
            <a:ext cx="119041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10</a:t>
            </a:r>
          </a:p>
        </p:txBody>
      </p:sp>
      <p:sp>
        <p:nvSpPr>
          <p:cNvPr id="21" name="VIZ::Cell output by shift::legend-marker-0"/>
          <p:cNvSpPr/>
          <p:nvPr/>
        </p:nvSpPr>
        <p:spPr>
          <a:xfrm>
            <a:off x="771424" y="3179259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Cell output by shift::legend-label-0"/>
          <p:cNvSpPr txBox="1"/>
          <p:nvPr/>
        </p:nvSpPr>
        <p:spPr>
          <a:xfrm>
            <a:off x="873024" y="3095005"/>
            <a:ext cx="1744226" cy="2320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Shift index</a:t>
            </a:r>
          </a:p>
        </p:txBody>
      </p:sp>
      <p:sp>
        <p:nvSpPr>
          <p:cNvPr id="23" name="VIZ::Cell output by shift::legend-marker-1"/>
          <p:cNvSpPr/>
          <p:nvPr/>
        </p:nvSpPr>
        <p:spPr>
          <a:xfrm>
            <a:off x="2731550" y="3179259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Cell output by shift::legend-label-1"/>
          <p:cNvSpPr txBox="1"/>
          <p:nvPr/>
        </p:nvSpPr>
        <p:spPr>
          <a:xfrm>
            <a:off x="2833150" y="3095005"/>
            <a:ext cx="1744226" cy="23200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Cell output</a:t>
            </a:r>
          </a:p>
        </p:txBody>
      </p:sp>
      <p:sp>
        <p:nvSpPr>
          <p:cNvPr id="26" name="VIZ::Cell output by shift::chart-label-band"/>
          <p:cNvSpPr/>
          <p:nvPr/>
        </p:nvSpPr>
        <p:spPr>
          <a:xfrm>
            <a:off x="5009351" y="2668273"/>
            <a:ext cx="3681214" cy="4101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VIZ::Cell output by shift::category-label-axis"/>
          <p:cNvCxnSpPr/>
          <p:nvPr/>
        </p:nvCxnSpPr>
        <p:spPr>
          <a:xfrm>
            <a:off x="5422549" y="2677388"/>
            <a:ext cx="3117763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ell output by shift::category-label-0"/>
          <p:cNvSpPr txBox="1"/>
          <p:nvPr/>
        </p:nvSpPr>
        <p:spPr>
          <a:xfrm>
            <a:off x="5442035" y="2695617"/>
            <a:ext cx="350748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391</a:t>
            </a:r>
          </a:p>
        </p:txBody>
      </p:sp>
      <p:sp>
        <p:nvSpPr>
          <p:cNvPr id="29" name="VIZ::Cell output by shift::category-label-2"/>
          <p:cNvSpPr txBox="1"/>
          <p:nvPr/>
        </p:nvSpPr>
        <p:spPr>
          <a:xfrm>
            <a:off x="5838250" y="2695617"/>
            <a:ext cx="46766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402</a:t>
            </a:r>
          </a:p>
        </p:txBody>
      </p:sp>
      <p:sp>
        <p:nvSpPr>
          <p:cNvPr id="30" name="VIZ::Cell output by shift::category-label-4"/>
          <p:cNvSpPr txBox="1"/>
          <p:nvPr/>
        </p:nvSpPr>
        <p:spPr>
          <a:xfrm>
            <a:off x="6357877" y="2695617"/>
            <a:ext cx="46766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412</a:t>
            </a:r>
          </a:p>
        </p:txBody>
      </p:sp>
      <p:sp>
        <p:nvSpPr>
          <p:cNvPr id="31" name="VIZ::Cell output by shift::category-label-6"/>
          <p:cNvSpPr txBox="1"/>
          <p:nvPr/>
        </p:nvSpPr>
        <p:spPr>
          <a:xfrm>
            <a:off x="6877505" y="2695617"/>
            <a:ext cx="46766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419</a:t>
            </a:r>
          </a:p>
        </p:txBody>
      </p:sp>
      <p:sp>
        <p:nvSpPr>
          <p:cNvPr id="32" name="VIZ::Cell output by shift::category-label-8"/>
          <p:cNvSpPr txBox="1"/>
          <p:nvPr/>
        </p:nvSpPr>
        <p:spPr>
          <a:xfrm>
            <a:off x="7397132" y="2695617"/>
            <a:ext cx="467664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424</a:t>
            </a:r>
          </a:p>
        </p:txBody>
      </p:sp>
      <p:sp>
        <p:nvSpPr>
          <p:cNvPr id="33" name="VIZ::Cell output by shift::category-label-10"/>
          <p:cNvSpPr txBox="1"/>
          <p:nvPr/>
        </p:nvSpPr>
        <p:spPr>
          <a:xfrm>
            <a:off x="7923254" y="2695617"/>
            <a:ext cx="584580" cy="152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defRPr sz="1000">
                <a:latin typeface="Arial"/>
              </a:defRPr>
            </a:pPr>
            <a:r>
              <a:t>428</a:t>
            </a:r>
          </a:p>
        </p:txBody>
      </p:sp>
      <p:sp>
        <p:nvSpPr>
          <p:cNvPr id="34" name="VIZ::Cell output by shift::legend-marker-0"/>
          <p:cNvSpPr/>
          <p:nvPr/>
        </p:nvSpPr>
        <p:spPr>
          <a:xfrm>
            <a:off x="5485512" y="2955536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Cell output by shift::legend-label-0"/>
          <p:cNvSpPr txBox="1"/>
          <p:nvPr/>
        </p:nvSpPr>
        <p:spPr>
          <a:xfrm>
            <a:off x="5587112" y="2896140"/>
            <a:ext cx="1324199" cy="18229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LSL</a:t>
            </a:r>
          </a:p>
        </p:txBody>
      </p:sp>
      <p:sp>
        <p:nvSpPr>
          <p:cNvPr id="36" name="VIZ::Cell output by shift::legend-marker-1"/>
          <p:cNvSpPr/>
          <p:nvPr/>
        </p:nvSpPr>
        <p:spPr>
          <a:xfrm>
            <a:off x="7025611" y="2955536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Cell output by shift::legend-label-1"/>
          <p:cNvSpPr txBox="1"/>
          <p:nvPr/>
        </p:nvSpPr>
        <p:spPr>
          <a:xfrm>
            <a:off x="7127211" y="2896140"/>
            <a:ext cx="1324199" cy="18229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Measurement</a:t>
            </a:r>
          </a:p>
        </p:txBody>
      </p:sp>
      <p:sp>
        <p:nvSpPr>
          <p:cNvPr id="38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188381" y="4211072"/>
            <a:ext cx="439051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39" name="VIZ::Process Flow::Detect::node-1" descr="VisualizerSemantic: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,&quot;x&quot;:389.36,&quot;y&quot;:765.169411764706,&quot;w&quot;:821.28,&quot;h&quot;:170.0}"/>
          <p:cNvSpPr/>
          <p:nvPr/>
        </p:nvSpPr>
        <p:spPr>
          <a:xfrm>
            <a:off x="2188381" y="4530529"/>
            <a:ext cx="9467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Detect</a:t>
            </a:r>
          </a:p>
        </p:txBody>
      </p:sp>
      <p:sp>
        <p:nvSpPr>
          <p:cNvPr id="40" name="VIZ::Process Flow::Contain::node-2" descr="VisualizerDiagramNode:{&quot;item_id&quot;:&quot;c8&quot;,&quot;node_index&quot;:1,&quot;label&quot;:&quot;Contain&quot;,&quot;page&quot;:1,&quot;page_count&quot;:1,&quot;direction&quot;:&quot;right&quot;}"/>
          <p:cNvSpPr/>
          <p:nvPr/>
        </p:nvSpPr>
        <p:spPr>
          <a:xfrm>
            <a:off x="3336302" y="4530529"/>
            <a:ext cx="9467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</a:t>
            </a:r>
          </a:p>
        </p:txBody>
      </p:sp>
      <p:sp>
        <p:nvSpPr>
          <p:cNvPr id="41" name="VIZ::Process Flow::Verify::node-3" descr="VisualizerDiagramNode:{&quot;item_id&quot;:&quot;c8&quot;,&quot;node_index&quot;:2,&quot;label&quot;:&quot;Verify&quot;,&quot;page&quot;:1,&quot;page_count&quot;:1,&quot;direction&quot;:&quot;right&quot;}"/>
          <p:cNvSpPr/>
          <p:nvPr/>
        </p:nvSpPr>
        <p:spPr>
          <a:xfrm>
            <a:off x="4484223" y="4530529"/>
            <a:ext cx="9467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42" name="VIZ::Process Flow::Release::node-4" descr="VisualizerDiagramNode:{&quot;item_id&quot;:&quot;c8&quot;,&quot;node_index&quot;:3,&quot;label&quot;:&quot;Release&quot;,&quot;page&quot;:1,&quot;page_count&quot;:1,&quot;direction&quot;:&quot;right&quot;}"/>
          <p:cNvSpPr/>
          <p:nvPr/>
        </p:nvSpPr>
        <p:spPr>
          <a:xfrm>
            <a:off x="5632144" y="4530529"/>
            <a:ext cx="946753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</p:txBody>
      </p:sp>
      <p:cxnSp>
        <p:nvCxnSpPr>
          <p:cNvPr id="43" name="VIZ::DiagramEdge::Process Flow::1" descr="VisualizerSemanticEdge:{&quot;item_id&quot;:&quot;c8&quot;,&quot;edge_index&quot;:0,&quot;source&quot;:&quot;Detect&quot;,&quot;target&quot;:&quot;Contain&quot;,&quot;continuation&quot;:false}"/>
          <p:cNvCxnSpPr/>
          <p:nvPr/>
        </p:nvCxnSpPr>
        <p:spPr>
          <a:xfrm>
            <a:off x="3139706" y="4777417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Z::DiagramEdge::Process Flow::2" descr="VisualizerSemanticEdge:{&quot;item_id&quot;:&quot;c8&quot;,&quot;edge_index&quot;:1,&quot;source&quot;:&quot;Contain&quot;,&quot;target&quot;:&quot;Verify&quot;,&quot;continuation&quot;:false}"/>
          <p:cNvCxnSpPr/>
          <p:nvPr/>
        </p:nvCxnSpPr>
        <p:spPr>
          <a:xfrm>
            <a:off x="4287627" y="4777417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Z::DiagramEdge::Process Flow::3" descr="VisualizerSemanticEdge:{&quot;item_id&quot;:&quot;c8&quot;,&quot;edge_index&quot;:2,&quot;source&quot;:&quot;Verify&quot;,&quot;target&quot;:&quot;Release&quot;,&quot;continuation&quot;:false}"/>
          <p:cNvCxnSpPr/>
          <p:nvPr/>
        </p:nvCxnSpPr>
        <p:spPr>
          <a:xfrm>
            <a:off x="5435548" y="4777417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VIZ::Evidence and decision checks" descr="VisualizerSemantic:{&quot;composition_role&quot;:&quot;detailed_evidence&quot;,&quot;customTable&quot;:{&quot;headers&quot;:[&quot;Shift&quot;,&quot;Output / h&quot;,&quot;Feed drive&quot;,&quot;QC sample&quot;,&quot;Owner / state&quot;],&quot;rows&quot;:[[&quot;01–03&quot;,&quot;405–419&quot;,&quot;Stable&quot;,&quot;Passed&quot;,&quot;Operations · closed&quot;],[&quot;04–06&quot;,&quot;398–424&quot;,&quot;Service pending&quot;,&quot;Passed&quot;,&quot;Maintenance · review&quot;],[&quot;07–09&quot;,&quot;391–421&quot;,&quot;Restored&quot;,&quot;Paired check due&quot;,&quot;Quality · open&quot;],[&quot;10–12&quot;,&quot;425–433&quot;,&quot;Stable&quot;,&quot;Paired check due&quot;,&quot;Operations · watch&quot;]]},&quot;element&quot;:&quot;Clean Table&quot;,&quot;engine&quot;:&quot;TableEngine&quot;,&quot;groupId&quot;:null,&quot;id&quot;:&quot;c7&quot;,&quot;locked&quot;:false,&quot;message_role&quot;:&quot;Primary Evidence&quot;,&quot;order&quot;:8,&quot;rows&quot;:[[&quot;01–03&quot;,&quot;405–419&quot;,&quot;Stable&quot;,&quot;Passed&quot;,&quot;Operations · closed&quot;],[&quot;04–06&quot;,&quot;398–424&quot;,&quot;Service pending&quot;,&quot;Passed&quot;,&quot;Maintenance · review&quot;],[&quot;07–09&quot;,&quot;391–421&quot;,&quot;Restored&quot;,&quot;Paired check due&quot;,&quot;Quality · open&quot;],[&quot;10–12&quot;,&quot;425–433&quot;,&quot;Stable&quot;,&quot;Paired check due&quot;,&quot;Operations · watch&quot;]],&quot;section_id&quot;:&quot;evidence&quot;,&quot;section_title&quot;:&quot;Operating evidence&quot;,&quot;showTitle&quot;:true,&quot;title&quot;:&quot;Evidence and decision checks&quot;,&quot;type&quot;:&quot;table&quot;,&quot;weight&quot;:1,&quot;z&quot;:7,&quot;x&quot;:14.0,&quot;y&quot;:943.169411764706,&quot;w&quot;:1572.0,&quot;h&quot;:398.2976}"/>
          <p:cNvGraphicFramePr>
            <a:graphicFrameLocks noGrp="1"/>
          </p:cNvGraphicFramePr>
          <p:nvPr/>
        </p:nvGraphicFramePr>
        <p:xfrm>
          <a:off x="76713" y="5168143"/>
          <a:ext cx="8613852" cy="2182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2770"/>
                <a:gridCol w="1722770"/>
                <a:gridCol w="1722770"/>
                <a:gridCol w="1722770"/>
                <a:gridCol w="1722772"/>
              </a:tblGrid>
              <a:tr h="43649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Output / 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Feed drive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QC 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 / state</a:t>
                      </a:r>
                    </a:p>
                  </a:txBody>
                  <a:tcPr/>
                </a:tc>
              </a:tr>
              <a:tr h="4364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01–03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405–419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Operations · closed</a:t>
                      </a:r>
                    </a:p>
                  </a:txBody>
                  <a:tcPr/>
                </a:tc>
              </a:tr>
              <a:tr h="4364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04–06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398–424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Service 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Maintenance · review</a:t>
                      </a:r>
                    </a:p>
                  </a:txBody>
                  <a:tcPr/>
                </a:tc>
              </a:tr>
              <a:tr h="4364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07–09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391–421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Restored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Paired check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 · open</a:t>
                      </a:r>
                    </a:p>
                  </a:txBody>
                  <a:tcPr/>
                </a:tc>
              </a:tr>
              <a:tr h="436499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10–12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425–433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Paired check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Operations · 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7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shift_index_1&quot;,&quot;name&quot;:&quot;Shift index&quot;,&quot;nullable&quot;:false,&quot;profile&quot;:{&quot;distinct&quot;:12,&quot;missing&quot;:0},&quot;semantic_tags&quot;:[],&quot;type&quot;:&quot;integer&quot;,&quot;unit&quot;:&quot;&quot;},{&quot;id&quot;:&quot;cell_output_2&quot;,&quot;name&quot;:&quot;Cell output&quot;,&quot;nullable&quot;:false,&quot;profile&quot;:{&quot;distinct&quot;:12,&quot;missing&quot;:0},&quot;semantic_tags&quot;:[],&quot;type&quot;:&quot;integer&quot;,&quot;unit&quot;:&quot;&quot;}],&quot;id&quot;:&quot;dataset-mukchbf9-sr6fox&quot;,&quot;metadata&quot;:{&quot;header&quot;:{&quot;confidence&quot;:1,&quot;present&quot;:true,&quot;source_row&quot;:0}},&quot;name&quot;:&quot;Pasted data&quot;,&quot;revision&quot;:1,&quot;rows&quot;:[[1,412],[2,405],[3,419],[4,424],[5,417],[6,398],[7,391],[8,402],[9,421],[10,428],[11,425],[12,433]],&quot;source&quot;:{&quot;imported_at&quot;:&quot;2026-09-27T21:42:47.061Z&quot;,&quot;kind&quot;:&quot;clipboard&quot;,&quot;label&quot;:&quot;TSV&quot;},&quot;warnings&quot;:[]},{&quot;fields&quot;:[{&quot;id&quot;:&quot;sample_1&quot;,&quot;name&quot;:&quot;Sample&quot;,&quot;nullable&quot;:false,&quot;profile&quot;:{&quot;distinct&quot;:12,&quot;missing&quot;:0},&quot;semantic_tags&quot;:[],&quot;type&quot;:&quot;identifier&quot;},{&quot;id&quot;:&quot;measurement_2&quot;,&quot;name&quot;:&quot;Measurement&quot;,&quot;nullable&quot;:false,&quot;profile&quot;:{&quot;distinct&quot;:12,&quot;missing&quot;:0},&quot;semantic_tags&quot;:[&quot;value&quot;],&quot;type&quot;:&quot;integer&quot;,&quot;unit&quot;:&quot;&quot;},{&quot;id&quot;:&quot;lsl_3&quot;,&quot;name&quot;:&quot;LSL&quot;,&quot;nullable&quot;:false,&quot;profile&quot;:{&quot;distinct&quot;:1,&quot;missing&quot;:0},&quot;semantic_tags&quot;:[&quot;specification_low&quot;],&quot;type&quot;:&quot;integer&quot;,&quot;unit&quot;:&quot;&quot;},{&quot;id&quot;:&quot;usl_4&quot;,&quot;name&quot;:&quot;USL&quot;,&quot;nullable&quot;:false,&quot;profile&quot;:{&quot;distinct&quot;:1,&quot;missing&quot;:0},&quot;semantic_tags&quot;:[&quot;specification_high&quot;],&quot;type&quot;:&quot;integer&quot;,&quot;unit&quot;:&quot;&quot;}],&quot;id&quot;:&quot;dataset-mukchdln-xaqrnl&quot;,&quot;metadata&quot;:{&quot;header&quot;:{&quot;confidence&quot;:1,&quot;present&quot;:true,&quot;source_row&quot;:0}},&quot;name&quot;:&quot;Pasted data&quot;,&quot;revision&quot;:1,&quot;rows&quot;:[[&quot;01&quot;,412,380,440],[&quot;02&quot;,405,380,440],[&quot;03&quot;,419,380,440],[&quot;04&quot;,424,380,440],[&quot;05&quot;,417,380,440],[&quot;06&quot;,398,380,440],[&quot;07&quot;,391,380,440],[&quot;08&quot;,402,380,440],[&quot;09&quot;,421,380,440],[&quot;10&quot;,428,380,440],[&quot;11&quot;,425,380,440],[&quot;12&quot;,433,380,440]],&quot;source&quot;:{&quot;imported_at&quot;:&quot;2026-09-27T21:42:49.883Z&quot;,&quot;kind&quot;:&quot;clipboard&quot;,&quot;label&quot;:&quot;TSV&quot;},&quot;warnings&quot;:[]}],&quot;groups&quot;:{},&quot;items&quot;:[{&quot;body&quot;:&quot;Cell 3 is recovering; keep the second lane under supervised release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Operating summary&quot;,&quot;text&quot;:&quot;Cell 3 is recovering; keep the second lane under supervised release.&quot;,&quot;title&quot;:&quot;Executive Statement&quot;,&quot;type&quot;:&quot;text&quot;,&quot;weight&quot;:1,&quot;z&quot;:1},{&quot;body&quot;:&quot;Orion Materials · Cell 3 · 12 shifts through 27 Sep 2026 · plan 410 units/hour · maintenance owner: A. Pate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Operating summary&quot;,&quot;text&quot;:&quot;Orion Materials · Cell 3 · 12 shifts through 27 Sep 2026 · plan 410 units/hour · maintenance owner: A. Patel.&quot;,&quot;title&quot;:&quot;Report context&quot;,&quot;type&quot;:&quot;text&quot;,&quot;weight&quot;:1,&quot;z&quot;:2},{&quot;capability_overrides&quot;:{&quot;target&quot;:410},&quot;composition_role&quot;:&quot;hero_metric&quot;,&quot;delta&quot;:23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/h&quot;},&quot;order&quot;:2,&quot;section_id&quot;:&quot;performance&quot;,&quot;section_title&quot;:&quot;Performance&quot;,&quot;showTitle&quot;:true,&quot;target&quot;:410,&quot;title&quot;:&quot;Latest shift output&quot;,&quot;type&quot;:&quot;metric&quot;,&quot;unit&quot;:&quot;units/h&quot;,&quot;value&quot;:433,&quot;weight&quot;:1,&quot;z&quot;:3},{&quot;capability_overrides&quot;:{&quot;target&quot;:410},&quot;composition_role&quot;:&quot;hero_metric&quot;,&quot;delta&quot;:-19,&quot;element&quot;:&quot;Hero KPI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/h&quot;},&quot;order&quot;:3,&quot;section_id&quot;:&quot;performance&quot;,&quot;section_title&quot;:&quot;Performance&quot;,&quot;showTitle&quot;:true,&quot;target&quot;:410,&quot;title&quot;:&quot;Overnight low&quot;,&quot;type&quot;:&quot;metric&quot;,&quot;unit&quot;:&quot;units/h&quot;,&quot;value&quot;:391,&quot;weight&quot;:1,&quot;z&quot;:4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3,&quot;labelPresentationIntent&quot;:{&quot;fields&quot;:[&quot;interval&quot;,&quot;rotation&quot;],&quot;mode&quot;:&quot;authored&quot;},&quot;max&quot;:null,&quot;min&quot;:null,&quot;position&quot;:&quot;bottom&quot;,&quot;precision&quot;:null,&quot;rotation&quot;:2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shift_index_1&quot;,&quot;name&quot;:&quot;Shift index&quot;,&quot;nullable&quot;:false,&quot;profile&quot;:{&quot;distinct&quot;:12,&quot;missing&quot;:0},&quot;semantic_tags&quot;:[],&quot;type&quot;:&quot;integer&quot;,&quot;unit&quot;:&quot;&quot;},{&quot;id&quot;:&quot;cell_output_2&quot;,&quot;name&quot;:&quot;Cell output&quot;,&quot;nullable&quot;:false,&quot;profile&quot;:{&quot;distinct&quot;:12,&quot;missing&quot;:0},&quot;semantic_tags&quot;:[],&quot;type&quot;:&quot;integer&quot;,&quot;unit&quot;:&quot;&quot;}],&quot;id&quot;:&quot;dataset-mukchbf9-sr6fox&quot;,&quot;metadata&quot;:{&quot;header&quot;:{&quot;confidence&quot;:1,&quot;present&quot;:true,&quot;source_row&quot;:0}},&quot;name&quot;:&quot;Pasted data&quot;,&quot;revision&quot;:1,&quot;rows&quot;:[[1,412],[2,405],[3,419],[4,424],[5,417],[6,398],[7,391],[8,402],[9,421],[10,428],[11,425],[12,433]],&quot;source&quot;:{&quot;imported_at&quot;:&quot;2026-09-27T21:42:47.061Z&quot;,&quot;kind&quot;:&quot;clipboard&quot;,&quot;label&quot;:&quot;TSV&quot;},&quot;warnings&quot;:[]},&quot;dataset_id&quot;:&quot;dataset-mukchbf9-sr6fox&quot;,&quot;engineering&quot;:{&quot;L&quot;:3,&quot;h&quot;:5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shift_index_1&quot;,&quot;value&quot;:&quot;shift_index_1&quot;,&quot;x&quot;:&quot;shift_index_1&quot;,&quot;y&quot;:&quot;cell_output_2&quot;},&quot;recipe&quot;:null,&quot;recommendations&quot;:[{&quot;confidence&quot;:0.93,&quot;mapping&quot;:{&quot;category&quot;:&quot;shift_index_1&quot;,&quot;value&quot;:&quot;shift_index_1&quot;,&quot;x&quot;:&quot;shift_index_1&quot;,&quot;y&quot;:&quot;cell_output_2&quot;},&quot;reason&quot;:&quot;A horizontal field and numeric measure are available.&quot;,&quot;type&quot;:&quot;Line Chart&quot;},{&quot;confidence&quot;:0.9,&quot;mapping&quot;:{&quot;category&quot;:&quot;shift_index_1&quot;,&quot;value&quot;:&quot;shift_index_1&quot;,&quot;x&quot;:&quot;shift_index_1&quot;,&quot;y&quot;:&quot;cell_output_2&quot;},&quot;reason&quot;:&quot;A shared axis can compare multiple runs when a series field is available.&quot;,&quot;type&quot;:&quot;Multi-Line&quot;},{&quot;confidence&quot;:0.9,&quot;mapping&quot;:{&quot;category&quot;:&quot;shift_index_1&quot;,&quot;value&quot;:&quot;shift_index_1&quot;,&quot;x&quot;:&quot;shift_index_1&quot;,&quot;y&quot;:&quot;cell_output_2&quot;},&quot;reason&quot;:&quot;A category and measured value are available.&quot;,&quot;type&quot;:&quot;Vertical Bar&quot;},{&quot;confidence&quot;:0.87,&quot;mapping&quot;:{&quot;category&quot;:&quot;shift_index_1&quot;,&quot;value&quot;:&quot;shift_index_1&quot;,&quot;x&quot;:&quot;shift_index_1&quot;,&quot;y&quot;:&quot;cell_output_2&quot;},&quot;reason&quot;:&quot;The same trend mapping can show accumulated movement.&quot;,&quot;type&quot;:&quot;Area Chart&quot;},{&quot;confidence&quot;:0.82,&quot;mapping&quot;:{&quot;category&quot;:&quot;shift_index_1&quot;,&quot;value&quot;:&quot;shift_index_1&quot;,&quot;x&quot;:&quot;shift_index_1&quot;,&quot;y&quot;:&quot;cell_output_2&quot;},&quot;reason&quot;:&quot;A horizontal ranking keeps category labels readable.&quot;,&quot;type&quot;:&quot;Horizontal Bar&quot;},{&quot;confidence&quot;:0.8,&quot;mapping&quot;:{&quot;category&quot;:&quot;shift_index_1&quot;,&quot;value&quot;:&quot;shift_index_1&quot;,&quot;x&quot;:&quot;shift_index_1&quot;,&quot;y&quot;:&quot;cell_outpu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shift_index_1&quot;,&quot;id&quot;:&quot;series-1&quot;,&quot;label&quot;:&quot;Shift index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cell_output_2&quot;,&quot;id&quot;:&quot;series-2&quot;,&quot;label&quot;:&quot;Cell outpu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1,412],[2,405],[3,419],[4,424],[5,417],[6,398],[7,391],[8,402],[9,421],[10,428],[11,425],[12,433]],&quot;dataset_id&quot;:&quot;dataset-mukchbf9-sr6fox&quot;,&quot;element&quot;:&quot;Line Chart&quot;,&quot;engine&quot;:&quot;CoreChartEngine&quot;,&quot;groupId&quot;:null,&quot;id&quot;:&quot;c5&quot;,&quot;locked&quot;:false,&quot;mapping&quot;:{&quot;category&quot;:&quot;shift_index_1&quot;,&quot;value&quot;:&quot;shift_index_1&quot;,&quot;x&quot;:&quot;shift_index_1&quot;,&quot;y&quot;:&quot;cell_output_2&quot;},&quot;message_role&quot;:&quot;Primary Evidence&quot;,&quot;order&quot;:4,&quot;rows&quot;:[{&quot;label&quot;:1,&quot;value&quot;:412},{&quot;label&quot;:2,&quot;value&quot;:405},{&quot;label&quot;:3,&quot;value&quot;:419},{&quot;label&quot;:4,&quot;value&quot;:424},{&quot;label&quot;:5,&quot;value&quot;:417},{&quot;label&quot;:6,&quot;value&quot;:398},{&quot;label&quot;:7,&quot;value&quot;:391},{&quot;label&quot;:8,&quot;value&quot;:402},{&quot;label&quot;:9,&quot;value&quot;:421},{&quot;label&quot;:10,&quot;value&quot;:428},{&quot;label&quot;:11,&quot;value&quot;:425},{&quot;label&quot;:12,&quot;value&quot;:433}],&quot;section_id&quot;:&quot;analysis&quot;,&quot;section_title&quot;:&quot;Analysis&quot;,&quot;showTitle&quot;:true,&quot;statistical_result&quot;:null,&quot;title&quot;:&quot;Cell output by shift&quot;,&quot;transform_recipe&quot;:{&quot;steps&quot;:[]},&quot;type&quot;:&quot;chart&quot;,&quot;weight&quot;:1,&quot;z&quot;:5},{&quot;composition_role&quot;:&quot;primary_analysis&quot;,&quot;dataset_id&quot;:&quot;dataset-mukchdln-xaqrnl&quot;,&quot;element&quot;:&quot;SPC Control Chart&quot;,&quot;engine&quot;:&quot;EngineeringChartEngine&quot;,&quot;groupId&quot;:null,&quot;id&quot;:&quot;c6&quot;,&quot;locked&quot;:false,&quot;lower_limit&quot;:null,&quot;mapping&quot;:{&quot;category&quot;:&quot;sample_1&quot;,&quot;specification_high&quot;:&quot;usl_4&quot;,&quot;specification_low&quot;:&quot;lsl_3&quot;,&quot;value&quot;:&quot;measurement_2&quot;,&quot;x&quot;:&quot;measurement_2&quot;,&quot;y&quot;:&quot;lsl_3&quot;},&quot;message_role&quot;:&quot;Primary Evidence&quot;,&quot;observations&quot;:[{&quot;label&quot;:&quot;S01&quot;,&quot;value&quot;:412},{&quot;label&quot;:&quot;S02&quot;,&quot;value&quot;:405},{&quot;label&quot;:&quot;S03&quot;,&quot;value&quot;:419},{&quot;label&quot;:&quot;S04&quot;,&quot;value&quot;:424},{&quot;label&quot;:&quot;S05&quot;,&quot;value&quot;:417},{&quot;label&quot;:&quot;S06&quot;,&quot;value&quot;:398},{&quot;label&quot;:&quot;S07&quot;,&quot;value&quot;:391},{&quot;label&quot;:&quot;S08&quot;,&quot;value&quot;:402},{&quot;label&quot;:&quot;S09&quot;,&quot;value&quot;:421},{&quot;label&quot;:&quot;S10&quot;,&quot;value&quot;:428},{&quot;label&quot;:&quot;S11&quot;,&quot;value&quot;:425},{&quot;label&quot;:&quot;S12&quot;,&quot;value&quot;:433}],&quot;order&quot;:5,&quot;section_id&quot;:&quot;analysis&quot;,&quot;section_title&quot;:&quot;Analysis&quot;,&quot;showTitle&quot;:true,&quot;title&quot;:&quot;Cell output by shift&quot;,&quot;type&quot;:&quot;engineering&quot;,&quot;upper_limit&quot;:null,&quot;weight&quot;:1,&quot;z&quot;:6},{&quot;composition_role&quot;:&quot;detailed_evidence&quot;,&quot;customTable&quot;:{&quot;headers&quot;:[&quot;Shift&quot;,&quot;Output / h&quot;,&quot;Feed drive&quot;,&quot;QC sample&quot;,&quot;Owner / state&quot;],&quot;rows&quot;:[[&quot;01–03&quot;,&quot;405–419&quot;,&quot;Stable&quot;,&quot;Passed&quot;,&quot;Operations · closed&quot;],[&quot;04–06&quot;,&quot;398–424&quot;,&quot;Service pending&quot;,&quot;Passed&quot;,&quot;Maintenance · review&quot;],[&quot;07–09&quot;,&quot;391–421&quot;,&quot;Restored&quot;,&quot;Paired check due&quot;,&quot;Quality · open&quot;],[&quot;10–12&quot;,&quot;425–433&quot;,&quot;Stable&quot;,&quot;Paired check due&quot;,&quot;Operations · watch&quot;]]},&quot;element&quot;:&quot;Clean Table&quot;,&quot;engine&quot;:&quot;TableEngine&quot;,&quot;groupId&quot;:null,&quot;id&quot;:&quot;c7&quot;,&quot;locked&quot;:false,&quot;message_role&quot;:&quot;Primary Evidence&quot;,&quot;order&quot;:8,&quot;rows&quot;:[[&quot;01–03&quot;,&quot;405–419&quot;,&quot;Stable&quot;,&quot;Passed&quot;,&quot;Operations · closed&quot;],[&quot;04–06&quot;,&quot;398–424&quot;,&quot;Service pending&quot;,&quot;Passed&quot;,&quot;Maintenance · review&quot;],[&quot;07–09&quot;,&quot;391–421&quot;,&quot;Restored&quot;,&quot;Paired check due&quot;,&quot;Quality · open&quot;],[&quot;10–12&quot;,&quot;425–433&quot;,&quot;Stable&quot;,&quot;Paired check due&quot;,&quot;Operations · watch&quot;]],&quot;section_id&quot;:&quot;evidence&quot;,&quot;section_title&quot;:&quot;Operating evidence&quot;,&quot;showTitle&quot;:true,&quot;title&quot;:&quot;Evidence and decision checks&quot;,&quot;type&quot;:&quot;table&quot;,&quot;weight&quot;:1,&quot;z&quot;:7},{&quot;composition_role&quot;:&quot;causal_evidence&quot;,&quot;edges&quot;:[[&quot;Detect&quot;,&quot;Contain&quot;],[&quot;Contain&quot;,&quot;Verify&quot;],[&quot;Verify&quot;,&quot;Release&quot;]],&quot;element&quot;:&quot;Process Flow&quot;,&quot;engine&quot;:&quot;DiagramEngine&quot;,&quot;groupId&quot;:null,&quot;id&quot;:&quot;c8&quot;,&quot;locked&quot;:false,&quot;message_role&quot;:&quot;Primary Evidence&quot;,&quot;nodes&quot;:[&quot;Detect&quot;,&quot;Contain&quot;,&quot;Verify&quot;,&quot;Release&quot;],&quot;order&quot;:7,&quot;section_id&quot;:&quot;evidence&quot;,&quot;section_title&quot;:&quot;Response workflow&quot;,&quot;title&quot;:&quot;Process Flow&quot;,&quot;type&quot;:&quot;diagram&quot;,&quot;weight&quot;:1,&quot;z&quot;:8},{&quot;composition_role&quot;:&quot;detailed_evidence&quot;,&quot;detail&quot;:&quot;Sample: 30 parts · method: inline metrology · source: shift B inspection.&quot;,&quot;element&quot;:&quot;Evidence Card&quot;,&quot;engine&quot;:&quot;EvidenceCompositeEngine&quot;,&quot;groupId&quot;:null,&quot;id&quot;:&quot;c9&quot;,&quot;locked&quot;:false,&quot;message_role&quot;:&quot;Primary Evidence&quot;,&quot;order&quot;:9,&quot;section_id&quot;:&quot;evidence&quot;,&quot;section_title&quot;:&quot;Operating evidence&quot;,&quot;statement&quot;:&quot;Measurement system remains within the qualified reference range.&quot;,&quot;status&quot;:&quot;Verified&quot;,&quot;title&quot;:&quot;Evidence Card&quot;,&quot;type&quot;:&quot;evidence&quot;,&quot;weight&quot;:1,&quot;z&quot;:9},{&quot;composition_role&quot;:&quot;decision_risk&quot;,&quot;detail&quot;:&quot;Do not open Lane 2 until torque verification and the paired quality sample close both handoff items.&quot;,&quot;element&quot;:&quot;Risk Callout&quot;,&quot;engine&quot;:&quot;DecisionCompositeEngine&quot;,&quot;groupId&quot;:null,&quot;id&quot;:&quot;c10&quot;,&quot;locked&quot;:false,&quot;message_role&quot;:&quot;Risk&quot;,&quot;order&quot;:10,&quot;section_id&quot;:&quot;decision&quot;,&quot;section_title&quot;:&quot;Decision&quot;,&quot;statement&quot;:&quot;Continue supervised release through Shift 13&quot;,&quot;status&quot;:&quot;Watch&quot;,&quot;title&quot;:&quot;Risk Callout&quot;,&quot;type&quot;:&quot;decision&quot;,&quot;weight&quot;:1,&quot;z&quot;:10},{&quot;composition_role&quot;:&quot;action_status&quot;,&quot;detail&quot;:&quot;Do not open Lane 2 until torque verification and the paired quality sample close both handoff items.&quot;,&quot;element&quot;:&quot;Project Card&quot;,&quot;engine&quot;:&quot;ProjectCompositeEngine&quot;,&quot;groupId&quot;:null,&quot;id&quot;:&quot;c11&quot;,&quot;locked&quot;:false,&quot;message_role&quot;:&quot;Action&quot;,&quot;order&quot;:11,&quot;section_id&quot;:&quot;delivery&quot;,&quot;section_title&quot;:&quot;Next steps&quot;,&quot;statement&quot;:&quot;Continue supervised release through Shift 13&quot;,&quot;status&quot;:&quot;Watch&quot;,&quot;title&quot;:&quot;Project Card&quot;,&quot;type&quot;:&quot;project&quot;,&quot;weight&quot;:1,&quot;z&quot;:11},{&quot;body&quot;:&quot;Output spans 391–433 units/hour. Two overnight shifts remain below plan after a feed-drive interruption. The process limits shown in SPC are not customer specification limits; continue paired quality checks before capacity release.&quot;,&quot;composition_role&quot;:&quot;narrative_interpretation&quot;,&quot;element&quot;:&quot;Body Narrative&quot;,&quot;engine&quot;:&quot;TextEngine&quot;,&quot;groupId&quot;:null,&quot;id&quot;:&quot;c12&quot;,&quot;locked&quot;:false,&quot;message_role&quot;:&quot;Context&quot;,&quot;order&quot;:6,&quot;section_id&quot;:&quot;analysis&quot;,&quot;section_title&quot;:&quot;Shift interpretation&quot;,&quot;text&quot;:&quot;Output spans 391–433 units/hour. Two overnight shifts remain below plan after a feed-drive interruption. The process limits shown in SPC are not customer specification limits; continue paired quality checks before capacity release.&quot;,&quot;title&quot;:&quot;Body Narrative&quot;,&quot;type&quot;:&quot;text&quot;,&quot;weight&quot;:1,&quot;z&quot;:12}],&quot;layoutPreset&quot;:&quot;technical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