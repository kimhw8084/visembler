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5613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Activation by weekly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5.8</c:v>
                </c:pt>
                <c:pt idx="1">
                  <c:v>5.9</c:v>
                </c:pt>
                <c:pt idx="2">
                  <c:v>6.0</c:v>
                </c:pt>
                <c:pt idx="3">
                  <c:v>6.1</c:v>
                </c:pt>
                <c:pt idx="4">
                  <c:v>6.2</c:v>
                </c:pt>
                <c:pt idx="5">
                  <c:v>6.2</c:v>
                </c:pt>
                <c:pt idx="6">
                  <c:v>6.3</c:v>
                </c:pt>
                <c:pt idx="7">
                  <c:v>6.4</c:v>
                </c:pt>
                <c:pt idx="8">
                  <c:v>6.5</c:v>
                </c:pt>
                <c:pt idx="9">
                  <c:v>6.5</c:v>
                </c:pt>
                <c:pt idx="10">
                  <c:v>6.6</c:v>
                </c:pt>
                <c:pt idx="11">
                  <c:v>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Guided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6.0</c:v>
                </c:pt>
                <c:pt idx="1">
                  <c:v>6.2</c:v>
                </c:pt>
                <c:pt idx="2">
                  <c:v>6.4</c:v>
                </c:pt>
                <c:pt idx="3">
                  <c:v>6.5</c:v>
                </c:pt>
                <c:pt idx="4">
                  <c:v>6.8</c:v>
                </c:pt>
                <c:pt idx="5">
                  <c:v>6.9</c:v>
                </c:pt>
                <c:pt idx="6">
                  <c:v>7.0</c:v>
                </c:pt>
                <c:pt idx="7">
                  <c:v>7.1</c:v>
                </c:pt>
                <c:pt idx="8">
                  <c:v>7.3</c:v>
                </c:pt>
                <c:pt idx="9">
                  <c:v>7.4</c:v>
                </c:pt>
                <c:pt idx="10">
                  <c:v>7.5</c:v>
                </c:pt>
                <c:pt idx="11">
                  <c:v>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.6899999999999995"/>
          <c:min val="5.7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Guided setup lifts activation in the observed cohorts; expand in stages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Guided setup lifts activation in the observed cohorts; expand in stages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106679" y="304800"/>
            <a:ext cx="8072932" cy="83637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Guided setup lifts activation in the observed cohorts; expand in stages.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Aster Workspace · 12 weekly cohorts · randomized control/guided assignment · product analytics refreshed 27 Sep 2026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Aster Workspace · 12 weekly cohorts · randomized control/guided assignment · product analytics refreshed 27 Sep 2026.&quot;,&quot;title&quot;:&quot;Hypothesis and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8286291" y="448665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Aster Workspace · 12 weekly cohorts · randomized control/guided assignment · product analytics refreshed 27 Sep 2026.</a:t>
            </a:r>
          </a:p>
        </p:txBody>
      </p:sp>
      <p:sp>
        <p:nvSpPr>
          <p:cNvPr id="4" name="VIZ::Guided activation · latest cohort KPI" title="Visembler report text roles: metric title, metric value" descr="VisualizerSemantic:{&quot;capability_overrides&quot;:{&quot;target&quot;:7},&quot;composition_role&quot;:&quot;hero_metric&quot;,&quot;delta&quot;:&quot;+1.6 pp&quot;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7,&quot;title&quot;:&quot;Guided activation · latest cohort&quot;,&quot;type&quot;:&quot;metric&quot;,&quot;unit&quot;:&quot;%&quot;,&quot;value&quot;:7.6,&quot;weight&quot;:1,&quot;z&quot;:3,&quot;x&quot;:900.4800000000001,&quot;y&quot;:1181.6758823529412,&quot;w&quot;:685.52,&quot;h&quot;:185.0}"/>
          <p:cNvSpPr/>
          <p:nvPr/>
        </p:nvSpPr>
        <p:spPr>
          <a:xfrm>
            <a:off x="6861656" y="9004369"/>
            <a:ext cx="5223662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Guided activation · latest cohort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7.6%</a:t>
            </a:r>
          </a:p>
        </p:txBody>
      </p:sp>
      <p:sp>
        <p:nvSpPr>
          <p:cNvPr id="5" name="VIZ::Control versus guided activation KPI" title="Visembler report text roles: metric title, comparison value" descr="VisualizerSemantic:{&quot;after&quot;:7.6,&quot;before&quot;:6.7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Control versus guided activation&quot;,&quot;type&quot;:&quot;comparison&quot;,&quot;unit&quot;:&quot;%&quot;,&quot;weight&quot;:1,&quot;z&quot;:4,&quot;x&quot;:14.0,&quot;y&quot;:1176.6758823529412,&quot;w&quot;:872.4800000000001,&quot;h&quot;:195.0}"/>
          <p:cNvSpPr/>
          <p:nvPr/>
        </p:nvSpPr>
        <p:spPr>
          <a:xfrm>
            <a:off x="106679" y="8966269"/>
            <a:ext cx="6648297" cy="14859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Control versus guided activation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6.7% → 7.6%</a:t>
            </a:r>
          </a:p>
        </p:txBody>
      </p:sp>
      <p:graphicFrame>
        <p:nvGraphicFramePr>
          <p:cNvPr id="10" name="VIZ::Activation by weekly cohort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week_1&quot;,&quot;name&quot;:&quot;Week&quot;,&quot;nullable&quot;:false,&quot;profile&quot;:{&quot;distinct&quot;:12,&quot;missing&quot;:0},&quot;semantic_tags&quot;:[],&quot;type&quot;:&quot;integer&quot;,&quot;unit&quot;:&quot;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activation_3&quot;,&quot;name&quot;:&quot;Activation&quot;,&quot;nullable&quot;:false,&quot;profile&quot;:{&quot;distinct&quot;:18,&quot;missing&quot;:0},&quot;semantic_tags&quot;:[],&quot;type&quot;:&quot;number&quot;,&quot;unit&quot;:&quot;&quot;}],&quot;id&quot;:&quot;dataset-mukcgxhl-4t1v0a&quot;,&quot;metadata&quot;:{&quot;header&quot;:{&quot;confidence&quot;:1,&quot;present&quot;:true,&quot;source_row&quot;:0}},&quot;name&quot;:&quot;Pasted data&quot;,&quot;revision&quot;:1,&quot;rows&quot;:[[1,&quot;Control&quot;,5.8],[1,&quot;Guided&quot;,6],[2,&quot;Control&quot;,5.9],[2,&quot;Guided&quot;,6.2],[3,&quot;Control&quot;,6],[3,&quot;Guided&quot;,6.4],[4,&quot;Control&quot;,6.1],[4,&quot;Guided&quot;,6.5],[5,&quot;Control&quot;,6.2],[5,&quot;Guided&quot;,6.8],[6,&quot;Control&quot;,6.2],[6,&quot;Guided&quot;,6.9],[7,&quot;Control&quot;,6.3],[7,&quot;Guided&quot;,7],[8,&quot;Control&quot;,6.4],[8,&quot;Guided&quot;,7.1],[9,&quot;Control&quot;,6.5],[9,&quot;Guided&quot;,7.3],[10,&quot;Control&quot;,6.5],[10,&quot;Guided&quot;,7.4],[11,&quot;Control&quot;,6.6],[11,&quot;Guided&quot;,7.5],[12,&quot;Control&quot;,6.7],[12,&quot;Guided&quot;,7.6]],&quot;source&quot;:{&quot;imported_at&quot;:&quot;2026-09-27T21:42:29.001Z&quot;,&quot;kind&quot;:&quot;clipboard&quot;,&quot;label&quot;:&quot;TSV&quot;},&quot;warnings&quot;:[]},&quot;dataset_id&quot;:&quot;dataset-mukcgxhl-4t1v0a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cohort_2&quot;,&quot;cohort&quot;:&quot;cohort_2&quot;,&quot;series&quot;:&quot;cohort_2&quot;,&quot;status&quot;:&quot;cohort_2&quot;,&quot;value&quot;:&quot;week_1&quot;,&quot;x&quot;:&quot;week_1&quot;,&quot;y&quot;:&quot;activation_3&quot;},&quot;recipe&quot;:null,&quot;recommendations&quot;:[{&quot;confidence&quot;:0.99,&quot;mapping&quot;:{&quot;category&quot;:&quot;cohort_2&quot;,&quot;cohort&quot;:&quot;cohort_2&quot;,&quot;status&quot;:&quot;cohort_2&quot;,&quot;value&quot;:&quot;week_1&quot;,&quot;x&quot;:&quot;cohort_2&quot;,&quot;y&quot;:&quot;week_1&quot;},&quot;reason&quot;:&quot;An ordered process axis supports a shared Golden/Reference versus Affected profile.&quot;,&quot;type&quot;:&quot;Golden vs Affected Profile&quot;},{&quot;confidence&quot;:0.96,&quot;mapping&quot;:{&quot;category&quot;:&quot;cohort_2&quot;,&quot;cohort&quot;:&quot;cohort_2&quot;,&quot;status&quot;:&quot;cohort_2&quot;,&quot;value&quot;:&quot;week_1&quot;,&quot;x&quot;:&quot;cohort_2&quot;,&quot;y&quot;:&quot;week_1&quot;},&quot;reason&quot;:&quot;Cohort and measurement fields support an observed shared-scale distribution comparison.&quot;,&quot;type&quot;:&quot;Control vs Affected Distribution&quot;},{&quot;confidence&quot;:0.93,&quot;mapping&quot;:{&quot;category&quot;:&quot;cohort_2&quot;,&quot;cohort&quot;:&quot;cohort_2&quot;,&quot;status&quot;:&quot;cohort_2&quot;,&quot;value&quot;:&quot;week_1&quot;,&quot;x&quot;:&quot;cohort_2&quot;,&quot;y&quot;:&quot;week_1&quot;},&quot;reason&quot;:&quot;A horizontal field and numeric measure are available.&quot;,&quot;type&quot;:&quot;Line Chart&quot;},{&quot;confidence&quot;:0.9,&quot;mapping&quot;:{&quot;category&quot;:&quot;cohort_2&quot;,&quot;cohort&quot;:&quot;cohort_2&quot;,&quot;status&quot;:&quot;cohort_2&quot;,&quot;value&quot;:&quot;week_1&quot;,&quot;x&quot;:&quot;cohort_2&quot;,&quot;y&quot;:&quot;week_1&quot;},&quot;reason&quot;:&quot;A shared axis can compare multiple runs when a series field is available.&quot;,&quot;type&quot;:&quot;Multi-Line&quot;},{&quot;confidence&quot;:0.9,&quot;mapping&quot;:{&quot;category&quot;:&quot;cohort_2&quot;,&quot;cohort&quot;:&quot;cohort_2&quot;,&quot;status&quot;:&quot;cohort_2&quot;,&quot;value&quot;:&quot;week_1&quot;,&quot;x&quot;:&quot;cohort_2&quot;,&quot;y&quot;:&quot;week_1&quot;},&quot;reason&quot;:&quot;A category and measured value are available.&quot;,&quot;type&quot;:&quot;Vertical Bar&quot;},{&quot;confidence&quot;:0.87,&quot;mapping&quot;:{&quot;category&quot;:&quot;cohort_2&quot;,&quot;cohort&quot;:&quot;cohort_2&quot;,&quot;status&quot;:&quot;cohort_2&quot;,&quot;value&quot;:&quot;week_1&quot;,&quot;x&quot;:&quot;cohort_2&quot;,&quot;y&quot;:&quot;week_1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cohort_2&quot;,&quot;id&quot;:&quot;series-1&quot;,&quot;key&quot;:&quot;Control&quot;,&quot;label&quot;:&quot;Control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cohort_2&quot;,&quot;id&quot;:&quot;series-2&quot;,&quot;key&quot;:&quot;Guided&quot;,&quot;label&quot;:&quot;Guided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n ordered process axis supports a shared Golden/Reference versus Affected profile.&quot;},&quot;composition_role&quot;:&quot;primary_analysis&quot;,&quot;data&quot;:[[&quot;Control&quot;,5.8],[&quot;Guided&quot;,6],[&quot;Control&quot;,5.9],[&quot;Guided&quot;,6.2],[&quot;Control&quot;,6],[&quot;Guided&quot;,6.4],[&quot;Control&quot;,6.1],[&quot;Guided&quot;,6.5],[&quot;Control&quot;,6.2],[&quot;Guided&quot;,6.8],[&quot;Control&quot;,6.2],[&quot;Guided&quot;,6.9],[&quot;Control&quot;,6.3],[&quot;Guided&quot;,7],[&quot;Control&quot;,6.4],[&quot;Guided&quot;,7.1],[&quot;Control&quot;,6.5],[&quot;Guided&quot;,7.3],[&quot;Control&quot;,6.5],[&quot;Guided&quot;,7.4],[&quot;Control&quot;,6.6],[&quot;Guided&quot;,7.5],[&quot;Control&quot;,6.7],[&quot;Guided&quot;,7.6]],&quot;dataset_id&quot;:&quot;dataset-mukcgxhl-4t1v0a&quot;,&quot;element&quot;:&quot;Line Chart&quot;,&quot;engine&quot;:&quot;CoreChartEngine&quot;,&quot;groupId&quot;:null,&quot;id&quot;:&quot;c6&quot;,&quot;locked&quot;:false,&quot;mapping&quot;:{&quot;category&quot;:&quot;cohort_2&quot;,&quot;cohort&quot;:&quot;cohort_2&quot;,&quot;series&quot;:&quot;cohort_2&quot;,&quot;status&quot;:&quot;cohort_2&quot;,&quot;value&quot;:&quot;week_1&quot;,&quot;x&quot;:&quot;week_1&quot;,&quot;y&quot;:&quot;activation_3&quot;},&quot;message_role&quot;:&quot;Primary Evidence&quot;,&quot;order&quot;:4,&quot;rows&quot;:[{&quot;label&quot;:&quot;Control&quot;,&quot;value&quot;:5.8},{&quot;label&quot;:&quot;Guided&quot;,&quot;value&quot;:6},{&quot;label&quot;:&quot;Control&quot;,&quot;value&quot;:5.9},{&quot;label&quot;:&quot;Guided&quot;,&quot;value&quot;:6.2},{&quot;label&quot;:&quot;Control&quot;,&quot;value&quot;:6},{&quot;label&quot;:&quot;Guided&quot;,&quot;value&quot;:6.4},{&quot;label&quot;:&quot;Control&quot;,&quot;value&quot;:6.1},{&quot;label&quot;:&quot;Guided&quot;,&quot;value&quot;:6.5},{&quot;label&quot;:&quot;Control&quot;,&quot;value&quot;:6.2},{&quot;label&quot;:&quot;Guided&quot;,&quot;value&quot;:6.8},{&quot;label&quot;:&quot;Control&quot;,&quot;value&quot;:6.2},{&quot;label&quot;:&quot;Guided&quot;,&quot;value&quot;:6.9},{&quot;label&quot;:&quot;Control&quot;,&quot;value&quot;:6.3},{&quot;label&quot;:&quot;Guided&quot;,&quot;value&quot;:7},{&quot;label&quot;:&quot;Control&quot;,&quot;value&quot;:6.4},{&quot;label&quot;:&quot;Guided&quot;,&quot;value&quot;:7.1},{&quot;label&quot;:&quot;Control&quot;,&quot;value&quot;:6.5},{&quot;label&quot;:&quot;Guided&quot;,&quot;value&quot;:7.3},{&quot;label&quot;:&quot;Control&quot;,&quot;value&quot;:6.5},{&quot;label&quot;:&quot;Guided&quot;,&quot;value&quot;:7.4},{&quot;label&quot;:&quot;Control&quot;,&quot;value&quot;:6.6},{&quot;label&quot;:&quot;Guided&quot;,&quot;value&quot;:7.5},{&quot;label&quot;:&quot;Control&quot;,&quot;value&quot;:6.7},{&quot;label&quot;:&quot;Guided&quot;,&quot;value&quot;:7.6}],&quot;section_id&quot;:&quot;analysis&quot;,&quot;section_title&quot;:&quot;Analysis&quot;,&quot;showTitle&quot;:true,&quot;statistical_result&quot;:null,&quot;title&quot;:&quot;Activation by weekly cohort&quot;,&quot;transform_recipe&quot;:{&quot;steps&quot;:[]},&quot;type&quot;:&quot;chart&quot;,&quot;weight&quot;:1,&quot;z&quot;:6,&quot;observations&quot;:[{&quot;label&quot;:&quot;Control&quot;,&quot;value&quot;:5.8},{&quot;label&quot;:&quot;Guided&quot;,&quot;value&quot;:6},{&quot;label&quot;:&quot;Control&quot;,&quot;value&quot;:5.9},{&quot;label&quot;:&quot;Guided&quot;,&quot;value&quot;:6.2},{&quot;label&quot;:&quot;Control&quot;,&quot;value&quot;:6},{&quot;label&quot;:&quot;Guided&quot;,&quot;value&quot;:6.4},{&quot;label&quot;:&quot;Control&quot;,&quot;value&quot;:6.1},{&quot;label&quot;:&quot;Guided&quot;,&quot;value&quot;:6.5},{&quot;label&quot;:&quot;Control&quot;,&quot;value&quot;:6.2},{&quot;label&quot;:&quot;Guided&quot;,&quot;value&quot;:6.8},{&quot;label&quot;:&quot;Control&quot;,&quot;value&quot;:6.2},{&quot;label&quot;:&quot;Guided&quot;,&quot;value&quot;:6.9},{&quot;label&quot;:&quot;Control&quot;,&quot;value&quot;:6.3},{&quot;label&quot;:&quot;Guided&quot;,&quot;value&quot;:7},{&quot;label&quot;:&quot;Control&quot;,&quot;value&quot;:6.4},{&quot;label&quot;:&quot;Guided&quot;,&quot;value&quot;:7.1},{&quot;label&quot;:&quot;Control&quot;,&quot;value&quot;:6.5},{&quot;label&quot;:&quot;Guided&quot;,&quot;value&quot;:7.3},{&quot;label&quot;:&quot;Control&quot;,&quot;value&quot;:6.5},{&quot;label&quot;:&quot;Guided&quot;,&quot;value&quot;:7.4},{&quot;label&quot;:&quot;Control&quot;,&quot;value&quot;:6.6},{&quot;label&quot;:&quot;Guided&quot;,&quot;value&quot;:7.5},{&quot;label&quot;:&quot;Control&quot;,&quot;value&quot;:6.7},{&quot;label&quot;:&quot;Guided&quot;,&quot;value&quot;:7.6}],&quot;x&quot;:775.8399999999999,&quot;y&quot;:593.31,&quot;w&quot;:810.1600000000001,&quot;h&quot;:393.16588235294125}"/>
          <p:cNvGraphicFramePr>
            <a:graphicFrameLocks noGrp="1"/>
          </p:cNvGraphicFramePr>
          <p:nvPr/>
        </p:nvGraphicFramePr>
        <p:xfrm>
          <a:off x="5911900" y="4521021"/>
          <a:ext cx="6173418" cy="29959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VIZ::Interpretation" title="Visembler report text roles: text heading, narrative interpretation" descr="VisualizerSemantic:{&quot;body&quot;:&quot;Guided activation rises from 6.0% to 7.6% while control moves from 5.8% to 6.7%. This is evidence for a measured rollout, not proof of long-term retention benefit; monitor support contacts and the first 30-day cohort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5,&quot;section_id&quot;:&quot;analysis&quot;,&quot;section_title&quot;:&quot;Interpretation&quot;,&quot;text&quot;:&quot;Guided activation rises from 6.0% to 7.6% while control moves from 5.8% to 6.7%. This is evidence for a measured rollout, not proof of long-term retention benefit; monitor support contacts and the first 30-day cohort.&quot;,&quot;title&quot;:&quot;Interpretation&quot;,&quot;type&quot;:&quot;text&quot;,&quot;weight&quot;:1,&quot;z&quot;:8,&quot;x&quot;:14.0,&quot;y&quot;:731.8929411764706,&quot;w&quot;:747.8399999999999,&quot;h&quot;:116.0}"/>
          <p:cNvSpPr/>
          <p:nvPr/>
        </p:nvSpPr>
        <p:spPr>
          <a:xfrm>
            <a:off x="106679" y="5577023"/>
            <a:ext cx="5698540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Guided activation rises from 6.0% to 7.6% while control moves from 5.8% to 6.7%. This is evidence for a measured rollout, not proof of long-term retention benefit; monitor support contacts and the first 30-day cohort.</a:t>
            </a:r>
          </a:p>
        </p:txBody>
      </p:sp>
      <p:sp>
        <p:nvSpPr>
          <p:cNvPr id="9" name="VIZ::Recommendation" title="Visembler report text roles: text heading, conclusion next step, risk decision, action status" descr="VisualizerSemantic:{&quot;composition_role&quot;:&quot;decision_risk&quot;,&quot;detail&quot;:&quot;Pause expansion if support contacts exceed 14 per 100 activations or the 30-day retention check falls below control.&quot;,&quot;element&quot;:&quot;Risk Callout&quot;,&quot;engine&quot;:&quot;DecisionCompositeEngine&quot;,&quot;groupId&quot;:null,&quot;id&quot;:&quot;c9&quot;,&quot;locked&quot;:false,&quot;message_role&quot;:&quot;Risk&quot;,&quot;order&quot;:7,&quot;section_id&quot;:&quot;decision&quot;,&quot;section_title&quot;:&quot;Recommendation&quot;,&quot;statement&quot;:&quot;Stage the guided setup rollout at 25%&quot;,&quot;status&quot;:&quot;Review&quot;,&quot;title&quot;:&quot;Recommendation&quot;,&quot;type&quot;:&quot;decision&quot;,&quot;weight&quot;:1,&quot;z&quot;:9,&quot;x&quot;:14.0,&quot;y&quot;:1020.4758823529412,&quot;w&quot;:1572.0,&quot;h&quot;:122.2}"/>
          <p:cNvSpPr/>
          <p:nvPr/>
        </p:nvSpPr>
        <p:spPr>
          <a:xfrm>
            <a:off x="106679" y="7776025"/>
            <a:ext cx="11978639" cy="9311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the guided setup rollout at 25%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support contacts exceed 14 per 100 activations or the 30-day retention check falls below control.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Activation by weekly cohort::chart-label-band"/>
          <p:cNvSpPr/>
          <p:nvPr/>
        </p:nvSpPr>
        <p:spPr>
          <a:xfrm>
            <a:off x="6035368" y="6842862"/>
            <a:ext cx="6049949" cy="6740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VIZ::Activation by weekly cohort::category-label-axis"/>
          <p:cNvCxnSpPr/>
          <p:nvPr/>
        </p:nvCxnSpPr>
        <p:spPr>
          <a:xfrm>
            <a:off x="6714444" y="6857841"/>
            <a:ext cx="5123937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Z::Activation by weekly cohort::category-label-0"/>
          <p:cNvSpPr txBox="1"/>
          <p:nvPr/>
        </p:nvSpPr>
        <p:spPr>
          <a:xfrm>
            <a:off x="6735793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</a:t>
            </a:r>
          </a:p>
        </p:txBody>
      </p:sp>
      <p:sp>
        <p:nvSpPr>
          <p:cNvPr id="14" name="VIZ::Activation by weekly cohort::category-label-1"/>
          <p:cNvSpPr txBox="1"/>
          <p:nvPr/>
        </p:nvSpPr>
        <p:spPr>
          <a:xfrm>
            <a:off x="7162788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2</a:t>
            </a:r>
          </a:p>
        </p:txBody>
      </p:sp>
      <p:sp>
        <p:nvSpPr>
          <p:cNvPr id="15" name="VIZ::Activation by weekly cohort::category-label-2"/>
          <p:cNvSpPr txBox="1"/>
          <p:nvPr/>
        </p:nvSpPr>
        <p:spPr>
          <a:xfrm>
            <a:off x="7589783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3</a:t>
            </a:r>
          </a:p>
        </p:txBody>
      </p:sp>
      <p:sp>
        <p:nvSpPr>
          <p:cNvPr id="16" name="VIZ::Activation by weekly cohort::category-label-3"/>
          <p:cNvSpPr txBox="1"/>
          <p:nvPr/>
        </p:nvSpPr>
        <p:spPr>
          <a:xfrm>
            <a:off x="8016777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</a:t>
            </a:r>
          </a:p>
        </p:txBody>
      </p:sp>
      <p:sp>
        <p:nvSpPr>
          <p:cNvPr id="17" name="VIZ::Activation by weekly cohort::category-label-4"/>
          <p:cNvSpPr txBox="1"/>
          <p:nvPr/>
        </p:nvSpPr>
        <p:spPr>
          <a:xfrm>
            <a:off x="8443772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5</a:t>
            </a:r>
          </a:p>
        </p:txBody>
      </p:sp>
      <p:sp>
        <p:nvSpPr>
          <p:cNvPr id="18" name="VIZ::Activation by weekly cohort::category-label-5"/>
          <p:cNvSpPr txBox="1"/>
          <p:nvPr/>
        </p:nvSpPr>
        <p:spPr>
          <a:xfrm>
            <a:off x="8870767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6</a:t>
            </a:r>
          </a:p>
        </p:txBody>
      </p:sp>
      <p:sp>
        <p:nvSpPr>
          <p:cNvPr id="19" name="VIZ::Activation by weekly cohort::category-label-6"/>
          <p:cNvSpPr txBox="1"/>
          <p:nvPr/>
        </p:nvSpPr>
        <p:spPr>
          <a:xfrm>
            <a:off x="9297762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7</a:t>
            </a:r>
          </a:p>
        </p:txBody>
      </p:sp>
      <p:sp>
        <p:nvSpPr>
          <p:cNvPr id="20" name="VIZ::Activation by weekly cohort::category-label-7"/>
          <p:cNvSpPr txBox="1"/>
          <p:nvPr/>
        </p:nvSpPr>
        <p:spPr>
          <a:xfrm>
            <a:off x="9724756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8</a:t>
            </a:r>
          </a:p>
        </p:txBody>
      </p:sp>
      <p:sp>
        <p:nvSpPr>
          <p:cNvPr id="21" name="VIZ::Activation by weekly cohort::category-label-8"/>
          <p:cNvSpPr txBox="1"/>
          <p:nvPr/>
        </p:nvSpPr>
        <p:spPr>
          <a:xfrm>
            <a:off x="10151751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9</a:t>
            </a:r>
          </a:p>
        </p:txBody>
      </p:sp>
      <p:sp>
        <p:nvSpPr>
          <p:cNvPr id="22" name="VIZ::Activation by weekly cohort::category-label-9"/>
          <p:cNvSpPr txBox="1"/>
          <p:nvPr/>
        </p:nvSpPr>
        <p:spPr>
          <a:xfrm>
            <a:off x="10578746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10</a:t>
            </a:r>
          </a:p>
        </p:txBody>
      </p:sp>
      <p:sp>
        <p:nvSpPr>
          <p:cNvPr id="23" name="VIZ::Activation by weekly cohort::category-label-10"/>
          <p:cNvSpPr txBox="1"/>
          <p:nvPr/>
        </p:nvSpPr>
        <p:spPr>
          <a:xfrm>
            <a:off x="11005741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11</a:t>
            </a:r>
          </a:p>
        </p:txBody>
      </p:sp>
      <p:sp>
        <p:nvSpPr>
          <p:cNvPr id="24" name="VIZ::Activation by weekly cohort::category-label-11"/>
          <p:cNvSpPr txBox="1"/>
          <p:nvPr/>
        </p:nvSpPr>
        <p:spPr>
          <a:xfrm>
            <a:off x="11432735" y="6887800"/>
            <a:ext cx="38429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12</a:t>
            </a:r>
          </a:p>
        </p:txBody>
      </p:sp>
      <p:sp>
        <p:nvSpPr>
          <p:cNvPr id="25" name="VIZ::Activation by weekly cohort::legend-marker-0"/>
          <p:cNvSpPr/>
          <p:nvPr/>
        </p:nvSpPr>
        <p:spPr>
          <a:xfrm>
            <a:off x="6801578" y="7335398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ctivation by weekly cohort::legend-label-0"/>
          <p:cNvSpPr txBox="1"/>
          <p:nvPr/>
        </p:nvSpPr>
        <p:spPr>
          <a:xfrm>
            <a:off x="6903178" y="7217352"/>
            <a:ext cx="2315201" cy="299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Control</a:t>
            </a:r>
          </a:p>
        </p:txBody>
      </p:sp>
      <p:sp>
        <p:nvSpPr>
          <p:cNvPr id="27" name="VIZ::Activation by weekly cohort::legend-marker-1"/>
          <p:cNvSpPr/>
          <p:nvPr/>
        </p:nvSpPr>
        <p:spPr>
          <a:xfrm>
            <a:off x="9332679" y="7335398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ctivation by weekly cohort::legend-label-1"/>
          <p:cNvSpPr txBox="1"/>
          <p:nvPr/>
        </p:nvSpPr>
        <p:spPr>
          <a:xfrm>
            <a:off x="9434279" y="7217352"/>
            <a:ext cx="2315201" cy="299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Guided</a:t>
            </a:r>
          </a:p>
        </p:txBody>
      </p:sp>
      <p:graphicFrame>
        <p:nvGraphicFramePr>
          <p:cNvPr id="29" name="VIZ::Evidence and decision checks" descr="VisualizerSemantic:{&quot;composition_role&quot;:&quot;detailed_evidence&quot;,&quot;customTable&quot;:{&quot;headers&quot;:[&quot;Cohort&quot;,&quot;Accounts&quot;,&quot;Activation&quot;,&quot;Guardrail&quot;],&quot;rows&quot;:[[&quot;Control&quot;,1420,&quot;6.7%&quot;,&quot;Support stable&quot;],[&quot;Guided&quot;,1438,&quot;7.6%&quot;,&quot;Review week-1 contacts&quot;],[&quot;Early support&quot;,312,&quot;12.8 / 100&quot;,&quot;Below 14 stop line&quot;]]},&quot;element&quot;:&quot;Clean Table&quot;,&quot;engine&quot;:&quot;TableEngine&quot;,&quot;groupId&quot;:null,&quot;id&quot;:&quot;c7&quot;,&quot;locked&quot;:false,&quot;message_role&quot;:&quot;Primary Evidence&quot;,&quot;order&quot;:6,&quot;rows&quot;:[[&quot;Control&quot;,1420,&quot;6.7%&quot;,&quot;Support stable&quot;],[&quot;Guided&quot;,1438,&quot;7.6%&quot;,&quot;Review week-1 contacts&quot;],[&quot;Early support&quot;,312,&quot;12.8 / 100&quot;,&quot;Below 14 stop line&quot;]],&quot;section_id&quot;:&quot;evidence&quot;,&quot;section_title&quot;:&quot;Experiment evidence&quot;,&quot;showTitle&quot;:true,&quot;title&quot;:&quot;Evidence and decision checks&quot;,&quot;type&quot;:&quot;table&quot;,&quot;weight&quot;:1,&quot;z&quot;:7,&quot;x&quot;:14.0,&quot;y&quot;:183.76,&quot;w&quot;:1572.0,&quot;h&quot;:375.55}"/>
          <p:cNvGraphicFramePr>
            <a:graphicFrameLocks noGrp="1"/>
          </p:cNvGraphicFramePr>
          <p:nvPr/>
        </p:nvGraphicFramePr>
        <p:xfrm>
          <a:off x="106679" y="1400251"/>
          <a:ext cx="11978639" cy="286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7154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Guardrail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Support stable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Review week-1 contacts</a:t>
                      </a:r>
                    </a:p>
                  </a:txBody>
                  <a:tcPr/>
                </a:tc>
              </a:tr>
              <a:tr h="7154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Early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12.8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14 stop 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12,&quot;missing&quot;:0},&quot;semantic_tags&quot;:[],&quot;type&quot;:&quot;integer&quot;,&quot;unit&quot;:&quot;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activation_3&quot;,&quot;name&quot;:&quot;Activation&quot;,&quot;nullable&quot;:false,&quot;profile&quot;:{&quot;distinct&quot;:18,&quot;missing&quot;:0},&quot;semantic_tags&quot;:[],&quot;type&quot;:&quot;number&quot;,&quot;unit&quot;:&quot;&quot;}],&quot;id&quot;:&quot;dataset-mukcgxhl-4t1v0a&quot;,&quot;metadata&quot;:{&quot;header&quot;:{&quot;confidence&quot;:1,&quot;present&quot;:true,&quot;source_row&quot;:0}},&quot;name&quot;:&quot;Pasted data&quot;,&quot;revision&quot;:1,&quot;rows&quot;:[[1,&quot;Control&quot;,5.8],[1,&quot;Guided&quot;,6],[2,&quot;Control&quot;,5.9],[2,&quot;Guided&quot;,6.2],[3,&quot;Control&quot;,6],[3,&quot;Guided&quot;,6.4],[4,&quot;Control&quot;,6.1],[4,&quot;Guided&quot;,6.5],[5,&quot;Control&quot;,6.2],[5,&quot;Guided&quot;,6.8],[6,&quot;Control&quot;,6.2],[6,&quot;Guided&quot;,6.9],[7,&quot;Control&quot;,6.3],[7,&quot;Guided&quot;,7],[8,&quot;Control&quot;,6.4],[8,&quot;Guided&quot;,7.1],[9,&quot;Control&quot;,6.5],[9,&quot;Guided&quot;,7.3],[10,&quot;Control&quot;,6.5],[10,&quot;Guided&quot;,7.4],[11,&quot;Control&quot;,6.6],[11,&quot;Guided&quot;,7.5],[12,&quot;Control&quot;,6.7],[12,&quot;Guided&quot;,7.6]],&quot;source&quot;:{&quot;imported_at&quot;:&quot;2026-09-27T21:42:29.001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activation_2&quot;,&quot;name&quot;:&quot;Activation&quot;,&quot;nullable&quot;:false,&quot;profile&quot;:{&quot;distinct&quot;:12,&quot;missing&quot;:0},&quot;semantic_tags&quot;:[],&quot;type&quot;:&quot;number&quot;,&quot;unit&quot;:&quot;&quot;}],&quot;id&quot;:&quot;dataset-mukcgzm9-329zn2&quot;,&quot;metadata&quot;:{&quot;header&quot;:{&quot;confidence&quot;:1,&quot;present&quot;:true,&quot;source_row&quot;:0}},&quot;name&quot;:&quot;Pasted data&quot;,&quot;revision&quot;:1,&quot;rows&quot;:[[&quot;Control&quot;,5.8],[&quot;Control&quot;,5.9],[&quot;Control&quot;,6],[&quot;Control&quot;,6.1],[&quot;Control&quot;,6.2],[&quot;Control&quot;,6.2],[&quot;Control&quot;,6.3],[&quot;Control&quot;,6.4],[&quot;Guided&quot;,6],[&quot;Guided&quot;,6.2],[&quot;Guided&quot;,6.4],[&quot;Guided&quot;,6.5],[&quot;Guided&quot;,6.8],[&quot;Guided&quot;,6.9],[&quot;Guided&quot;,7.1],[&quot;Guided&quot;,7.6]],&quot;source&quot;:{&quot;imported_at&quot;:&quot;2026-09-27T21:42:31.761Z&quot;,&quot;kind&quot;:&quot;clipboard&quot;,&quot;label&quot;:&quot;TSV&quot;},&quot;warnings&quot;:[]}],&quot;groups&quot;:{},&quot;items&quot;:[{&quot;body&quot;:&quot;Guided setup lifts activation in the observed cohorts; expand in stages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Guided setup lifts activation in the observed cohorts; expand in stages.&quot;,&quot;title&quot;:&quot;Executive Statement&quot;,&quot;type&quot;:&quot;text&quot;,&quot;weight&quot;:1,&quot;z&quot;:1},{&quot;body&quot;:&quot;Aster Workspace · 12 weekly cohorts · randomized control/guided assignment · product analytics refreshed 27 Sep 2026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Aster Workspace · 12 weekly cohorts · randomized control/guided assignment · product analytics refreshed 27 Sep 2026.&quot;,&quot;title&quot;:&quot;Hypothesis and context&quot;,&quot;type&quot;:&quot;text&quot;,&quot;weight&quot;:1,&quot;z&quot;:2},{&quot;capability_overrides&quot;:{&quot;target&quot;:7},&quot;composition_role&quot;:&quot;hero_metric&quot;,&quot;delta&quot;:&quot;+1.6 pp&quot;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7,&quot;title&quot;:&quot;Guided activation · latest cohort&quot;,&quot;type&quot;:&quot;metric&quot;,&quot;unit&quot;:&quot;%&quot;,&quot;value&quot;:7.6,&quot;weight&quot;:1,&quot;z&quot;:3},{&quot;after&quot;:7.6,&quot;before&quot;:6.7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Control versus guided activation&quot;,&quot;type&quot;:&quot;comparison&quot;,&quot;unit&quot;:&quot;%&quot;,&quot;weight&quot;:1,&quot;z&quot;:4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week_1&quot;,&quot;name&quot;:&quot;Week&quot;,&quot;nullable&quot;:false,&quot;profile&quot;:{&quot;distinct&quot;:12,&quot;missing&quot;:0},&quot;semantic_tags&quot;:[],&quot;type&quot;:&quot;integer&quot;,&quot;unit&quot;:&quot;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activation_3&quot;,&quot;name&quot;:&quot;Activation&quot;,&quot;nullable&quot;:false,&quot;profile&quot;:{&quot;distinct&quot;:18,&quot;missing&quot;:0},&quot;semantic_tags&quot;:[],&quot;type&quot;:&quot;number&quot;,&quot;unit&quot;:&quot;&quot;}],&quot;id&quot;:&quot;dataset-mukcgxhl-4t1v0a&quot;,&quot;metadata&quot;:{&quot;header&quot;:{&quot;confidence&quot;:1,&quot;present&quot;:true,&quot;source_row&quot;:0}},&quot;name&quot;:&quot;Pasted data&quot;,&quot;revision&quot;:1,&quot;rows&quot;:[[1,&quot;Control&quot;,5.8],[1,&quot;Guided&quot;,6],[2,&quot;Control&quot;,5.9],[2,&quot;Guided&quot;,6.2],[3,&quot;Control&quot;,6],[3,&quot;Guided&quot;,6.4],[4,&quot;Control&quot;,6.1],[4,&quot;Guided&quot;,6.5],[5,&quot;Control&quot;,6.2],[5,&quot;Guided&quot;,6.8],[6,&quot;Control&quot;,6.2],[6,&quot;Guided&quot;,6.9],[7,&quot;Control&quot;,6.3],[7,&quot;Guided&quot;,7],[8,&quot;Control&quot;,6.4],[8,&quot;Guided&quot;,7.1],[9,&quot;Control&quot;,6.5],[9,&quot;Guided&quot;,7.3],[10,&quot;Control&quot;,6.5],[10,&quot;Guided&quot;,7.4],[11,&quot;Control&quot;,6.6],[11,&quot;Guided&quot;,7.5],[12,&quot;Control&quot;,6.7],[12,&quot;Guided&quot;,7.6]],&quot;source&quot;:{&quot;imported_at&quot;:&quot;2026-09-27T21:42:29.001Z&quot;,&quot;kind&quot;:&quot;clipboard&quot;,&quot;label&quot;:&quot;TSV&quot;},&quot;warnings&quot;:[]},&quot;dataset_id&quot;:&quot;dataset-mukcgxhl-4t1v0a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cohort_2&quot;,&quot;cohort&quot;:&quot;cohort_2&quot;,&quot;series&quot;:&quot;cohort_2&quot;,&quot;status&quot;:&quot;cohort_2&quot;,&quot;value&quot;:&quot;week_1&quot;,&quot;x&quot;:&quot;week_1&quot;,&quot;y&quot;:&quot;activation_3&quot;},&quot;recipe&quot;:null,&quot;recommendations&quot;:[{&quot;confidence&quot;:0.99,&quot;mapping&quot;:{&quot;category&quot;:&quot;cohort_2&quot;,&quot;cohort&quot;:&quot;cohort_2&quot;,&quot;status&quot;:&quot;cohort_2&quot;,&quot;value&quot;:&quot;week_1&quot;,&quot;x&quot;:&quot;cohort_2&quot;,&quot;y&quot;:&quot;week_1&quot;},&quot;reason&quot;:&quot;An ordered process axis supports a shared Golden/Reference versus Affected profile.&quot;,&quot;type&quot;:&quot;Golden vs Affected Profile&quot;},{&quot;confidence&quot;:0.96,&quot;mapping&quot;:{&quot;category&quot;:&quot;cohort_2&quot;,&quot;cohort&quot;:&quot;cohort_2&quot;,&quot;status&quot;:&quot;cohort_2&quot;,&quot;value&quot;:&quot;week_1&quot;,&quot;x&quot;:&quot;cohort_2&quot;,&quot;y&quot;:&quot;week_1&quot;},&quot;reason&quot;:&quot;Cohort and measurement fields support an observed shared-scale distribution comparison.&quot;,&quot;type&quot;:&quot;Control vs Affected Distribution&quot;},{&quot;confidence&quot;:0.93,&quot;mapping&quot;:{&quot;category&quot;:&quot;cohort_2&quot;,&quot;cohort&quot;:&quot;cohort_2&quot;,&quot;status&quot;:&quot;cohort_2&quot;,&quot;value&quot;:&quot;week_1&quot;,&quot;x&quot;:&quot;cohort_2&quot;,&quot;y&quot;:&quot;week_1&quot;},&quot;reason&quot;:&quot;A horizontal field and numeric measure are available.&quot;,&quot;type&quot;:&quot;Line Chart&quot;},{&quot;confidence&quot;:0.9,&quot;mapping&quot;:{&quot;category&quot;:&quot;cohort_2&quot;,&quot;cohort&quot;:&quot;cohort_2&quot;,&quot;status&quot;:&quot;cohort_2&quot;,&quot;value&quot;:&quot;week_1&quot;,&quot;x&quot;:&quot;cohort_2&quot;,&quot;y&quot;:&quot;week_1&quot;},&quot;reason&quot;:&quot;A shared axis can compare multiple runs when a series field is available.&quot;,&quot;type&quot;:&quot;Multi-Line&quot;},{&quot;confidence&quot;:0.9,&quot;mapping&quot;:{&quot;category&quot;:&quot;cohort_2&quot;,&quot;cohort&quot;:&quot;cohort_2&quot;,&quot;status&quot;:&quot;cohort_2&quot;,&quot;value&quot;:&quot;week_1&quot;,&quot;x&quot;:&quot;cohort_2&quot;,&quot;y&quot;:&quot;week_1&quot;},&quot;reason&quot;:&quot;A category and measured value are available.&quot;,&quot;type&quot;:&quot;Vertical Bar&quot;},{&quot;confidence&quot;:0.87,&quot;mapping&quot;:{&quot;category&quot;:&quot;cohort_2&quot;,&quot;cohort&quot;:&quot;cohort_2&quot;,&quot;status&quot;:&quot;cohort_2&quot;,&quot;value&quot;:&quot;week_1&quot;,&quot;x&quot;:&quot;cohort_2&quot;,&quot;y&quot;:&quot;week_1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cohort_2&quot;,&quot;id&quot;:&quot;series-1&quot;,&quot;key&quot;:&quot;Control&quot;,&quot;label&quot;:&quot;Control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cohort_2&quot;,&quot;id&quot;:&quot;series-2&quot;,&quot;key&quot;:&quot;Guided&quot;,&quot;label&quot;:&quot;Guided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n ordered process axis supports a shared Golden/Reference versus Affected profile.&quot;},&quot;composition_role&quot;:&quot;primary_analysis&quot;,&quot;data&quot;:[[1,5.8],[1,6],[2,5.9],[2,6.2],[3,6],[3,6.4],[4,6.1],[4,6.5],[5,6.2],[5,6.8],[6,6.2],[6,6.9],[7,6.3],[7,7],[8,6.4],[8,7.1],[9,6.5],[9,7.3],[10,6.5],[10,7.4],[11,6.6],[11,7.5],[12,6.7],[12,7.6]],&quot;dataset_id&quot;:&quot;dataset-mukcgxhl-4t1v0a&quot;,&quot;element&quot;:&quot;Line Chart&quot;,&quot;engine&quot;:&quot;CoreChartEngine&quot;,&quot;groupId&quot;:null,&quot;id&quot;:&quot;c6&quot;,&quot;locked&quot;:false,&quot;mapping&quot;:{&quot;category&quot;:&quot;cohort_2&quot;,&quot;cohort&quot;:&quot;cohort_2&quot;,&quot;series&quot;:&quot;cohort_2&quot;,&quot;status&quot;:&quot;cohort_2&quot;,&quot;value&quot;:&quot;week_1&quot;,&quot;x&quot;:&quot;week_1&quot;,&quot;y&quot;:&quot;activation_3&quot;},&quot;message_role&quot;:&quot;Primary Evidence&quot;,&quot;order&quot;:4,&quot;rows&quot;:[{&quot;label&quot;:1,&quot;value&quot;:5.8},{&quot;label&quot;:1,&quot;value&quot;:6},{&quot;label&quot;:2,&quot;value&quot;:5.9},{&quot;label&quot;:2,&quot;value&quot;:6.2},{&quot;label&quot;:3,&quot;value&quot;:6},{&quot;label&quot;:3,&quot;value&quot;:6.4},{&quot;label&quot;:4,&quot;value&quot;:6.1},{&quot;label&quot;:4,&quot;value&quot;:6.5},{&quot;label&quot;:5,&quot;value&quot;:6.2},{&quot;label&quot;:5,&quot;value&quot;:6.8},{&quot;label&quot;:6,&quot;value&quot;:6.2},{&quot;label&quot;:6,&quot;value&quot;:6.9},{&quot;label&quot;:7,&quot;value&quot;:6.3},{&quot;label&quot;:7,&quot;value&quot;:7},{&quot;label&quot;:8,&quot;value&quot;:6.4},{&quot;label&quot;:8,&quot;value&quot;:7.1},{&quot;label&quot;:9,&quot;value&quot;:6.5},{&quot;label&quot;:9,&quot;value&quot;:7.3},{&quot;label&quot;:10,&quot;value&quot;:6.5},{&quot;label&quot;:10,&quot;value&quot;:7.4},{&quot;label&quot;:11,&quot;value&quot;:6.6},{&quot;label&quot;:11,&quot;value&quot;:7.5},{&quot;label&quot;:12,&quot;value&quot;:6.7},{&quot;label&quot;:12,&quot;value&quot;:7.6}],&quot;section_id&quot;:&quot;analysis&quot;,&quot;section_title&quot;:&quot;Analysis&quot;,&quot;showTitle&quot;:true,&quot;statistical_result&quot;:null,&quot;title&quot;:&quot;Activation by weekly cohort&quot;,&quot;transform_recipe&quot;:{&quot;steps&quot;:[]},&quot;type&quot;:&quot;chart&quot;,&quot;weight&quot;:1,&quot;z&quot;:6},{&quot;composition_role&quot;:&quot;detailed_evidence&quot;,&quot;customTable&quot;:{&quot;headers&quot;:[&quot;Cohort&quot;,&quot;Accounts&quot;,&quot;Activation&quot;,&quot;Guardrail&quot;],&quot;rows&quot;:[[&quot;Control&quot;,1420,&quot;6.7%&quot;,&quot;Support stable&quot;],[&quot;Guided&quot;,1438,&quot;7.6%&quot;,&quot;Review week-1 contacts&quot;],[&quot;Early support&quot;,312,&quot;12.8 / 100&quot;,&quot;Below 14 stop line&quot;]]},&quot;element&quot;:&quot;Clean Table&quot;,&quot;engine&quot;:&quot;TableEngine&quot;,&quot;groupId&quot;:null,&quot;id&quot;:&quot;c7&quot;,&quot;locked&quot;:false,&quot;message_role&quot;:&quot;Primary Evidence&quot;,&quot;order&quot;:6,&quot;rows&quot;:[[&quot;Control&quot;,1420,&quot;6.7%&quot;,&quot;Support stable&quot;],[&quot;Guided&quot;,1438,&quot;7.6%&quot;,&quot;Review week-1 contacts&quot;],[&quot;Early support&quot;,312,&quot;12.8 / 100&quot;,&quot;Below 14 stop line&quot;]],&quot;section_id&quot;:&quot;evidence&quot;,&quot;section_title&quot;:&quot;Experiment evidence&quot;,&quot;showTitle&quot;:true,&quot;title&quot;:&quot;Evidence and decision checks&quot;,&quot;type&quot;:&quot;table&quot;,&quot;weight&quot;:1,&quot;z&quot;:7},{&quot;body&quot;:&quot;Guided activation rises from 6.0% to 7.6% while control moves from 5.8% to 6.7%. This is evidence for a measured rollout, not proof of long-term retention benefit; monitor support contacts and the first 30-day cohort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5,&quot;section_id&quot;:&quot;analysis&quot;,&quot;section_title&quot;:&quot;Interpretation&quot;,&quot;text&quot;:&quot;Guided activation rises from 6.0% to 7.6% while control moves from 5.8% to 6.7%. This is evidence for a measured rollout, not proof of long-term retention benefit; monitor support contacts and the first 30-day cohort.&quot;,&quot;title&quot;:&quot;Interpretation&quot;,&quot;type&quot;:&quot;text&quot;,&quot;weight&quot;:1,&quot;z&quot;:8},{&quot;composition_role&quot;:&quot;decision_risk&quot;,&quot;detail&quot;:&quot;Pause expansion if support contacts exceed 14 per 100 activations or the 30-day retention check falls below control.&quot;,&quot;element&quot;:&quot;Risk Callout&quot;,&quot;engine&quot;:&quot;DecisionCompositeEngine&quot;,&quot;groupId&quot;:null,&quot;id&quot;:&quot;c9&quot;,&quot;locked&quot;:false,&quot;message_role&quot;:&quot;Risk&quot;,&quot;order&quot;:7,&quot;section_id&quot;:&quot;decision&quot;,&quot;section_title&quot;:&quot;Recommendation&quot;,&quot;statement&quot;:&quot;Stage the guided setup rollout at 25%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