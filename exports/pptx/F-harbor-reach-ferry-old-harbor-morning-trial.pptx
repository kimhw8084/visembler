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1205483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>
                <a:latin typeface="Arial"/>
              </a:defRPr>
            </a:pPr>
            <a:r>
              <a:t>Queue by pier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Queue hours</c:v>
                </c:pt>
              </c:strCache>
            </c:strRef>
          </c:tx>
          <c:spPr>
            <a:ln>
              <a:solidFill>
                <a:srgbClr val="1769D1"/>
              </a:solidFill>
            </a:ln>
          </c:spPr>
          <c:cat>
            <c:strRef>
              <c:f>Sheet1!$A$2:$A$5</c:f>
              <c:strCache>
                <c:ptCount val="4"/>
                <c:pt idx="0">
                  <c:v>North Ferry</c:v>
                </c:pt>
                <c:pt idx="1">
                  <c:v>River Bend</c:v>
                </c:pt>
                <c:pt idx="2">
                  <c:v>Old Harbor</c:v>
                </c:pt>
                <c:pt idx="3">
                  <c:v>East Lock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0.6</c:v>
                </c:pt>
                <c:pt idx="1">
                  <c:v>0.9</c:v>
                </c:pt>
                <c:pt idx="2">
                  <c:v>1.1</c:v>
                </c:pt>
                <c:pt idx="3">
                  <c:v>0.8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.125"/>
          <c:min val="0.575"/>
        </c:scaling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IZ::Body Narrative" title="Visembler report text roles: text heading, context subhead" descr="VisualizerSemantic:{&quot;body&quot;:&quot;Harbor Reach Ferry · 4 piers · weekday morning departures · refreshed 27 Sep 2026 · owner: Service Planning.&quot;,&quot;composition_role&quot;:&quot;context&quot;,&quot;element&quot;:&quot;Body Narrative&quot;,&quot;engine&quot;:&quot;TextEngine&quot;,&quot;groupId&quot;:null,&quot;h&quot;:72.0,&quot;id&quot;:&quot;c3&quot;,&quot;locked&quot;:false,&quot;message_role&quot;:&quot;Context&quot;,&quot;order&quot;:0,&quot;section_id&quot;:&quot;operating-evidence&quot;,&quot;section_title&quot;:&quot;Operating evidence&quot;,&quot;showTitle&quot;:false,&quot;text&quot;:&quot;Harbor Reach Ferry · 4 piers · weekday morning departures · refreshed 27 Sep 2026 · owner: Service Planning.&quot;,&quot;textAlign&quot;:&quot;left&quot;,&quot;title&quot;:&quot;Body Narrative&quot;,&quot;type&quot;:&quot;text&quot;,&quot;w&quot;:747.8399999999999,&quot;weight&quot;:1.1,&quot;x&quot;:14.0,&quot;y&quot;:152.0,&quot;z&quot;:3}"/>
          <p:cNvSpPr/>
          <p:nvPr/>
        </p:nvSpPr>
        <p:spPr>
          <a:xfrm>
            <a:off x="106680" y="1158239"/>
            <a:ext cx="5698540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Body Narrative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74A60"/>
                </a:solidFill>
                <a:latin typeface="Arial Narrow"/>
              </a:rPr>
              <a:t>Harbor Reach Ferry · 4 piers · weekday morning departures · refreshed 27 Sep 2026 · owner: Service Planning.</a:t>
            </a:r>
          </a:p>
        </p:txBody>
      </p:sp>
      <p:sp>
        <p:nvSpPr>
          <p:cNvPr id="3" name="VIZ::Body Narrative" title="Visembler report text roles: text heading, narrative interpretation" descr="VisualizerSemantic:{&quot;body&quot;:&quot;Observed queue times range from 0.6 to 1.1 hours. Old Harbor is the highest of the four piers but remains below the 1.5-hour stop line. This short window supports a reversible schedule test only; it does not establish a seasonal pattern.&quot;,&quot;composition_role&quot;:&quot;narrative_interpretation&quot;,&quot;element&quot;:&quot;Body Narrative&quot;,&quot;engine&quot;:&quot;TextEngine&quot;,&quot;groupId&quot;:null,&quot;h&quot;:134.56,&quot;id&quot;:&quot;c4&quot;,&quot;locked&quot;:false,&quot;message_role&quot;:&quot;Context&quot;,&quot;order&quot;:1,&quot;section_id&quot;:&quot;operating-evidence&quot;,&quot;section_title&quot;:&quot;Operating evidence&quot;,&quot;showTitle&quot;:false,&quot;text&quot;:&quot;Observed queue times range from 0.6 to 1.1 hours. Old Harbor is the highest of the four piers but remains below the 1.5-hour stop line. This short window supports a reversible schedule test only; it does not establish a seasonal pattern.&quot;,&quot;textAlign&quot;:&quot;left&quot;,&quot;title&quot;:&quot;Body Narrative&quot;,&quot;type&quot;:&quot;text&quot;,&quot;w&quot;:1572.0,&quot;weight&quot;:1.1,&quot;x&quot;:14.0,&quot;y&quot;:344.0,&quot;z&quot;:4}"/>
          <p:cNvSpPr/>
          <p:nvPr/>
        </p:nvSpPr>
        <p:spPr>
          <a:xfrm>
            <a:off x="106680" y="2621279"/>
            <a:ext cx="11978639" cy="1025347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21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Body Narrative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150" b="0" i="0">
                <a:solidFill>
                  <a:srgbClr val="253649"/>
                </a:solidFill>
                <a:latin typeface="Arial"/>
              </a:rPr>
              <a:t>Observed queue times range from 0.6 to 1.1 hours. Old Harbor is the highest of the four piers but remains below the 1.5-hour stop line. This short window supports a reversible schedule test only; it does not establish a seasonal pattern.</a:t>
            </a:r>
          </a:p>
        </p:txBody>
      </p:sp>
      <p:graphicFrame>
        <p:nvGraphicFramePr>
          <p:cNvPr id="12" name="VIZ::Queue by pier" descr="VisualizerSemantic:{&quot;brush&quot;:[0,4],&quot;composition_role&quot;:&quot;primary_analysis&quot;,&quot;cross&quot;:null,&quot;data&quot;:[[&quot;North Ferry&quot;,0.6],[&quot;River Bend&quot;,0.9],[&quot;Old Harbor&quot;,1.1],[&quot;East Lock&quot;,0.8]],&quot;dataset_id&quot;:&quot;dataset-mukci0vg-syyah0&quot;,&quot;drill&quot;:null,&quot;element&quot;:&quot;Line Chart&quot;,&quot;engine&quot;:&quot;CoreChartEngine&quot;,&quot;groupId&quot;:null,&quot;h&quot;:377.59999999999997,&quot;id&quot;:&quot;c1&quot;,&quot;locked&quot;:false,&quot;mapping&quot;:{&quot;category&quot;:&quot;pier_1&quot;,&quot;value&quot;:&quot;queue_hours_2&quot;,&quot;x&quot;:&quot;pier_1&quot;,&quot;y&quot;:&quot;queue_hours_2&quot;},&quot;message_role&quot;:&quot;Primary Evidence&quot;,&quot;order&quot;:3,&quot;revealed&quot;:true,&quot;rows&quot;:[{&quot;label&quot;:&quot;North Ferry&quot;,&quot;value&quot;:0.6},{&quot;label&quot;:&quot;River Bend&quot;,&quot;value&quot;:0.9},{&quot;label&quot;:&quot;Old Harbor&quot;,&quot;value&quot;:1.1},{&quot;label&quot;:&quot;East Lock&quot;,&quot;value&quot;:0.8}],&quot;section_id&quot;:&quot;analysis&quot;,&quot;section_title&quot;:&quot;Analysis&quot;,&quot;showTitle&quot;:true,&quot;textAlign&quot;:&quot;left&quot;,&quot;title&quot;:&quot;Queue by pier&quot;,&quot;type&quot;:&quot;chart&quot;,&quot;variant&quot;:&quot;line&quot;,&quot;w&quot;:778.0848484848484,&quot;weight&quot;:1.8,&quot;x&quot;:410.9575757575758,&quot;y&quot;:512.56,&quot;z&quot;:1,&quot;observations&quot;:[{&quot;label&quot;:&quot;North Ferry&quot;,&quot;value&quot;:0.6},{&quot;label&quot;:&quot;River Bend&quot;,&quot;value&quot;:0.9},{&quot;label&quot;:&quot;Old Harbor&quot;,&quot;value&quot;:1.1},{&quot;label&quot;:&quot;East Lock&quot;,&quot;value&quot;:0.8}]}"/>
          <p:cNvGraphicFramePr>
            <a:graphicFrameLocks noGrp="1"/>
          </p:cNvGraphicFramePr>
          <p:nvPr/>
        </p:nvGraphicFramePr>
        <p:xfrm>
          <a:off x="3131496" y="3905706"/>
          <a:ext cx="5929006" cy="287731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VIZ::Hero Title" title="Visembler report text roles: text heading, report headline" descr="VisualizerSemantic:{&quot;body&quot;:&quot;Run one Old Harbor morning trial; keep the other piers unchanged.&quot;,&quot;composition_role&quot;:&quot;report_headline&quot;,&quot;element&quot;:&quot;Hero Title&quot;,&quot;engine&quot;:&quot;TextEngine&quot;,&quot;groupId&quot;:null,&quot;h&quot;:122.93120000000002,&quot;id&quot;:&quot;c2&quot;,&quot;locked&quot;:false,&quot;message_role&quot;:&quot;Headline&quot;,&quot;order&quot;:4,&quot;section_id&quot;:&quot;decision&quot;,&quot;section_order&quot;:4,&quot;section_title&quot;:&quot;Decision&quot;,&quot;showTitle&quot;:false,&quot;text&quot;:&quot;Run one Old Harbor morning trial; keep the other piers unchanged.&quot;,&quot;textAlign&quot;:&quot;left&quot;,&quot;title&quot;:&quot;Hero Title&quot;,&quot;type&quot;:&quot;text&quot;,&quot;w&quot;:965.96,&quot;weight&quot;:1.1,&quot;x&quot;:14.0,&quot;y&quot;:924.1599999999999,&quot;z&quot;:2}"/>
          <p:cNvSpPr/>
          <p:nvPr/>
        </p:nvSpPr>
        <p:spPr>
          <a:xfrm>
            <a:off x="106680" y="7042098"/>
            <a:ext cx="7360614" cy="936736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Hero Title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750" b="1" i="0">
                <a:solidFill>
                  <a:srgbClr val="172B43"/>
                </a:solidFill>
                <a:latin typeface="Arial"/>
              </a:rPr>
              <a:t>Run one Old Harbor morning trial; keep the other piers unchanged.</a:t>
            </a:r>
          </a:p>
        </p:txBody>
      </p:sp>
      <p:sp>
        <p:nvSpPr>
          <p:cNvPr id="7" name="VIZ::Old Harbor queue KPI" title="Visembler report text roles: metric title, metric value" descr="VisualizerSemantic:{&quot;capability_overrides&quot;:{&quot;target&quot;:1.5},&quot;composition_role&quot;:&quot;hero_metric&quot;,&quot;delta&quot;:&quot;-0.4 h&quot;,&quot;element&quot;:&quot;Hero KPI&quot;,&quot;engine&quot;:&quot;MetricEngine&quot;,&quot;groupId&quot;:null,&quot;h&quot;:186.0,&quot;id&quot;:&quot;c5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h&quot;},&quot;order&quot;:5,&quot;period&quot;:&quot;vs prior period&quot;,&quot;section_id&quot;:&quot;decision&quot;,&quot;section_order&quot;:4,&quot;section_title&quot;:&quot;Decision&quot;,&quot;showTitle&quot;:true,&quot;target&quot;:1.5,&quot;textAlign&quot;:&quot;left&quot;,&quot;title&quot;:&quot;Old Harbor queue&quot;,&quot;type&quot;:&quot;metric&quot;,&quot;unit&quot;:&quot;h&quot;,&quot;value&quot;:1.1,&quot;w&quot;:1572.0,&quot;weight&quot;:1.15,&quot;x&quot;:14.0,&quot;y&quot;:1055.0911999999998,&quot;z&quot;:5}"/>
          <p:cNvSpPr/>
          <p:nvPr/>
        </p:nvSpPr>
        <p:spPr>
          <a:xfrm>
            <a:off x="106680" y="8039794"/>
            <a:ext cx="11978639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Old Harbor queue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400" b="1" i="0">
                <a:solidFill>
                  <a:srgbClr val="17324E"/>
                </a:solidFill>
                <a:latin typeface="Arial"/>
              </a:rPr>
              <a:t>1.1 h</a:t>
            </a:r>
          </a:p>
        </p:txBody>
      </p:sp>
      <p:sp>
        <p:nvSpPr>
          <p:cNvPr id="8" name="VIZ::Pier queue · lowest to highest KPI" title="Visembler report text roles: metric title, comparison value" descr="VisualizerSemantic:{&quot;after&quot;:1.1,&quot;before&quot;:0.6,&quot;composition_role&quot;:&quot;supporting_analysis&quot;,&quot;element&quot;:&quot;Before/After KPI&quot;,&quot;engine&quot;:&quot;ComparisonEngine&quot;,&quot;groupId&quot;:null,&quot;h&quot;:196.0,&quot;id&quot;:&quot;c6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h&quot;},&quot;order&quot;:6,&quot;section_id&quot;:&quot;decision&quot;,&quot;section_order&quot;:4,&quot;section_title&quot;:&quot;Decision&quot;,&quot;showTitle&quot;:true,&quot;textAlign&quot;:&quot;left&quot;,&quot;title&quot;:&quot;Pier queue · lowest to highest&quot;,&quot;type&quot;:&quot;comparison&quot;,&quot;unit&quot;:&quot;h&quot;,&quot;w&quot;:1572.0,&quot;weight&quot;:1.15,&quot;x&quot;:14.0,&quot;y&quot;:1256.0911999999998,&quot;z&quot;:6}"/>
          <p:cNvSpPr/>
          <p:nvPr/>
        </p:nvSpPr>
        <p:spPr>
          <a:xfrm>
            <a:off x="106680" y="9571413"/>
            <a:ext cx="11978639" cy="1493520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Pier queue · lowest to highest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000" b="1" i="0">
                <a:solidFill>
                  <a:srgbClr val="17324E"/>
                </a:solidFill>
                <a:latin typeface="Arial"/>
              </a:rPr>
              <a:t>0.6 h → 1.1 h</a:t>
            </a:r>
          </a:p>
        </p:txBody>
      </p:sp>
      <p:sp>
        <p:nvSpPr>
          <p:cNvPr id="9" name="VIZ::Key Takeaway" title="Visembler report text roles: text heading, conclusion next step" descr="VisualizerSemantic:{&quot;body&quot;:&quot;Decision: trial one earlier Old Harbor departure for five weekdays; keep the existing schedule if any queue exceeds 1.5 hours or on-time service falls below 94%.&quot;,&quot;composition_role&quot;:&quot;conclusion&quot;,&quot;element&quot;:&quot;Key Takeaway&quot;,&quot;engine&quot;:&quot;TextEngine&quot;,&quot;groupId&quot;:null,&quot;h&quot;:100.80000000000001,&quot;id&quot;:&quot;c9&quot;,&quot;locked&quot;:false,&quot;message_role&quot;:&quot;Action&quot;,&quot;order&quot;:7,&quot;section_id&quot;:&quot;decision&quot;,&quot;section_order&quot;:4,&quot;section_title&quot;:&quot;Decision&quot;,&quot;showTitle&quot;:false,&quot;text&quot;:&quot;Decision: trial one earlier Old Harbor departure for five weekdays; keep the existing schedule if any queue exceeds 1.5 hours or on-time service falls below 94%.&quot;,&quot;textAlign&quot;:&quot;left&quot;,&quot;title&quot;:&quot;Key Takeaway&quot;,&quot;type&quot;:&quot;text&quot;,&quot;w&quot;:1572.0,&quot;weight&quot;:1.1,&quot;x&quot;:14.0,&quot;y&quot;:1467.0911999999998,&quot;z&quot;:9}"/>
          <p:cNvSpPr/>
          <p:nvPr/>
        </p:nvSpPr>
        <p:spPr>
          <a:xfrm>
            <a:off x="106680" y="11179233"/>
            <a:ext cx="11978639" cy="768096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Key Takeaway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250" b="1" i="0">
                <a:solidFill>
                  <a:srgbClr val="17324E"/>
                </a:solidFill>
                <a:latin typeface="Arial"/>
              </a:rPr>
              <a:t>Decision: trial one earlier Old Harbor departure for five weekdays; keep the existing schedule if any queue exceeds 1.5 hours or on-time service falls below 94%.</a:t>
            </a:r>
          </a:p>
        </p:txBody>
      </p:sp>
      <p:sp>
        <p:nvSpPr>
          <p:cNvPr id="10" name="VIZ::Risk Callout" title="Visembler report text roles: text heading, risk decision, evidence detail, action status" descr="VisualizerSemantic:{&quot;composition_role&quot;:&quot;decision_risk&quot;,&quot;detail&quot;:&quot;Stop if queue time exceeds 1.5 hours or on-time service falls below 94%; record passenger counts before extending.&quot;,&quot;element&quot;:&quot;Risk Callout&quot;,&quot;engine&quot;:&quot;DecisionCompositeEngine&quot;,&quot;groupId&quot;:null,&quot;h&quot;:113.70240000000003,&quot;id&quot;:&quot;c8&quot;,&quot;locked&quot;:false,&quot;message_role&quot;:&quot;Risk&quot;,&quot;order&quot;:8,&quot;section_id&quot;:&quot;decision&quot;,&quot;section_title&quot;:&quot;Decision&quot;,&quot;showTitle&quot;:false,&quot;statement&quot;:&quot;Trial one earlier Old Harbor departure for five weekdays&quot;,&quot;status&quot;:&quot;Trial&quot;,&quot;textAlign&quot;:&quot;left&quot;,&quot;title&quot;:&quot;Risk Callout&quot;,&quot;type&quot;:&quot;decision&quot;,&quot;w&quot;:592.04,&quot;weight&quot;:1.15,&quot;x&quot;:993.96,&quot;y&quot;:928.7743999999999,&quot;z&quot;:8}"/>
          <p:cNvSpPr/>
          <p:nvPr/>
        </p:nvSpPr>
        <p:spPr>
          <a:xfrm>
            <a:off x="7573974" y="7077260"/>
            <a:ext cx="4511344" cy="866412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Risk Callout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100" b="1" i="0">
                <a:solidFill>
                  <a:srgbClr val="682B31"/>
                </a:solidFill>
                <a:latin typeface="Arial"/>
              </a:rPr>
              <a:t>Trial one earlier Old Harbor departure for five weekdays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050" b="0" i="0">
                <a:solidFill>
                  <a:srgbClr val="37485C"/>
                </a:solidFill>
                <a:latin typeface="Arial"/>
              </a:rPr>
              <a:t>Stop if queue time exceeds 1.5 hours or on-time service falls below 94%; record passenger counts before extending.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4F43"/>
                </a:solidFill>
                <a:latin typeface="Arial"/>
              </a:rPr>
              <a:t>Trial</a:t>
            </a:r>
          </a:p>
        </p:txBody>
      </p:sp>
      <p:graphicFrame>
        <p:nvGraphicFramePr>
          <p:cNvPr id="11" name="VIZ::Pier observations" descr="VisualizerSemantic:{&quot;composition_role&quot;:&quot;detailed_evidence&quot;,&quot;customTable&quot;:{&quot;headers&quot;:[&quot;Pier&quot;,&quot;Queue h&quot;,&quot;On time&quot;,&quot;Decision&quot;],&quot;rows&quot;:[[&quot;North Ferry&quot;,0.6,&quot;97%&quot;,&quot;No change&quot;],[&quot;River Bend&quot;,0.9,&quot;95%&quot;,&quot;No change&quot;],[&quot;Old Harbor&quot;,1.1,&quot;94%&quot;,&quot;Five-day trial&quot;],[&quot;East Lock&quot;,0.8,&quot;96%&quot;,&quot;No change&quot;]]},&quot;element&quot;:&quot;Clean Table&quot;,&quot;engine&quot;:&quot;TableEngine&quot;,&quot;groupId&quot;:null,&quot;h&quot;:296.0,&quot;id&quot;:&quot;c7&quot;,&quot;locked&quot;:false,&quot;message_role&quot;:&quot;Primary Evidence&quot;,&quot;order&quot;:2,&quot;rows&quot;:[[&quot;North Ferry&quot;,0.6,&quot;97%&quot;,&quot;No change&quot;],[&quot;River Bend&quot;,0.9,&quot;95%&quot;,&quot;No change&quot;],[&quot;Old Harbor&quot;,1.1,&quot;94%&quot;,&quot;Five-day trial&quot;],[&quot;East Lock&quot;,0.8,&quot;96%&quot;,&quot;No change&quot;]],&quot;section_id&quot;:&quot;operating-evidence&quot;,&quot;section_title&quot;:&quot;Operating evidence&quot;,&quot;showTitle&quot;:true,&quot;textAlign&quot;:&quot;left&quot;,&quot;title&quot;:&quot;Pier observations&quot;,&quot;type&quot;:&quot;table&quot;,&quot;w&quot;:810.1600000000001,&quot;weight&quot;:1.55,&quot;x&quot;:775.8399999999999,&quot;y&quot;:40.0,&quot;z&quot;:7}"/>
          <p:cNvGraphicFramePr>
            <a:graphicFrameLocks noGrp="1"/>
          </p:cNvGraphicFramePr>
          <p:nvPr/>
        </p:nvGraphicFramePr>
        <p:xfrm>
          <a:off x="5911900" y="304799"/>
          <a:ext cx="6173418" cy="2255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3354"/>
                <a:gridCol w="1543354"/>
                <a:gridCol w="1543354"/>
                <a:gridCol w="1543356"/>
              </a:tblGrid>
              <a:tr h="451104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Pier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Queue 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On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Decision</a:t>
                      </a:r>
                    </a:p>
                  </a:txBody>
                  <a:tcPr/>
                </a:tc>
              </a:tr>
              <a:tr h="451104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North Ferry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0.6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97%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No change</a:t>
                      </a:r>
                    </a:p>
                  </a:txBody>
                  <a:tcPr/>
                </a:tc>
              </a:tr>
              <a:tr h="451104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River Bend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0.9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95%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No change</a:t>
                      </a:r>
                    </a:p>
                  </a:txBody>
                  <a:tcPr/>
                </a:tc>
              </a:tr>
              <a:tr h="451104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Old Harbor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94%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Five-day trial</a:t>
                      </a:r>
                    </a:p>
                  </a:txBody>
                  <a:tcPr/>
                </a:tc>
              </a:tr>
              <a:tr h="451104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East Lock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0.8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96%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No change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3" name="VIZ::SemanticReport" descr="VisualizerSemanticReport:{&quot;authoring_schema&quot;:&quot;authoring-p0-v1&quot;,&quot;canvas&quot;:{&quot;height&quot;:900,&quot;width&quot;:1600},&quot;crossFilter&quot;:null,&quot;crossFilters&quot;:[],&quot;datasets&quot;:[{&quot;fields&quot;:[{&quot;id&quot;:&quot;pier_1&quot;,&quot;name&quot;:&quot;Pier&quot;,&quot;nullable&quot;:false,&quot;profile&quot;:{&quot;distinct&quot;:4,&quot;missing&quot;:0},&quot;semantic_tags&quot;:[],&quot;type&quot;:&quot;string&quot;},{&quot;id&quot;:&quot;queue_hours_2&quot;,&quot;name&quot;:&quot;Queue hours&quot;,&quot;nullable&quot;:false,&quot;profile&quot;:{&quot;distinct&quot;:4,&quot;missing&quot;:0},&quot;semantic_tags&quot;:[],&quot;type&quot;:&quot;number&quot;,&quot;unit&quot;:&quot;&quot;}],&quot;id&quot;:&quot;dataset-mukci0vg-syyah0&quot;,&quot;metadata&quot;:{&quot;header&quot;:{&quot;confidence&quot;:0.75,&quot;present&quot;:true,&quot;source_row&quot;:0}},&quot;name&quot;:&quot;Pasted data&quot;,&quot;revision&quot;:1,&quot;rows&quot;:[[&quot;North Ferry&quot;,0.6],[&quot;River Bend&quot;,0.9],[&quot;Old Harbor&quot;,1.1],[&quot;East Lock&quot;,0.8]],&quot;source&quot;:{&quot;imported_at&quot;:&quot;2026-09-27T21:43:20.044Z&quot;,&quot;kind&quot;:&quot;clipboard&quot;,&quot;label&quot;:&quot;TSV&quot;},&quot;warnings&quot;:[]}],&quot;groups&quot;:{},&quot;items&quot;:[{&quot;brush&quot;:[0,4],&quot;composition_role&quot;:&quot;primary_analysis&quot;,&quot;cross&quot;:null,&quot;data&quot;:[[&quot;Baseline&quot;,72],[&quot;Pilot&quot;,78],[&quot;Validation&quot;,84],[&quot;Release&quot;,91],[&quot;Sustain&quot;,94]],&quot;dataset_id&quot;:&quot;dataset-mukci0vg-syyah0&quot;,&quot;drill&quot;:null,&quot;element&quot;:&quot;Line Chart&quot;,&quot;engine&quot;:&quot;CoreChartEngine&quot;,&quot;groupId&quot;:null,&quot;h&quot;:320,&quot;id&quot;:&quot;c1&quot;,&quot;locked&quot;:false,&quot;mapping&quot;:{&quot;category&quot;:&quot;pier_1&quot;,&quot;value&quot;:&quot;queue_hours_2&quot;,&quot;x&quot;:&quot;pier_1&quot;,&quot;y&quot;:&quot;queue_hours_2&quot;},&quot;message_role&quot;:&quot;Primary Evidence&quot;,&quot;order&quot;:3,&quot;revealed&quot;:true,&quot;rows&quot;:[{&quot;label&quot;:&quot;Baseline&quot;,&quot;value&quot;:72},{&quot;label&quot;:&quot;Pilot&quot;,&quot;value&quot;:78},{&quot;label&quot;:&quot;Validation&quot;,&quot;value&quot;:84},{&quot;label&quot;:&quot;Release&quot;,&quot;value&quot;:91},{&quot;label&quot;:&quot;Sustain&quot;,&quot;value&quot;:94}],&quot;section_id&quot;:&quot;analysis&quot;,&quot;section_title&quot;:&quot;Analysis&quot;,&quot;showTitle&quot;:true,&quot;textAlign&quot;:&quot;left&quot;,&quot;title&quot;:&quot;Queue by pier&quot;,&quot;type&quot;:&quot;chart&quot;,&quot;variant&quot;:&quot;line&quot;,&quot;w&quot;:520,&quot;weight&quot;:1.8,&quot;x&quot;:14,&quot;y&quot;:14,&quot;z&quot;:1},{&quot;body&quot;:&quot;Run one Old Harbor morning trial; keep the other piers unchanged.&quot;,&quot;composition_role&quot;:&quot;report_headline&quot;,&quot;element&quot;:&quot;Hero Title&quot;,&quot;engine&quot;:&quot;TextEngine&quot;,&quot;groupId&quot;:null,&quot;h&quot;:109.76,&quot;id&quot;:&quot;c2&quot;,&quot;locked&quot;:false,&quot;message_role&quot;:&quot;Headline&quot;,&quot;order&quot;:4,&quot;section_id&quot;:&quot;decision&quot;,&quot;section_order&quot;:4,&quot;section_title&quot;:&quot;Decision&quot;,&quot;showTitle&quot;:false,&quot;text&quot;:&quot;Run one Old Harbor morning trial; keep the other piers unchanged.&quot;,&quot;textAlign&quot;:&quot;left&quot;,&quot;title&quot;:&quot;Hero Title&quot;,&quot;type&quot;:&quot;text&quot;,&quot;w&quot;:520,&quot;weight&quot;:1.1,&quot;x&quot;:548,&quot;y&quot;:14,&quot;z&quot;:2},{&quot;body&quot;:&quot;Harbor Reach Ferry · 4 piers · weekday morning departures · refreshed 27 Sep 2026 · owner: Service Planning.&quot;,&quot;composition_role&quot;:&quot;context&quot;,&quot;element&quot;:&quot;Body Narrative&quot;,&quot;engine&quot;:&quot;TextEngine&quot;,&quot;groupId&quot;:null,&quot;h&quot;:116,&quot;id&quot;:&quot;c3&quot;,&quot;locked&quot;:false,&quot;message_role&quot;:&quot;Context&quot;,&quot;order&quot;:0,&quot;section_id&quot;:&quot;operating-evidence&quot;,&quot;section_title&quot;:&quot;Operating evidence&quot;,&quot;showTitle&quot;:false,&quot;text&quot;:&quot;Harbor Reach Ferry · 4 piers · weekday morning departures · refreshed 27 Sep 2026 · owner: Service Planning.&quot;,&quot;textAlign&quot;:&quot;left&quot;,&quot;title&quot;:&quot;Body Narrative&quot;,&quot;type&quot;:&quot;text&quot;,&quot;w&quot;:500,&quot;weight&quot;:1.1,&quot;x&quot;:1082,&quot;y&quot;:14,&quot;z&quot;:3},{&quot;body&quot;:&quot;Observed queue times range from 0.6 to 1.1 hours. Old Harbor is the highest of the four piers but remains below the 1.5-hour stop line. This short window supports a reversible schedule test only; it does not establish a seasonal pattern.&quot;,&quot;composition_role&quot;:&quot;narrative_interpretation&quot;,&quot;element&quot;:&quot;Body Narrative&quot;,&quot;engine&quot;:&quot;TextEngine&quot;,&quot;groupId&quot;:null,&quot;h&quot;:116,&quot;id&quot;:&quot;c4&quot;,&quot;locked&quot;:false,&quot;message_role&quot;:&quot;Context&quot;,&quot;order&quot;:1,&quot;section_id&quot;:&quot;operating-evidence&quot;,&quot;section_title&quot;:&quot;Operating evidence&quot;,&quot;showTitle&quot;:false,&quot;text&quot;:&quot;Observed queue times range from 0.6 to 1.1 hours. Old Harbor is the highest of the four piers but remains below the 1.5-hour stop line. This short window supports a reversible schedule test only; it does not establish a seasonal pattern.&quot;,&quot;textAlign&quot;:&quot;left&quot;,&quot;title&quot;:&quot;Body Narrative&quot;,&quot;type&quot;:&quot;text&quot;,&quot;w&quot;:500,&quot;weight&quot;:1.1,&quot;x&quot;:548,&quot;y&quot;:137.76,&quot;z&quot;:4},{&quot;capability_overrides&quot;:{&quot;target&quot;:1.5},&quot;composition_role&quot;:&quot;hero_metric&quot;,&quot;delta&quot;:&quot;-0.4 h&quot;,&quot;element&quot;:&quot;Hero KPI&quot;,&quot;engine&quot;:&quot;MetricEngine&quot;,&quot;groupId&quot;:null,&quot;h&quot;:152.32000000000002,&quot;id&quot;:&quot;c5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h&quot;},&quot;order&quot;:5,&quot;period&quot;:&quot;vs prior period&quot;,&quot;section_id&quot;:&quot;decision&quot;,&quot;section_order&quot;:4,&quot;section_title&quot;:&quot;Decision&quot;,&quot;showTitle&quot;:true,&quot;target&quot;:1.5,&quot;textAlign&quot;:&quot;left&quot;,&quot;title&quot;:&quot;Old Harbor queue&quot;,&quot;type&quot;:&quot;metric&quot;,&quot;unit&quot;:&quot;h&quot;,&quot;value&quot;:1.1,&quot;w&quot;:520,&quot;weight&quot;:1.15,&quot;x&quot;:1062,&quot;y&quot;:144,&quot;z&quot;:5},{&quot;after&quot;:1.1,&quot;before&quot;:0.6,&quot;composition_role&quot;:&quot;supporting_analysis&quot;,&quot;element&quot;:&quot;Before/After KPI&quot;,&quot;engine&quot;:&quot;ComparisonEngine&quot;,&quot;groupId&quot;:null,&quot;h&quot;:150,&quot;id&quot;:&quot;c6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h&quot;},&quot;order&quot;:6,&quot;section_id&quot;:&quot;decision&quot;,&quot;section_order&quot;:4,&quot;section_title&quot;:&quot;Decision&quot;,&quot;showTitle&quot;:true,&quot;textAlign&quot;:&quot;left&quot;,&quot;title&quot;:&quot;Pier queue · lowest to highest&quot;,&quot;type&quot;:&quot;comparison&quot;,&quot;unit&quot;:&quot;h&quot;,&quot;w&quot;:430,&quot;weight&quot;:1.15,&quot;x&quot;:548,&quot;y&quot;:267.76,&quot;z&quot;:6},{&quot;composition_role&quot;:&quot;detailed_evidence&quot;,&quot;customTable&quot;:{&quot;headers&quot;:[&quot;Pier&quot;,&quot;Queue h&quot;,&quot;On time&quot;,&quot;Decision&quot;],&quot;rows&quot;:[[&quot;North Ferry&quot;,0.6,&quot;97%&quot;,&quot;No change&quot;],[&quot;River Bend&quot;,0.9,&quot;95%&quot;,&quot;No change&quot;],[&quot;Old Harbor&quot;,1.1,&quot;94%&quot;,&quot;Five-day trial&quot;],[&quot;East Lock&quot;,0.8,&quot;96%&quot;,&quot;No change&quot;]]},&quot;element&quot;:&quot;Clean Table&quot;,&quot;engine&quot;:&quot;TableEngine&quot;,&quot;groupId&quot;:null,&quot;h&quot;:259,&quot;id&quot;:&quot;c7&quot;,&quot;locked&quot;:false,&quot;message_role&quot;:&quot;Primary Evidence&quot;,&quot;order&quot;:2,&quot;rows&quot;:[[&quot;North Ferry&quot;,0.6,&quot;97%&quot;,&quot;No change&quot;],[&quot;River Bend&quot;,0.9,&quot;95%&quot;,&quot;No change&quot;],[&quot;Old Harbor&quot;,1.1,&quot;94%&quot;,&quot;Five-day trial&quot;],[&quot;East Lock&quot;,0.8,&quot;96%&quot;,&quot;No change&quot;]],&quot;section_id&quot;:&quot;operating-evidence&quot;,&quot;section_title&quot;:&quot;Operating evidence&quot;,&quot;showTitle&quot;:true,&quot;textAlign&quot;:&quot;left&quot;,&quot;title&quot;:&quot;Pier observations&quot;,&quot;type&quot;:&quot;table&quot;,&quot;w&quot;:480,&quot;weight&quot;:1.55,&quot;x&quot;:992,&quot;y&quot;:310.32000000000005,&quot;z&quot;:7},{&quot;composition_role&quot;:&quot;decision_risk&quot;,&quot;detail&quot;:&quot;Stop if queue time exceeds 1.5 hours or on-time service falls below 94%; record passenger counts before extending.&quot;,&quot;element&quot;:&quot;Risk Callout&quot;,&quot;engine&quot;:&quot;DecisionCompositeEngine&quot;,&quot;groupId&quot;:null,&quot;h&quot;:105.28000000000002,&quot;id&quot;:&quot;c8&quot;,&quot;locked&quot;:false,&quot;message_role&quot;:&quot;Risk&quot;,&quot;order&quot;:8,&quot;section_id&quot;:&quot;decision&quot;,&quot;section_title&quot;:&quot;Decision&quot;,&quot;showTitle&quot;:false,&quot;statement&quot;:&quot;Trial one earlier Old Harbor departure for five weekdays&quot;,&quot;status&quot;:&quot;Trial&quot;,&quot;textAlign&quot;:&quot;left&quot;,&quot;title&quot;:&quot;Risk Callout&quot;,&quot;type&quot;:&quot;decision&quot;,&quot;w&quot;:448.00000000000006,&quot;weight&quot;:1.15,&quot;x&quot;:14,&quot;y&quot;:348,&quot;z&quot;:8},{&quot;body&quot;:&quot;Decision: trial one earlier Old Harbor departure for five weekdays; keep the existing schedule if any queue exceeds 1.5 hours or on-time service falls below 94%.&quot;,&quot;composition_role&quot;:&quot;conclusion&quot;,&quot;element&quot;:&quot;Key Takeaway&quot;,&quot;engine&quot;:&quot;TextEngine&quot;,&quot;groupId&quot;:null,&quot;h&quot;:96,&quot;id&quot;:&quot;c9&quot;,&quot;locked&quot;:false,&quot;message_role&quot;:&quot;Action&quot;,&quot;order&quot;:7,&quot;section_id&quot;:&quot;decision&quot;,&quot;section_order&quot;:4,&quot;section_title&quot;:&quot;Decision&quot;,&quot;showTitle&quot;:false,&quot;text&quot;:&quot;Decision: trial one earlier Old Harbor departure for five weekdays; keep the existing schedule if any queue exceeds 1.5 hours or on-time service falls below 94%.&quot;,&quot;textAlign&quot;:&quot;left&quot;,&quot;title&quot;:&quot;Key Takeaway&quot;,&quot;type&quot;:&quot;text&quot;,&quot;w&quot;:460.2,&quot;weight&quot;:1.1,&quot;x&quot;:476.00000000000006,&quot;y&quot;:431.76,&quot;z&quot;:9}],&quot;layoutPreset&quot;:&quot;executive&quot;,&quot;mode&quot;:&quot;smart&quot;,&quot;nextId&quot;:10,&quot;schema_version&quot;:1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