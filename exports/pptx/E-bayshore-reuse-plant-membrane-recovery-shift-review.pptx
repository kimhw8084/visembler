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280304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Chloride at sampling point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Chloride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Intake</c:v>
                </c:pt>
                <c:pt idx="1">
                  <c:v>Membrane</c:v>
                </c:pt>
                <c:pt idx="2">
                  <c:v>Polishing</c:v>
                </c:pt>
                <c:pt idx="3">
                  <c:v>Release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184.0</c:v>
                </c:pt>
                <c:pt idx="1">
                  <c:v>196.0</c:v>
                </c:pt>
                <c:pt idx="2">
                  <c:v>207.0</c:v>
                </c:pt>
                <c:pt idx="3">
                  <c:v>211.0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947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12.35"/>
          <c:min val="182.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Flux recovery by process stage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 recovery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Sheet1!$A$2:$A$9</c:f>
              <c:strCache>
                <c:ptCount val="8"/>
                <c:pt idx="0">
                  <c:v>1 Intake</c:v>
                </c:pt>
                <c:pt idx="1">
                  <c:v>2 Screen</c:v>
                </c:pt>
                <c:pt idx="2">
                  <c:v>3 Carbon</c:v>
                </c:pt>
                <c:pt idx="3">
                  <c:v>4 Softener</c:v>
                </c:pt>
                <c:pt idx="4">
                  <c:v>5 Train</c:v>
                </c:pt>
                <c:pt idx="5">
                  <c:v>6 Wash</c:v>
                </c:pt>
                <c:pt idx="6">
                  <c:v>7 Polish</c:v>
                </c:pt>
                <c:pt idx="7">
                  <c:v>8 Release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63.2</c:v>
                </c:pt>
                <c:pt idx="1">
                  <c:v>63.8</c:v>
                </c:pt>
                <c:pt idx="2">
                  <c:v>64.1</c:v>
                </c:pt>
                <c:pt idx="3">
                  <c:v>64.5</c:v>
                </c:pt>
                <c:pt idx="4">
                  <c:v>65.0</c:v>
                </c:pt>
                <c:pt idx="5">
                  <c:v>66.1</c:v>
                </c:pt>
                <c:pt idx="6">
                  <c:v>67.4</c:v>
                </c:pt>
                <c:pt idx="7">
                  <c:v>68.4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2100000"/>
          <a:lstStyle/>
          <a:p>
            <a:pPr>
              <a:defRPr sz="75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68.66000000000001"/>
          <c:min val="62.94000000000000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Body Narrative" title="Visembler report text roles: text heading, narrative interpretation" descr="VisualizerSemantic:{&quot;body&quot;:&quot;Flux recovery rose through the wash and polishing stages, while pressure approached the 2.0 bar watch line at the south header. Chloride remains below the 250 mg/L release criterion. The pressure trace is a prompt to verify the sensor, not proof of membrane damage.&quot;,&quot;composition_role&quot;:&quot;narrative_interpretation&quot;,&quot;element&quot;:&quot;Body Narrative&quot;,&quot;engine&quot;:&quot;TextEngine&quot;,&quot;groupId&quot;:null,&quot;h&quot;:116.0,&quot;id&quot;:&quot;c5&quot;,&quot;locked&quot;:false,&quot;message_role&quot;:&quot;Context&quot;,&quot;order&quot;:1,&quot;section_id&quot;:&quot;operating-evidence&quot;,&quot;section_title&quot;:&quot;Operating evidence&quot;,&quot;showTitle&quot;:false,&quot;text&quot;:&quot;Flux recovery rose through the wash and polishing stages, while pressure approached the 2.0 bar watch line at the south header. Chloride remains below the 250 mg/L release criterion. The pressure trace is a prompt to verify the sensor, not proof of membrane damage.&quot;,&quot;textAlign&quot;:&quot;left&quot;,&quot;title&quot;:&quot;Body Narrative&quot;,&quot;type&quot;:&quot;text&quot;,&quot;w&quot;:747.8399999999999,&quot;weight&quot;:1.1,&quot;x&quot;:14.0,&quot;y&quot;:218.06,&quot;z&quot;:5}"/>
          <p:cNvSpPr/>
          <p:nvPr/>
        </p:nvSpPr>
        <p:spPr>
          <a:xfrm>
            <a:off x="81203" y="1264789"/>
            <a:ext cx="4337614" cy="6728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  <a:r>
              <a:rPr sz="1050" b="0" i="0">
                <a:solidFill>
                  <a:srgbClr val="253649"/>
                </a:solidFill>
                <a:latin typeface="Arial Narrow"/>
              </a:rPr>
              <a:t> · Flux recovery rose through the wash and polishing stages, while pressure approached the 2.0 bar watch line at the south header. Chloride remains below the 250 mg/L release criterion. The pressure trace is a prompt to verify the sensor, not proof of membrane damage.</a:t>
            </a:r>
          </a:p>
        </p:txBody>
      </p:sp>
      <p:sp>
        <p:nvSpPr>
          <p:cNvPr id="4" name="VIZ::Body Narrative" title="Visembler report text roles: text heading, context subhead" descr="VisualizerSemantic:{&quot;body&quot;:&quot;Bayshore Reuse Plant · 12 process stages, 4 grab samples · shift review 27 Sep 2026 · owner: Water Quality. · Sensor refresh 06:40 · grab sample 06:15 · lab confirmation pending&quot;,&quot;composition_role&quot;:&quot;context&quot;,&quot;element&quot;:&quot;Body Narrative&quot;,&quot;engine&quot;:&quot;TextEngine&quot;,&quot;groupId&quot;:null,&quot;h&quot;:72.0,&quot;id&quot;:&quot;c4&quot;,&quot;locked&quot;:false,&quot;message_role&quot;:&quot;Context&quot;,&quot;order&quot;:2,&quot;section_id&quot;:&quot;operating-evidence&quot;,&quot;section_title&quot;:&quot;Operating evidence&quot;,&quot;showTitle&quot;:false,&quot;text&quot;:&quot;Bayshore Reuse Plant · 12 process stages, 4 grab samples · shift review 27 Sep 2026 · owner: Water Quality. · Sensor refresh 06:40 · grab sample 06:15 · lab confirmation pending&quot;,&quot;textAlign&quot;:&quot;left&quot;,&quot;title&quot;:&quot;Body Narrative&quot;,&quot;type&quot;:&quot;text&quot;,&quot;w&quot;:1572.0,&quot;weight&quot;:1.1,&quot;x&quot;:14.0,&quot;y&quot;:520.12,&quot;z&quot;:4}"/>
          <p:cNvSpPr/>
          <p:nvPr/>
        </p:nvSpPr>
        <p:spPr>
          <a:xfrm>
            <a:off x="81203" y="3016794"/>
            <a:ext cx="9117898" cy="41761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Bayshore Reuse Plant · 12 process stages, 4 grab samples · shift review 27 Sep 2026 · owner: Water Quality. · Sensor refresh 06:40 · grab sample 06:15 · lab confirmation pending</a:t>
            </a:r>
          </a:p>
        </p:txBody>
      </p:sp>
      <p:graphicFrame>
        <p:nvGraphicFramePr>
          <p:cNvPr id="15" name="VIZ::Flux recovery by process stage" descr="VisualizerSemantic:{&quot;brush&quot;:[0,4],&quot;composition_role&quot;:&quot;primary_analysis&quot;,&quot;cross&quot;:null,&quot;data&quot;:[[&quot;1 Intake&quot;,63.2],[&quot;2 Screen&quot;,63.8],[&quot;3 Carbon&quot;,64.1],[&quot;4 Softener&quot;,64.5],[&quot;5 Train&quot;,65],[&quot;6 Wash&quot;,66.1],[&quot;7 Polish&quot;,67.4],[&quot;8 Release&quot;,68.4]],&quot;dataset_id&quot;:&quot;dataset-mukchpuw-5z7954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stage_1&quot;,&quot;value&quot;:&quot;flux_recovery_2&quot;,&quot;x&quot;:&quot;stage_1&quot;,&quot;y&quot;:&quot;flux_recovery_2&quot;},&quot;message_role&quot;:&quot;Primary Evidence&quot;,&quot;order&quot;:3,&quot;revealed&quot;:true,&quot;rows&quot;:[{&quot;label&quot;:&quot;1 Intake&quot;,&quot;value&quot;:63.2},{&quot;label&quot;:&quot;2 Screen&quot;,&quot;value&quot;:63.8},{&quot;label&quot;:&quot;3 Carbon&quot;,&quot;value&quot;:64.1},{&quot;label&quot;:&quot;4 Softener&quot;,&quot;value&quot;:64.5},{&quot;label&quot;:&quot;5 Train&quot;,&quot;value&quot;:65},{&quot;label&quot;:&quot;6 Wash&quot;,&quot;value&quot;:66.1},{&quot;label&quot;:&quot;7 Polish&quot;,&quot;value&quot;:67.4},{&quot;label&quot;:&quot;8 Release&quot;,&quot;value&quot;:68.4}],&quot;section_id&quot;:&quot;analysis&quot;,&quot;section_title&quot;:&quot;Analysis&quot;,&quot;showTitle&quot;:true,&quot;textAlign&quot;:&quot;left&quot;,&quot;title&quot;:&quot;Flux recovery by process stage&quot;,&quot;type&quot;:&quot;chart&quot;,&quot;variant&quot;:&quot;line&quot;,&quot;w&quot;:841.32,&quot;weight&quot;:1.8,&quot;x&quot;:42.64303030303029,&quot;y&quot;:626.12,&quot;z&quot;:1,&quot;observations&quot;:[{&quot;label&quot;:&quot;1 Intake&quot;,&quot;value&quot;:63.2},{&quot;label&quot;:&quot;2 Screen&quot;,&quot;value&quot;:63.8},{&quot;label&quot;:&quot;3 Carbon&quot;,&quot;value&quot;:64.1},{&quot;label&quot;:&quot;4 Softener&quot;,&quot;value&quot;:64.5},{&quot;label&quot;:&quot;5 Train&quot;,&quot;value&quot;:65},{&quot;label&quot;:&quot;6 Wash&quot;,&quot;value&quot;:66.1},{&quot;label&quot;:&quot;7 Polish&quot;,&quot;value&quot;:67.4},{&quot;label&quot;:&quot;8 Release&quot;,&quot;value&quot;:68.4}]}"/>
          <p:cNvGraphicFramePr>
            <a:graphicFrameLocks noGrp="1"/>
          </p:cNvGraphicFramePr>
          <p:nvPr/>
        </p:nvGraphicFramePr>
        <p:xfrm>
          <a:off x="247338" y="3631614"/>
          <a:ext cx="4879815" cy="236814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2" name="VIZ::Chloride at sampling point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sample_point_1&quot;,&quot;name&quot;:&quot;Sample point&quot;,&quot;nullable&quot;:false,&quot;profile&quot;:{&quot;distinct&quot;:4,&quot;missing&quot;:0},&quot;semantic_tags&quot;:[],&quot;type&quot;:&quot;string&quot;},{&quot;id&quot;:&quot;chloride_2&quot;,&quot;name&quot;:&quot;Chloride&quot;,&quot;nullable&quot;:false,&quot;profile&quot;:{&quot;distinct&quot;:4,&quot;missing&quot;:0},&quot;semantic_tags&quot;:[],&quot;type&quot;:&quot;integer&quot;,&quot;unit&quot;:&quot;&quot;}],&quot;id&quot;:&quot;dataset-mukchqg8-tum2c4&quot;,&quot;metadata&quot;:{&quot;header&quot;:{&quot;confidence&quot;:0.75,&quot;present&quot;:true,&quot;source_row&quot;:0}},&quot;name&quot;:&quot;Pasted data&quot;,&quot;revision&quot;:1,&quot;rows&quot;:[[&quot;Intake&quot;,184],[&quot;Membrane&quot;,196],[&quot;Polishing&quot;,207],[&quot;Release&quot;,211]],&quot;source&quot;:{&quot;imported_at&quot;:&quot;2026-09-27T21:43:06.536Z&quot;,&quot;kind&quot;:&quot;clipboard&quot;,&quot;label&quot;:&quot;TSV&quot;},&quot;warnings&quot;:[]},&quot;dataset_id&quot;:&quot;dataset-mukchqg8-tum2c4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sample_point_1&quot;,&quot;value&quot;:&quot;chloride_2&quot;,&quot;x&quot;:&quot;sample_point_1&quot;,&quot;y&quot;:&quot;chloride_2&quot;},&quot;recipe&quot;:null,&quot;recommendations&quot;:[{&quot;confidence&quot;:0.93,&quot;mapping&quot;:{&quot;category&quot;:&quot;sample_point_1&quot;,&quot;value&quot;:&quot;chloride_2&quot;,&quot;x&quot;:&quot;sample_point_1&quot;,&quot;y&quot;:&quot;chloride_2&quot;},&quot;reason&quot;:&quot;A horizontal field and numeric measure are available.&quot;,&quot;type&quot;:&quot;Line Chart&quot;},{&quot;confidence&quot;:0.9,&quot;mapping&quot;:{&quot;category&quot;:&quot;sample_point_1&quot;,&quot;value&quot;:&quot;chloride_2&quot;,&quot;x&quot;:&quot;sample_point_1&quot;,&quot;y&quot;:&quot;chloride_2&quot;},&quot;reason&quot;:&quot;A shared axis can compare multiple runs when a series field is available.&quot;,&quot;type&quot;:&quot;Multi-Line&quot;},{&quot;confidence&quot;:0.9,&quot;mapping&quot;:{&quot;category&quot;:&quot;sample_point_1&quot;,&quot;value&quot;:&quot;chloride_2&quot;,&quot;x&quot;:&quot;sample_point_1&quot;,&quot;y&quot;:&quot;chloride_2&quot;},&quot;reason&quot;:&quot;A category and measured value are available.&quot;,&quot;type&quot;:&quot;Vertical Bar&quot;},{&quot;confidence&quot;:0.87,&quot;mapping&quot;:{&quot;category&quot;:&quot;sample_point_1&quot;,&quot;value&quot;:&quot;chloride_2&quot;,&quot;x&quot;:&quot;sample_point_1&quot;,&quot;y&quot;:&quot;chloride_2&quot;},&quot;reason&quot;:&quot;The same trend mapping can show accumulated movement.&quot;,&quot;type&quot;:&quot;Area Chart&quot;},{&quot;confidence&quot;:0.82,&quot;mapping&quot;:{&quot;category&quot;:&quot;sample_point_1&quot;,&quot;value&quot;:&quot;chloride_2&quot;,&quot;x&quot;:&quot;sample_point_1&quot;,&quot;y&quot;:&quot;chloride_2&quot;},&quot;reason&quot;:&quot;A horizontal ranking keeps category labels readable.&quot;,&quot;type&quot;:&quot;Horizontal Bar&quot;},{&quot;confidence&quot;:0.8,&quot;mapping&quot;:{&quot;category&quot;:&quot;sample_point_1&quot;,&quot;value&quot;:&quot;chloride_2&quot;,&quot;x&quot;:&quot;sample_point_1&quot;,&quot;y&quot;:&quot;chlorid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hloride_2&quot;,&quot;id&quot;:&quot;series-1&quot;,&quot;label&quot;:&quot;Chloride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supporting_analysis&quot;,&quot;cross&quot;:null,&quot;data&quot;:[[&quot;Intake&quot;,184],[&quot;Membrane&quot;,196],[&quot;Polishing&quot;,207],[&quot;Release&quot;,211]],&quot;dataset_id&quot;:&quot;dataset-mukchqg8-tum2c4&quot;,&quot;drill&quot;:null,&quot;element&quot;:&quot;Line Chart&quot;,&quot;engine&quot;:&quot;CoreChartEngine&quot;,&quot;groupId&quot;:null,&quot;h&quot;:320.0,&quot;id&quot;:&quot;c2&quot;,&quot;locked&quot;:false,&quot;mapping&quot;:{&quot;category&quot;:&quot;sample_point_1&quot;,&quot;value&quot;:&quot;chloride_2&quot;,&quot;x&quot;:&quot;sample_point_1&quot;,&quot;y&quot;:&quot;chloride_2&quot;},&quot;message_role&quot;:&quot;Supporting Evidence&quot;,&quot;order&quot;:4,&quot;revealed&quot;:true,&quot;rows&quot;:[{&quot;label&quot;:&quot;Intake&quot;,&quot;value&quot;:184},{&quot;label&quot;:&quot;Membrane&quot;,&quot;value&quot;:196},{&quot;label&quot;:&quot;Polishing&quot;,&quot;value&quot;:207},{&quot;label&quot;:&quot;Release&quot;,&quot;value&quot;:211}],&quot;section_id&quot;:&quot;analysis&quot;,&quot;section_title&quot;:&quot;Analysis&quot;,&quot;showTitle&quot;:true,&quot;statistical_result&quot;:null,&quot;textAlign&quot;:&quot;left&quot;,&quot;title&quot;:&quot;Chloride at sampling point&quot;,&quot;transform_recipe&quot;:{&quot;steps&quot;:[]},&quot;type&quot;:&quot;chart&quot;,&quot;variant&quot;:&quot;line&quot;,&quot;w&quot;:659.3939393939394,&quot;weight&quot;:1.8,&quot;x&quot;:897.9630303030303,&quot;y&quot;:670.2638235294118,&quot;z&quot;:2,&quot;observations&quot;:[{&quot;label&quot;:&quot;Intake&quot;,&quot;value&quot;:184},{&quot;label&quot;:&quot;Membrane&quot;,&quot;value&quot;:196},{&quot;label&quot;:&quot;Polishing&quot;,&quot;value&quot;:207},{&quot;label&quot;:&quot;Release&quot;,&quot;value&quot;:211}]}"/>
          <p:cNvGraphicFramePr>
            <a:graphicFrameLocks noGrp="1"/>
          </p:cNvGraphicFramePr>
          <p:nvPr/>
        </p:nvGraphicFramePr>
        <p:xfrm>
          <a:off x="5208356" y="3887657"/>
          <a:ext cx="3824610" cy="185606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VIZ::Release sequence"/>
          <p:cNvSpPr/>
          <p:nvPr/>
        </p:nvSpPr>
        <p:spPr>
          <a:xfrm>
            <a:off x="2655327" y="6196967"/>
            <a:ext cx="3969650" cy="135144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477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8" name="VIZ::Hero Title" title="Visembler report text roles: text heading, report headline" descr="VisualizerSemantic:{&quot;body&quot;:&quot;Bayshore membrane recovery is improving; keep the release envelope active.&quot;,&quot;composition_role&quot;:&quot;report_headline&quot;,&quot;element&quot;:&quot;Hero Title&quot;,&quot;engine&quot;:&quot;TextEngine&quot;,&quot;groupId&quot;:null,&quot;h&quot;:109.76,&quot;id&quot;:&quot;c3&quot;,&quot;locked&quot;:false,&quot;message_role&quot;:&quot;Headline&quot;,&quot;order&quot;:6,&quot;section_id&quot;:&quot;decision&quot;,&quot;section_order&quot;:4,&quot;section_title&quot;:&quot;Decision&quot;,&quot;showTitle&quot;:false,&quot;text&quot;:&quot;Bayshore membrane recovery is improving; keep the release envelope active.&quot;,&quot;textAlign&quot;:&quot;left&quot;,&quot;title&quot;:&quot;Hero Title&quot;,&quot;type&quot;:&quot;text&quot;,&quot;w&quot;:1572.0,&quot;weight&quot;:1.1,&quot;x&quot;:14.0,&quot;y&quot;:1538.4076470588236,&quot;z&quot;:3}"/>
          <p:cNvSpPr/>
          <p:nvPr/>
        </p:nvSpPr>
        <p:spPr>
          <a:xfrm>
            <a:off x="81203" y="8923056"/>
            <a:ext cx="9117898" cy="63662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Bayshore membrane recovery is improving; keep the release envelope active.</a:t>
            </a:r>
          </a:p>
        </p:txBody>
      </p:sp>
      <p:sp>
        <p:nvSpPr>
          <p:cNvPr id="9" name="VIZ::Flux recovery KPI" title="Visembler report text roles: metric title, metric value" descr="VisualizerSemantic:{&quot;capability_overrides&quot;:{&quot;target&quot;:70},&quot;composition_role&quot;:&quot;hero_metric&quot;,&quot;delta&quot;:&quot;+5.2 pp&quot;,&quot;element&quot;:&quot;Hero KPI&quot;,&quot;engine&quot;:&quot;MetricEngine&quot;,&quot;groupId&quot;:null,&quot;h&quot;:186.0,&quot;id&quot;:&quot;c6&quot;,&quot;locked&quot;:false,&quot;message_role&quot;:&quot;Supporting Evidence&quot;,&quot;order&quot;:7,&quot;period&quot;:&quot;vs prior period&quot;,&quot;section_id&quot;:&quot;decision&quot;,&quot;section_order&quot;:4,&quot;section_title&quot;:&quot;Decision&quot;,&quot;showTitle&quot;:true,&quot;target&quot;:70,&quot;textAlign&quot;:&quot;left&quot;,&quot;title&quot;:&quot;Flux recovery&quot;,&quot;type&quot;:&quot;metric&quot;,&quot;unit&quot;:&quot;%&quot;,&quot;value&quot;:68.4,&quot;w&quot;:669.9399999999999,&quot;weight&quot;:1.15,&quot;x&quot;:916.06,&quot;y&quot;:1339.9076470588236,&quot;z&quot;:6}"/>
          <p:cNvSpPr/>
          <p:nvPr/>
        </p:nvSpPr>
        <p:spPr>
          <a:xfrm>
            <a:off x="5313322" y="7771718"/>
            <a:ext cx="3885779" cy="107883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Flux recovery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68.4%</a:t>
            </a:r>
          </a:p>
        </p:txBody>
      </p:sp>
      <p:sp>
        <p:nvSpPr>
          <p:cNvPr id="10" name="VIZ::South-header pressure KPI" title="Visembler report text roles: metric title, metric value" descr="VisualizerSemantic:{&quot;capability_overrides&quot;:{&quot;target&quot;:2},&quot;composition_role&quot;:&quot;hero_metric&quot;,&quot;delta&quot;:&quot;+0.18 bar&quot;,&quot;element&quot;:&quot;Hero KPI&quot;,&quot;engine&quot;:&quot;MetricEngine&quot;,&quot;groupId&quot;:null,&quot;h&quot;:186.0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bar&quot;},&quot;order&quot;:8,&quot;period&quot;:&quot;vs prior period&quot;,&quot;section_id&quot;:&quot;decision&quot;,&quot;section_order&quot;:4,&quot;section_title&quot;:&quot;Decision&quot;,&quot;showTitle&quot;:true,&quot;target&quot;:2,&quot;textAlign&quot;:&quot;left&quot;,&quot;title&quot;:&quot;South-header pressure&quot;,&quot;type&quot;:&quot;metric&quot;,&quot;unit&quot;:&quot;bar&quot;,&quot;value&quot;:1.86,&quot;w&quot;:1572.0,&quot;weight&quot;:1.15,&quot;x&quot;:14.0,&quot;y&quot;:1661.1676470588236,&quot;z&quot;:7}"/>
          <p:cNvSpPr/>
          <p:nvPr/>
        </p:nvSpPr>
        <p:spPr>
          <a:xfrm>
            <a:off x="81203" y="9635087"/>
            <a:ext cx="9117898" cy="107883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South-header pressure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1.86 bar</a:t>
            </a:r>
          </a:p>
        </p:txBody>
      </p:sp>
      <p:sp>
        <p:nvSpPr>
          <p:cNvPr id="11" name="VIZ::Flux before wash / current KPI" title="Visembler report text roles: metric title, comparison value" descr="VisualizerSemantic:{&quot;after&quot;:68.4,&quot;before&quot;:63.2,&quot;composition_role&quot;:&quot;supporting_analysis&quot;,&quot;element&quot;:&quot;Before/After KPI&quot;,&quot;engine&quot;:&quot;ComparisonEngine&quot;,&quot;groupId&quot;:null,&quot;h&quot;:195.0,&quot;id&quot;:&quot;c8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9,&quot;section_id&quot;:&quot;decision&quot;,&quot;section_order&quot;:4,&quot;section_title&quot;:&quot;Decision&quot;,&quot;showTitle&quot;:true,&quot;textAlign&quot;:&quot;left&quot;,&quot;title&quot;:&quot;Flux before wash / current&quot;,&quot;type&quot;:&quot;comparison&quot;,&quot;unit&quot;:&quot;%&quot;,&quot;w&quot;:888.06,&quot;weight&quot;:1.15,&quot;x&quot;:14.0,&quot;y&quot;:1335.4076470588236,&quot;z&quot;:8}"/>
          <p:cNvSpPr/>
          <p:nvPr/>
        </p:nvSpPr>
        <p:spPr>
          <a:xfrm>
            <a:off x="81203" y="7745617"/>
            <a:ext cx="5150916" cy="11310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Flux before wash / current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63.2% → 68.4%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Decision: continue the staged recovery cycle for one shift; release distribution only after the south-header pressure check and the final chloride sample are signed.&quot;,&quot;composition_role&quot;:&quot;conclusion&quot;,&quot;element&quot;:&quot;Key Takeaway&quot;,&quot;engine&quot;:&quot;TextEngine&quot;,&quot;groupId&quot;:null,&quot;h&quot;:96.0,&quot;id&quot;:&quot;c12&quot;,&quot;locked&quot;:false,&quot;message_role&quot;:&quot;Action&quot;,&quot;order&quot;:10,&quot;section_id&quot;:&quot;decision&quot;,&quot;section_order&quot;:4,&quot;section_title&quot;:&quot;Decision&quot;,&quot;showTitle&quot;:false,&quot;text&quot;:&quot;Decision: continue the staged recovery cycle for one shift; release distribution only after the south-header pressure check and the final chloride sample are signed.&quot;,&quot;textAlign&quot;:&quot;left&quot;,&quot;title&quot;:&quot;Key Takeaway&quot;,&quot;type&quot;:&quot;text&quot;,&quot;w&quot;:1572.0,&quot;weight&quot;:1.1,&quot;x&quot;:14.0,&quot;y&quot;:1991.0812470588237,&quot;z&quot;:12}"/>
          <p:cNvSpPr/>
          <p:nvPr/>
        </p:nvSpPr>
        <p:spPr>
          <a:xfrm>
            <a:off x="81203" y="11548648"/>
            <a:ext cx="9117898" cy="55681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Decision: continue the staged recovery cycle for one shift; release distribution only after the south-header pressure check and the final chloride sample are signed.</a:t>
            </a:r>
          </a:p>
        </p:txBody>
      </p:sp>
      <p:sp>
        <p:nvSpPr>
          <p:cNvPr id="13" name="VIZ::Risk Callout" title="Visembler report text roles: text heading, risk decision, evidence detail, action status" descr="VisualizerSemantic:{&quot;composition_role&quot;:&quot;decision_risk&quot;,&quot;detail&quot;:&quot;Hold distribution if south-header pressure exceeds 2.0 bar, final chloride reaches 250 mg/L, or a sensor check fails.&quot;,&quot;element&quot;:&quot;Risk Callout&quot;,&quot;engine&quot;:&quot;DecisionCompositeEngine&quot;,&quot;groupId&quot;:null,&quot;h&quot;:117.91360000000002,&quot;id&quot;:&quot;c10&quot;,&quot;locked&quot;:false,&quot;message_role&quot;:&quot;Risk&quot;,&quot;order&quot;:11,&quot;section_id&quot;:&quot;decision&quot;,&quot;section_title&quot;:&quot;Decision&quot;,&quot;showTitle&quot;:false,&quot;statement&quot;:&quot;Continue staged recovery for one shift&quot;,&quot;status&quot;:&quot;Conditional&quot;,&quot;textAlign&quot;:&quot;left&quot;,&quot;title&quot;:&quot;Risk Callout&quot;,&quot;type&quot;:&quot;decision&quot;,&quot;w&quot;:1572.0,&quot;weight&quot;:1.15,&quot;x&quot;:14.0,&quot;y&quot;:1860.1676470588236,&quot;z&quot;:10}"/>
          <p:cNvSpPr/>
          <p:nvPr/>
        </p:nvSpPr>
        <p:spPr>
          <a:xfrm>
            <a:off x="81203" y="10789325"/>
            <a:ext cx="9117898" cy="68392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Continue staged recovery for one shift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Hold distribution if south-header pressure exceeds 2.0 bar, final chloride reaches 250 mg/L, or a sensor check fails.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graphicFrame>
        <p:nvGraphicFramePr>
          <p:cNvPr id="14" name="VIZ::Stage evidence" descr="VisualizerSemantic:{&quot;composition_role&quot;:&quot;detailed_evidence&quot;,&quot;customTable&quot;:{&quot;headers&quot;:[&quot;Stage&quot;,&quot;Flux %&quot;,&quot;Pressure bar&quot;,&quot;Chloride mg/L&quot;,&quot;Status&quot;],&quot;rows&quot;:[[&quot;Raw intake&quot;,63.2,1.42,184,&quot;Baseline&quot;],[&quot;Carbon bed&quot;,64.1,1.51,191,&quot;Stable&quot;],[&quot;Membrane train&quot;,65,1.63,198,&quot;Watch&quot;],[&quot;Wash return&quot;,66.1,1.72,202,&quot;Improving&quot;],[&quot;Polishing pass&quot;,67.4,1.81,207,&quot;Stable&quot;],[&quot;South header&quot;,68.4,1.86,211,&quot;Verify sensor&quot;]]},&quot;element&quot;:&quot;Clean Table&quot;,&quot;engine&quot;:&quot;TableEngine&quot;,&quot;groupId&quot;:null,&quot;h&quot;:472.12,&quot;id&quot;:&quot;c9&quot;,&quot;locked&quot;:false,&quot;message_role&quot;:&quot;Primary Evidence&quot;,&quot;order&quot;:0,&quot;rows&quot;:[[&quot;Raw intake&quot;,63.2,1.42,184,&quot;Baseline&quot;],[&quot;Carbon bed&quot;,64.1,1.51,191,&quot;Stable&quot;],[&quot;Membrane train&quot;,65,1.63,198,&quot;Watch&quot;],[&quot;Wash return&quot;,66.1,1.72,202,&quot;Improving&quot;],[&quot;Polishing pass&quot;,67.4,1.81,207,&quot;Stable&quot;],[&quot;South header&quot;,68.4,1.86,211,&quot;Verify sensor&quot;]],&quot;section_id&quot;:&quot;operating-evidence&quot;,&quot;section_title&quot;:&quot;Operating evidence&quot;,&quot;showTitle&quot;:true,&quot;textAlign&quot;:&quot;left&quot;,&quot;title&quot;:&quot;Stage evidence&quot;,&quot;type&quot;:&quot;table&quot;,&quot;w&quot;:810.1600000000001,&quot;weight&quot;:1.55,&quot;x&quot;:775.8399999999999,&quot;y&quot;:40.0,&quot;z&quot;:9}"/>
          <p:cNvGraphicFramePr>
            <a:graphicFrameLocks noGrp="1"/>
          </p:cNvGraphicFramePr>
          <p:nvPr/>
        </p:nvGraphicFramePr>
        <p:xfrm>
          <a:off x="4500019" y="232007"/>
          <a:ext cx="4699081" cy="2738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16"/>
                <a:gridCol w="939816"/>
                <a:gridCol w="939816"/>
                <a:gridCol w="939816"/>
                <a:gridCol w="939817"/>
              </a:tblGrid>
              <a:tr h="391197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Flux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Pressure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Chloride 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Raw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Carbon 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Membrane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Wash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Improving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Polishing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9120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sensor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Flux recovery by process stage::chart-label-band"/>
          <p:cNvSpPr/>
          <p:nvPr/>
        </p:nvSpPr>
        <p:spPr>
          <a:xfrm>
            <a:off x="344934" y="5466927"/>
            <a:ext cx="4782218" cy="532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Z::Flux recovery by process stage::category-label-axis"/>
          <p:cNvCxnSpPr/>
          <p:nvPr/>
        </p:nvCxnSpPr>
        <p:spPr>
          <a:xfrm>
            <a:off x="881713" y="5478767"/>
            <a:ext cx="4050247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Flux recovery by process stage::category-label-0"/>
          <p:cNvSpPr txBox="1"/>
          <p:nvPr/>
        </p:nvSpPr>
        <p:spPr>
          <a:xfrm>
            <a:off x="919684" y="5502449"/>
            <a:ext cx="68347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1 Intake</a:t>
            </a:r>
          </a:p>
        </p:txBody>
      </p:sp>
      <p:sp>
        <p:nvSpPr>
          <p:cNvPr id="19" name="VIZ::Flux recovery by process stage::category-label-2"/>
          <p:cNvSpPr txBox="1"/>
          <p:nvPr/>
        </p:nvSpPr>
        <p:spPr>
          <a:xfrm>
            <a:off x="1691762" y="5502449"/>
            <a:ext cx="91130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3 Carbon</a:t>
            </a:r>
          </a:p>
        </p:txBody>
      </p:sp>
      <p:sp>
        <p:nvSpPr>
          <p:cNvPr id="20" name="VIZ::Flux recovery by process stage::category-label-4"/>
          <p:cNvSpPr txBox="1"/>
          <p:nvPr/>
        </p:nvSpPr>
        <p:spPr>
          <a:xfrm>
            <a:off x="2704324" y="5502449"/>
            <a:ext cx="91130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5 Train</a:t>
            </a:r>
          </a:p>
        </p:txBody>
      </p:sp>
      <p:sp>
        <p:nvSpPr>
          <p:cNvPr id="21" name="VIZ::Flux recovery by process stage::category-label-6"/>
          <p:cNvSpPr txBox="1"/>
          <p:nvPr/>
        </p:nvSpPr>
        <p:spPr>
          <a:xfrm>
            <a:off x="3729542" y="5502449"/>
            <a:ext cx="113913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7 Polish</a:t>
            </a:r>
          </a:p>
        </p:txBody>
      </p:sp>
      <p:sp>
        <p:nvSpPr>
          <p:cNvPr id="23" name="VIZ::Chloride at sampling point::chart-label-band"/>
          <p:cNvSpPr/>
          <p:nvPr/>
        </p:nvSpPr>
        <p:spPr>
          <a:xfrm>
            <a:off x="5284848" y="5326104"/>
            <a:ext cx="3748117" cy="4176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VIZ::Chloride at sampling point::category-label-axis"/>
          <p:cNvCxnSpPr/>
          <p:nvPr/>
        </p:nvCxnSpPr>
        <p:spPr>
          <a:xfrm>
            <a:off x="5705555" y="5335384"/>
            <a:ext cx="3174426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Chloride at sampling point::category-label-0"/>
          <p:cNvSpPr txBox="1"/>
          <p:nvPr/>
        </p:nvSpPr>
        <p:spPr>
          <a:xfrm>
            <a:off x="5745235" y="5316823"/>
            <a:ext cx="714245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47">
                <a:latin typeface="Arial"/>
              </a:defRPr>
            </a:pPr>
            <a:r>
              <a:t>Intake</a:t>
            </a:r>
          </a:p>
        </p:txBody>
      </p:sp>
      <p:sp>
        <p:nvSpPr>
          <p:cNvPr id="26" name="VIZ::Chloride at sampling point::category-label-1"/>
          <p:cNvSpPr txBox="1"/>
          <p:nvPr/>
        </p:nvSpPr>
        <p:spPr>
          <a:xfrm>
            <a:off x="6538841" y="5316823"/>
            <a:ext cx="714245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47">
                <a:latin typeface="Arial"/>
              </a:defRPr>
            </a:pPr>
            <a:r>
              <a:t>Membrane</a:t>
            </a:r>
          </a:p>
        </p:txBody>
      </p:sp>
      <p:sp>
        <p:nvSpPr>
          <p:cNvPr id="27" name="VIZ::Chloride at sampling point::category-label-2"/>
          <p:cNvSpPr txBox="1"/>
          <p:nvPr/>
        </p:nvSpPr>
        <p:spPr>
          <a:xfrm>
            <a:off x="7332448" y="5316823"/>
            <a:ext cx="714245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47">
                <a:latin typeface="Arial"/>
              </a:defRPr>
            </a:pPr>
            <a:r>
              <a:t>Polishing</a:t>
            </a:r>
          </a:p>
        </p:txBody>
      </p:sp>
      <p:sp>
        <p:nvSpPr>
          <p:cNvPr id="28" name="VIZ::Chloride at sampling point::category-label-3"/>
          <p:cNvSpPr txBox="1"/>
          <p:nvPr/>
        </p:nvSpPr>
        <p:spPr>
          <a:xfrm>
            <a:off x="8126054" y="5316823"/>
            <a:ext cx="714245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47">
                <a:latin typeface="Arial"/>
              </a:defRPr>
            </a:pPr>
            <a:r>
              <a:t>Release</a:t>
            </a:r>
          </a:p>
        </p:txBody>
      </p:sp>
      <p:sp>
        <p:nvSpPr>
          <p:cNvPr id="29" name="VIZ::Chloride at sampling point::legend-marker-0"/>
          <p:cNvSpPr/>
          <p:nvPr/>
        </p:nvSpPr>
        <p:spPr>
          <a:xfrm>
            <a:off x="5769201" y="5619164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Chloride at sampling point::legend-label-0"/>
          <p:cNvSpPr txBox="1"/>
          <p:nvPr/>
        </p:nvSpPr>
        <p:spPr>
          <a:xfrm>
            <a:off x="5870801" y="5558111"/>
            <a:ext cx="2920280" cy="1856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Chloride</a:t>
            </a:r>
          </a:p>
        </p:txBody>
      </p:sp>
      <p:sp>
        <p:nvSpPr>
          <p:cNvPr id="31" name="VIZ::DiagramTitle::Release sequence::1" descr="VisualizerDiagramContinuation:{&quot;item_id&quot;:&quot;c11&quot;,&quot;page&quot;:1,&quot;page_count&quot;:1,&quot;direction&quot;:&quot;right&quot;}"/>
          <p:cNvSpPr txBox="1"/>
          <p:nvPr/>
        </p:nvSpPr>
        <p:spPr>
          <a:xfrm>
            <a:off x="2710191" y="6215255"/>
            <a:ext cx="3859922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Release sequence</a:t>
            </a:r>
          </a:p>
        </p:txBody>
      </p:sp>
      <p:sp>
        <p:nvSpPr>
          <p:cNvPr id="32" name="VIZ::Release sequence::Screen feed pressure::node-1" descr="VisualizerSemantic:{&quot;composition_role&quot;:&quot;causal_evidence&quot;,&quot;direction&quot;:&quot;right&quot;,&quot;edges&quot;:[[&quot;Screen feed pressure&quot;,&quot;Run membrane wash&quot;],[&quot;Run membrane wash&quot;,&quot;Verify pressure and chloride&quot;],[&quot;Verify pressure and chloride&quot;,&quot;Release distribution&quot;]],&quot;element&quot;:&quot;Process Flow&quot;,&quot;engine&quot;:&quot;DiagramEngine&quot;,&quot;groupId&quot;:null,&quot;h&quot;:233.0,&quot;id&quot;:&quot;c11&quot;,&quot;locked&quot;:false,&quot;message_role&quot;:&quot;Primary Evidence&quot;,&quot;nodes&quot;:[&quot;Screen feed pressure&quot;,&quot;Run membrane wash&quot;,&quot;Verify pressure and chloride&quot;,&quot;Release distribution&quot;],&quot;order&quot;:5,&quot;section_id&quot;:&quot;release-checks&quot;,&quot;section_title&quot;:&quot;Release checks&quot;,&quot;showTitle&quot;:true,&quot;textAlign&quot;:&quot;left&quot;,&quot;title&quot;:&quot;Release sequence&quot;,&quot;type&quot;:&quot;diagram&quot;,&quot;w&quot;:684.4,&quot;weight&quot;:1.5,&quot;x&quot;:457.8,&quot;y&quot;:1068.4076470588236,&quot;z&quot;:11}"/>
          <p:cNvSpPr/>
          <p:nvPr/>
        </p:nvSpPr>
        <p:spPr>
          <a:xfrm>
            <a:off x="2710191" y="6604975"/>
            <a:ext cx="814104" cy="773172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Screen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feed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pressure</a:t>
            </a:r>
          </a:p>
        </p:txBody>
      </p:sp>
      <p:sp>
        <p:nvSpPr>
          <p:cNvPr id="33" name="VIZ::Release sequence::Run membrane wash::node-2" descr="VisualizerDiagramNode:{&quot;item_id&quot;:&quot;c11&quot;,&quot;node_index&quot;:1,&quot;label&quot;:&quot;Run membrane wash&quot;,&quot;page&quot;:1,&quot;page_count&quot;:1,&quot;direction&quot;:&quot;right&quot;}"/>
          <p:cNvSpPr/>
          <p:nvPr/>
        </p:nvSpPr>
        <p:spPr>
          <a:xfrm>
            <a:off x="3725463" y="6604975"/>
            <a:ext cx="814104" cy="773172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Run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membrane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wash</a:t>
            </a:r>
          </a:p>
        </p:txBody>
      </p:sp>
      <p:sp>
        <p:nvSpPr>
          <p:cNvPr id="34" name="VIZ::Release sequence::Verify pressure and chloride::node-3" descr="VisualizerDiagramNode:{&quot;item_id&quot;:&quot;c11&quot;,&quot;node_index&quot;:2,&quot;label&quot;:&quot;Verify pressure and chloride&quot;,&quot;page&quot;:1,&quot;page_count&quot;:1,&quot;direction&quot;:&quot;right&quot;}"/>
          <p:cNvSpPr/>
          <p:nvPr/>
        </p:nvSpPr>
        <p:spPr>
          <a:xfrm>
            <a:off x="4740735" y="6604975"/>
            <a:ext cx="814104" cy="773172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pressure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chloride</a:t>
            </a:r>
          </a:p>
        </p:txBody>
      </p:sp>
      <p:sp>
        <p:nvSpPr>
          <p:cNvPr id="35" name="VIZ::Release sequence::Release distribution::node-4" descr="VisualizerDiagramNode:{&quot;item_id&quot;:&quot;c11&quot;,&quot;node_index&quot;:3,&quot;label&quot;:&quot;Release distribution&quot;,&quot;page&quot;:1,&quot;page_count&quot;:1,&quot;direction&quot;:&quot;right&quot;}"/>
          <p:cNvSpPr/>
          <p:nvPr/>
        </p:nvSpPr>
        <p:spPr>
          <a:xfrm>
            <a:off x="5756007" y="6604975"/>
            <a:ext cx="814104" cy="773172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istributi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on</a:t>
            </a:r>
          </a:p>
        </p:txBody>
      </p:sp>
      <p:cxnSp>
        <p:nvCxnSpPr>
          <p:cNvPr id="36" name="VIZ::DiagramEdge::Release sequence::1" descr="VisualizerSemanticEdge:{&quot;item_id&quot;:&quot;c11&quot;,&quot;edge_index&quot;:0,&quot;source&quot;:&quot;Screen feed pressure&quot;,&quot;target&quot;:&quot;Run membrane wash&quot;,&quot;continuation&quot;:false}"/>
          <p:cNvCxnSpPr/>
          <p:nvPr/>
        </p:nvCxnSpPr>
        <p:spPr>
          <a:xfrm>
            <a:off x="3528867" y="699156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Z::DiagramEdge::Release sequence::2" descr="VisualizerSemanticEdge:{&quot;item_id&quot;:&quot;c11&quot;,&quot;edge_index&quot;:1,&quot;source&quot;:&quot;Run membrane wash&quot;,&quot;target&quot;:&quot;Verify pressure and chloride&quot;,&quot;continuation&quot;:false}"/>
          <p:cNvCxnSpPr/>
          <p:nvPr/>
        </p:nvCxnSpPr>
        <p:spPr>
          <a:xfrm>
            <a:off x="4544139" y="699156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Z::DiagramEdge::Release sequence::3" descr="VisualizerSemanticEdge:{&quot;item_id&quot;:&quot;c11&quot;,&quot;edge_index&quot;:2,&quot;source&quot;:&quot;Verify pressure and chloride&quot;,&quot;target&quot;:&quot;Release distribution&quot;,&quot;continuation&quot;:false}"/>
          <p:cNvCxnSpPr/>
          <p:nvPr/>
        </p:nvCxnSpPr>
        <p:spPr>
          <a:xfrm>
            <a:off x="5559411" y="699156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tage_1&quot;,&quot;name&quot;:&quot;Stage&quot;,&quot;nullable&quot;:false,&quot;profile&quot;:{&quot;distinct&quot;:8,&quot;missing&quot;:0},&quot;semantic_tags&quot;:[],&quot;type&quot;:&quot;string&quot;},{&quot;id&quot;:&quot;flux_recovery_2&quot;,&quot;name&quot;:&quot;Flux recovery&quot;,&quot;nullable&quot;:false,&quot;profile&quot;:{&quot;distinct&quot;:8,&quot;missing&quot;:0},&quot;semantic_tags&quot;:[],&quot;type&quot;:&quot;number&quot;,&quot;unit&quot;:&quot;&quot;},{&quot;id&quot;:&quot;pressure_3&quot;,&quot;name&quot;:&quot;Pressure&quot;,&quot;nullable&quot;:false,&quot;profile&quot;:{&quot;distinct&quot;:8,&quot;missing&quot;:0},&quot;semantic_tags&quot;:[],&quot;type&quot;:&quot;number&quot;,&quot;unit&quot;:&quot;&quot;}],&quot;id&quot;:&quot;dataset-mukchpuw-5z7954&quot;,&quot;metadata&quot;:{&quot;header&quot;:{&quot;confidence&quot;:0.8333333333333334,&quot;present&quot;:true,&quot;source_row&quot;:0}},&quot;name&quot;:&quot;Pasted data&quot;,&quot;revision&quot;:1,&quot;rows&quot;:[[&quot;1 Intake&quot;,63.2,1.42],[&quot;2 Screen&quot;,63.8,1.47],[&quot;3 Carbon&quot;,64.1,1.51],[&quot;4 Softener&quot;,64.5,1.57],[&quot;5 Train&quot;,65,1.63],[&quot;6 Wash&quot;,66.1,1.72],[&quot;7 Polish&quot;,67.4,1.81],[&quot;8 Release&quot;,68.4,1.86]],&quot;source&quot;:{&quot;imported_at&quot;:&quot;2026-09-27T21:43:05.768Z&quot;,&quot;kind&quot;:&quot;clipboard&quot;,&quot;label&quot;:&quot;TSV&quot;},&quot;warnings&quot;:[]},{&quot;fields&quot;:[{&quot;id&quot;:&quot;sample_point_1&quot;,&quot;name&quot;:&quot;Sample point&quot;,&quot;nullable&quot;:false,&quot;profile&quot;:{&quot;distinct&quot;:4,&quot;missing&quot;:0},&quot;semantic_tags&quot;:[],&quot;type&quot;:&quot;string&quot;},{&quot;id&quot;:&quot;chloride_2&quot;,&quot;name&quot;:&quot;Chloride&quot;,&quot;nullable&quot;:false,&quot;profile&quot;:{&quot;distinct&quot;:4,&quot;missing&quot;:0},&quot;semantic_tags&quot;:[],&quot;type&quot;:&quot;integer&quot;,&quot;unit&quot;:&quot;&quot;}],&quot;id&quot;:&quot;dataset-mukchqg8-tum2c4&quot;,&quot;metadata&quot;:{&quot;header&quot;:{&quot;confidence&quot;:0.75,&quot;present&quot;:true,&quot;source_row&quot;:0}},&quot;name&quot;:&quot;Pasted data&quot;,&quot;revision&quot;:1,&quot;rows&quot;:[[&quot;Intake&quot;,184],[&quot;Membrane&quot;,196],[&quot;Polishing&quot;,207],[&quot;Release&quot;,211]],&quot;source&quot;:{&quot;imported_at&quot;:&quot;2026-09-27T21:43:06.536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kchpuw-5z7954&quot;,&quot;drill&quot;:null,&quot;element&quot;:&quot;Line Chart&quot;,&quot;engine&quot;:&quot;CoreChartEngine&quot;,&quot;groupId&quot;:null,&quot;h&quot;:320,&quot;id&quot;:&quot;c1&quot;,&quot;locked&quot;:false,&quot;mapping&quot;:{&quot;category&quot;:&quot;stage_1&quot;,&quot;value&quot;:&quot;flux_recovery_2&quot;,&quot;x&quot;:&quot;stage_1&quot;,&quot;y&quot;:&quot;flux_recovery_2&quot;},&quot;message_role&quot;:&quot;Primary Evidence&quot;,&quot;order&quot;:3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Flux recovery by process stage&quot;,&quot;type&quot;:&quot;chart&quot;,&quot;variant&quot;:&quot;line&quot;,&quot;w&quot;:520,&quot;weight&quot;:1.8,&quot;x&quot;:14,&quot;y&quot;:14,&quot;z&quot;:1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sample_point_1&quot;,&quot;name&quot;:&quot;Sample point&quot;,&quot;nullable&quot;:false,&quot;profile&quot;:{&quot;distinct&quot;:4,&quot;missing&quot;:0},&quot;semantic_tags&quot;:[],&quot;type&quot;:&quot;string&quot;},{&quot;id&quot;:&quot;chloride_2&quot;,&quot;name&quot;:&quot;Chloride&quot;,&quot;nullable&quot;:false,&quot;profile&quot;:{&quot;distinct&quot;:4,&quot;missing&quot;:0},&quot;semantic_tags&quot;:[],&quot;type&quot;:&quot;integer&quot;,&quot;unit&quot;:&quot;&quot;}],&quot;id&quot;:&quot;dataset-mukchqg8-tum2c4&quot;,&quot;metadata&quot;:{&quot;header&quot;:{&quot;confidence&quot;:0.75,&quot;present&quot;:true,&quot;source_row&quot;:0}},&quot;name&quot;:&quot;Pasted data&quot;,&quot;revision&quot;:1,&quot;rows&quot;:[[&quot;Intake&quot;,184],[&quot;Membrane&quot;,196],[&quot;Polishing&quot;,207],[&quot;Release&quot;,211]],&quot;source&quot;:{&quot;imported_at&quot;:&quot;2026-09-27T21:43:06.536Z&quot;,&quot;kind&quot;:&quot;clipboard&quot;,&quot;label&quot;:&quot;TSV&quot;},&quot;warnings&quot;:[]},&quot;dataset_id&quot;:&quot;dataset-mukchqg8-tum2c4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sample_point_1&quot;,&quot;value&quot;:&quot;chloride_2&quot;,&quot;x&quot;:&quot;sample_point_1&quot;,&quot;y&quot;:&quot;chloride_2&quot;},&quot;recipe&quot;:null,&quot;recommendations&quot;:[{&quot;confidence&quot;:0.93,&quot;mapping&quot;:{&quot;category&quot;:&quot;sample_point_1&quot;,&quot;value&quot;:&quot;chloride_2&quot;,&quot;x&quot;:&quot;sample_point_1&quot;,&quot;y&quot;:&quot;chloride_2&quot;},&quot;reason&quot;:&quot;A horizontal field and numeric measure are available.&quot;,&quot;type&quot;:&quot;Line Chart&quot;},{&quot;confidence&quot;:0.9,&quot;mapping&quot;:{&quot;category&quot;:&quot;sample_point_1&quot;,&quot;value&quot;:&quot;chloride_2&quot;,&quot;x&quot;:&quot;sample_point_1&quot;,&quot;y&quot;:&quot;chloride_2&quot;},&quot;reason&quot;:&quot;A shared axis can compare multiple runs when a series field is available.&quot;,&quot;type&quot;:&quot;Multi-Line&quot;},{&quot;confidence&quot;:0.9,&quot;mapping&quot;:{&quot;category&quot;:&quot;sample_point_1&quot;,&quot;value&quot;:&quot;chloride_2&quot;,&quot;x&quot;:&quot;sample_point_1&quot;,&quot;y&quot;:&quot;chloride_2&quot;},&quot;reason&quot;:&quot;A category and measured value are available.&quot;,&quot;type&quot;:&quot;Vertical Bar&quot;},{&quot;confidence&quot;:0.87,&quot;mapping&quot;:{&quot;category&quot;:&quot;sample_point_1&quot;,&quot;value&quot;:&quot;chloride_2&quot;,&quot;x&quot;:&quot;sample_point_1&quot;,&quot;y&quot;:&quot;chloride_2&quot;},&quot;reason&quot;:&quot;The same trend mapping can show accumulated movement.&quot;,&quot;type&quot;:&quot;Area Chart&quot;},{&quot;confidence&quot;:0.82,&quot;mapping&quot;:{&quot;category&quot;:&quot;sample_point_1&quot;,&quot;value&quot;:&quot;chloride_2&quot;,&quot;x&quot;:&quot;sample_point_1&quot;,&quot;y&quot;:&quot;chloride_2&quot;},&quot;reason&quot;:&quot;A horizontal ranking keeps category labels readable.&quot;,&quot;type&quot;:&quot;Horizontal Bar&quot;},{&quot;confidence&quot;:0.8,&quot;mapping&quot;:{&quot;category&quot;:&quot;sample_point_1&quot;,&quot;value&quot;:&quot;chloride_2&quot;,&quot;x&quot;:&quot;sample_point_1&quot;,&quot;y&quot;:&quot;chlorid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hloride_2&quot;,&quot;id&quot;:&quot;series-1&quot;,&quot;label&quot;:&quot;Chloride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supporting_analysis&quot;,&quot;cross&quot;:null,&quot;data&quot;:[[&quot;Intake&quot;,184],[&quot;Membrane&quot;,196],[&quot;Polishing&quot;,207],[&quot;Release&quot;,211]],&quot;dataset_id&quot;:&quot;dataset-mukchqg8-tum2c4&quot;,&quot;drill&quot;:null,&quot;element&quot;:&quot;Line Chart&quot;,&quot;engine&quot;:&quot;CoreChartEngine&quot;,&quot;groupId&quot;:null,&quot;h&quot;:320,&quot;id&quot;:&quot;c2&quot;,&quot;locked&quot;:false,&quot;mapping&quot;:{&quot;category&quot;:&quot;sample_point_1&quot;,&quot;value&quot;:&quot;chloride_2&quot;,&quot;x&quot;:&quot;sample_point_1&quot;,&quot;y&quot;:&quot;chloride_2&quot;},&quot;message_role&quot;:&quot;Supporting Evidence&quot;,&quot;order&quot;:4,&quot;revealed&quot;:true,&quot;rows&quot;:[{&quot;label&quot;:&quot;Intake&quot;,&quot;value&quot;:184},{&quot;label&quot;:&quot;Membrane&quot;,&quot;value&quot;:196},{&quot;label&quot;:&quot;Polishing&quot;,&quot;value&quot;:207},{&quot;label&quot;:&quot;Release&quot;,&quot;value&quot;:211}],&quot;section_id&quot;:&quot;analysis&quot;,&quot;section_title&quot;:&quot;Analysis&quot;,&quot;showTitle&quot;:true,&quot;statistical_result&quot;:null,&quot;textAlign&quot;:&quot;left&quot;,&quot;title&quot;:&quot;Chloride at sampling point&quot;,&quot;transform_recipe&quot;:{&quot;steps&quot;:[]},&quot;type&quot;:&quot;chart&quot;,&quot;variant&quot;:&quot;line&quot;,&quot;w&quot;:520,&quot;weight&quot;:1.8,&quot;x&quot;:548,&quot;y&quot;:14,&quot;z&quot;:2},{&quot;body&quot;:&quot;Bayshore membrane recovery is improving; keep the release envelope active.&quot;,&quot;composition_role&quot;:&quot;report_headline&quot;,&quot;element&quot;:&quot;Hero Title&quot;,&quot;engine&quot;:&quot;TextEngine&quot;,&quot;groupId&quot;:null,&quot;h&quot;:109.76,&quot;id&quot;:&quot;c3&quot;,&quot;locked&quot;:false,&quot;message_role&quot;:&quot;Headline&quot;,&quot;order&quot;:6,&quot;section_id&quot;:&quot;decision&quot;,&quot;section_order&quot;:4,&quot;section_title&quot;:&quot;Decision&quot;,&quot;showTitle&quot;:false,&quot;text&quot;:&quot;Bayshore membrane recovery is improving; keep the release envelope active.&quot;,&quot;textAlign&quot;:&quot;left&quot;,&quot;title&quot;:&quot;Hero Title&quot;,&quot;type&quot;:&quot;text&quot;,&quot;w&quot;:520,&quot;weight&quot;:1.1,&quot;x&quot;:14,&quot;y&quot;:348,&quot;z&quot;:3},{&quot;body&quot;:&quot;Bayshore Reuse Plant · 12 process stages, 4 grab samples · shift review 27 Sep 2026 · owner: Water Quality. · Sensor refresh 06:40 · grab sample 06:15 · lab confirmation pending&quot;,&quot;composition_role&quot;:&quot;context&quot;,&quot;element&quot;:&quot;Body Narrative&quot;,&quot;engine&quot;:&quot;TextEngine&quot;,&quot;groupId&quot;:null,&quot;h&quot;:116,&quot;id&quot;:&quot;c4&quot;,&quot;locked&quot;:false,&quot;message_role&quot;:&quot;Context&quot;,&quot;order&quot;:2,&quot;section_id&quot;:&quot;operating-evidence&quot;,&quot;section_title&quot;:&quot;Operating evidence&quot;,&quot;showTitle&quot;:false,&quot;text&quot;:&quot;Bayshore Reuse Plant · 12 process stages, 4 grab samples · shift review 27 Sep 2026 · owner: Water Quality. · Sensor refresh 06:40 · grab sample 06:15 · lab confirmation pending&quot;,&quot;textAlign&quot;:&quot;left&quot;,&quot;title&quot;:&quot;Body Narrative&quot;,&quot;type&quot;:&quot;text&quot;,&quot;w&quot;:500,&quot;weight&quot;:1.1,&quot;x&quot;:1082,&quot;y&quot;:14,&quot;z&quot;:4},{&quot;body&quot;:&quot;Flux recovery rose through the wash and polishing stages, while pressure approached the 2.0 bar watch line at the south header. Chloride remains below the 250 mg/L release criterion. The pressure trace is a prompt to verify the sensor, not proof of membrane damage.&quot;,&quot;composition_role&quot;:&quot;narrative_interpretation&quot;,&quot;element&quot;:&quot;Body Narrative&quot;,&quot;engine&quot;:&quot;TextEngine&quot;,&quot;groupId&quot;:null,&quot;h&quot;:116,&quot;id&quot;:&quot;c5&quot;,&quot;locked&quot;:false,&quot;message_role&quot;:&quot;Context&quot;,&quot;order&quot;:1,&quot;section_id&quot;:&quot;operating-evidence&quot;,&quot;section_title&quot;:&quot;Operating evidence&quot;,&quot;showTitle&quot;:false,&quot;text&quot;:&quot;Flux recovery rose through the wash and polishing stages, while pressure approached the 2.0 bar watch line at the south header. Chloride remains below the 250 mg/L release criterion. The pressure trace is a prompt to verify the sensor, not proof of membrane damage.&quot;,&quot;textAlign&quot;:&quot;left&quot;,&quot;title&quot;:&quot;Body Narrative&quot;,&quot;type&quot;:&quot;text&quot;,&quot;w&quot;:500,&quot;weight&quot;:1.1,&quot;x&quot;:1082,&quot;y&quot;:144,&quot;z&quot;:5},{&quot;capability_overrides&quot;:{&quot;target&quot;:70},&quot;composition_role&quot;:&quot;hero_metric&quot;,&quot;delta&quot;:&quot;+5.2 pp&quot;,&quot;element&quot;:&quot;Hero KPI&quot;,&quot;engine&quot;:&quot;MetricEngine&quot;,&quot;groupId&quot;:null,&quot;h&quot;:152.32000000000002,&quot;id&quot;:&quot;c6&quot;,&quot;locked&quot;:false,&quot;message_role&quot;:&quot;Supporting Evidence&quot;,&quot;order&quot;:7,&quot;period&quot;:&quot;vs prior period&quot;,&quot;section_id&quot;:&quot;decision&quot;,&quot;section_order&quot;:4,&quot;section_title&quot;:&quot;Decision&quot;,&quot;showTitle&quot;:true,&quot;target&quot;:70,&quot;textAlign&quot;:&quot;left&quot;,&quot;title&quot;:&quot;Flux recovery&quot;,&quot;type&quot;:&quot;metric&quot;,&quot;unit&quot;:&quot;%&quot;,&quot;value&quot;:68.4,&quot;w&quot;:520,&quot;weight&quot;:1.15,&quot;x&quot;:548,&quot;y&quot;:348,&quot;z&quot;:6},{&quot;capability_overrides&quot;:{&quot;target&quot;:2},&quot;composition_role&quot;:&quot;hero_metric&quot;,&quot;delta&quot;:&quot;+0.18 bar&quot;,&quot;element&quot;:&quot;Hero KPI&quot;,&quot;engine&quot;:&quot;MetricEngine&quot;,&quot;groupId&quot;:null,&quot;h&quot;:152.32000000000002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bar&quot;},&quot;order&quot;:8,&quot;period&quot;:&quot;vs prior period&quot;,&quot;section_id&quot;:&quot;decision&quot;,&quot;section_order&quot;:4,&quot;section_title&quot;:&quot;Decision&quot;,&quot;showTitle&quot;:true,&quot;target&quot;:2,&quot;textAlign&quot;:&quot;left&quot;,&quot;title&quot;:&quot;South-header pressure&quot;,&quot;type&quot;:&quot;metric&quot;,&quot;unit&quot;:&quot;bar&quot;,&quot;value&quot;:1.86,&quot;w&quot;:520,&quot;weight&quot;:1.15,&quot;x&quot;:14,&quot;y&quot;:471.76,&quot;z&quot;:7},{&quot;after&quot;:68.4,&quot;before&quot;:63.2,&quot;composition_role&quot;:&quot;supporting_analysis&quot;,&quot;element&quot;:&quot;Before/After KPI&quot;,&quot;engine&quot;:&quot;ComparisonEngine&quot;,&quot;groupId&quot;:null,&quot;h&quot;:150,&quot;id&quot;:&quot;c8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9,&quot;section_id&quot;:&quot;decision&quot;,&quot;section_order&quot;:4,&quot;section_title&quot;:&quot;Decision&quot;,&quot;showTitle&quot;:true,&quot;textAlign&quot;:&quot;left&quot;,&quot;title&quot;:&quot;Flux before wash / current&quot;,&quot;type&quot;:&quot;comparison&quot;,&quot;unit&quot;:&quot;%&quot;,&quot;w&quot;:430,&quot;weight&quot;:1.15,&quot;x&quot;:1082,&quot;y&quot;:274,&quot;z&quot;:8},{&quot;composition_role&quot;:&quot;detailed_evidence&quot;,&quot;customTable&quot;:{&quot;headers&quot;:[&quot;Stage&quot;,&quot;Flux %&quot;,&quot;Pressure bar&quot;,&quot;Chloride mg/L&quot;,&quot;Status&quot;],&quot;rows&quot;:[[&quot;Raw intake&quot;,63.2,1.42,184,&quot;Baseline&quot;],[&quot;Carbon bed&quot;,64.1,1.51,191,&quot;Stable&quot;],[&quot;Membrane train&quot;,65,1.63,198,&quot;Watch&quot;],[&quot;Wash return&quot;,66.1,1.72,202,&quot;Improving&quot;],[&quot;Polishing pass&quot;,67.4,1.81,207,&quot;Stable&quot;],[&quot;South header&quot;,68.4,1.86,211,&quot;Verify sensor&quot;]]},&quot;element&quot;:&quot;Clean Table&quot;,&quot;engine&quot;:&quot;TableEngine&quot;,&quot;groupId&quot;:null,&quot;h&quot;:259,&quot;id&quot;:&quot;c9&quot;,&quot;locked&quot;:false,&quot;message_role&quot;:&quot;Primary Evidence&quot;,&quot;order&quot;:0,&quot;rows&quot;:[[&quot;Raw intake&quot;,63.2,1.42,184,&quot;Baseline&quot;],[&quot;Carbon bed&quot;,64.1,1.51,191,&quot;Stable&quot;],[&quot;Membrane train&quot;,65,1.63,198,&quot;Watch&quot;],[&quot;Wash return&quot;,66.1,1.72,202,&quot;Improving&quot;],[&quot;Polishing pass&quot;,67.4,1.81,207,&quot;Stable&quot;],[&quot;South header&quot;,68.4,1.86,211,&quot;Verify sensor&quot;]],&quot;section_id&quot;:&quot;operating-evidence&quot;,&quot;section_title&quot;:&quot;Operating evidence&quot;,&quot;showTitle&quot;:true,&quot;textAlign&quot;:&quot;left&quot;,&quot;title&quot;:&quot;Stage evidence&quot;,&quot;type&quot;:&quot;table&quot;,&quot;w&quot;:480,&quot;weight&quot;:1.55,&quot;x&quot;:1082,&quot;y&quot;:438,&quot;z&quot;:9},{&quot;composition_role&quot;:&quot;decision_risk&quot;,&quot;detail&quot;:&quot;Hold distribution if south-header pressure exceeds 2.0 bar, final chloride reaches 250 mg/L, or a sensor check fails.&quot;,&quot;element&quot;:&quot;Risk Callout&quot;,&quot;engine&quot;:&quot;DecisionCompositeEngine&quot;,&quot;groupId&quot;:null,&quot;h&quot;:105.28000000000002,&quot;id&quot;:&quot;c10&quot;,&quot;locked&quot;:false,&quot;message_role&quot;:&quot;Risk&quot;,&quot;order&quot;:11,&quot;section_id&quot;:&quot;decision&quot;,&quot;section_title&quot;:&quot;Decision&quot;,&quot;showTitle&quot;:false,&quot;statement&quot;:&quot;Continue staged recovery for one shift&quot;,&quot;status&quot;:&quot;Conditional&quot;,&quot;textAlign&quot;:&quot;left&quot;,&quot;title&quot;:&quot;Risk Callout&quot;,&quot;type&quot;:&quot;decision&quot;,&quot;w&quot;:448.00000000000006,&quot;weight&quot;:1.15,&quot;x&quot;:548,&quot;y&quot;:514.32,&quot;z&quot;:10},{&quot;composition_role&quot;:&quot;causal_evidence&quot;,&quot;direction&quot;:&quot;right&quot;,&quot;edges&quot;:[[&quot;Screen feed pressure&quot;,&quot;Run membrane wash&quot;],[&quot;Run membrane wash&quot;,&quot;Verify pressure and chloride&quot;],[&quot;Verify pressure and chloride&quot;,&quot;Release distribution&quot;]],&quot;element&quot;:&quot;Process Flow&quot;,&quot;engine&quot;:&quot;DiagramEngine&quot;,&quot;groupId&quot;:null,&quot;h&quot;:220,&quot;id&quot;:&quot;c11&quot;,&quot;locked&quot;:false,&quot;message_role&quot;:&quot;Primary Evidence&quot;,&quot;nodes&quot;:[&quot;Screen feed pressure&quot;,&quot;Run membrane wash&quot;,&quot;Verify pressure and chloride&quot;,&quot;Release distribution&quot;],&quot;order&quot;:5,&quot;section_id&quot;:&quot;release-checks&quot;,&quot;section_title&quot;:&quot;Release checks&quot;,&quot;showTitle&quot;:true,&quot;textAlign&quot;:&quot;left&quot;,&quot;title&quot;:&quot;Release sequence&quot;,&quot;type&quot;:&quot;diagram&quot;,&quot;w&quot;:520,&quot;weight&quot;:1.5,&quot;x&quot;:548,&quot;y&quot;:633.6,&quot;z&quot;:11},{&quot;body&quot;:&quot;Decision: continue the staged recovery cycle for one shift; release distribution only after the south-header pressure check and the final chloride sample are signed.&quot;,&quot;composition_role&quot;:&quot;conclusion&quot;,&quot;element&quot;:&quot;Key Takeaway&quot;,&quot;engine&quot;:&quot;TextEngine&quot;,&quot;groupId&quot;:null,&quot;h&quot;:96,&quot;id&quot;:&quot;c12&quot;,&quot;locked&quot;:false,&quot;message_role&quot;:&quot;Action&quot;,&quot;order&quot;:10,&quot;section_id&quot;:&quot;decision&quot;,&quot;section_order&quot;:4,&quot;section_title&quot;:&quot;Decision&quot;,&quot;showTitle&quot;:false,&quot;text&quot;:&quot;Decision: continue the staged recovery cycle for one shift; release distribution only after the south-header pressure check and the final chloride sample are signed.&quot;,&quot;textAlign&quot;:&quot;left&quot;,&quot;title&quot;:&quot;Key Takeaway&quot;,&quot;type&quot;:&quot;text&quot;,&quot;w&quot;:460.2,&quot;weight&quot;:1.1,&quot;x&quot;:14,&quot;y&quot;:638.08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