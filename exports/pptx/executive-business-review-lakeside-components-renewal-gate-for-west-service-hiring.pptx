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0624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Renewal trend against the hiring gate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88.7</c:v>
                </c:pt>
                <c:pt idx="1">
                  <c:v>90.1</c:v>
                </c:pt>
                <c:pt idx="2">
                  <c:v>91.4</c:v>
                </c:pt>
                <c:pt idx="3">
                  <c:v>92.2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2100000"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2.375"/>
          <c:min val="88.52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covery is real; the western renewal gate is still ope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covery is real; the western renewal gate is still open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Recovery is real; the western renewal gate is still open.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Lakeside Components · FY26 Q1–Q4 · renewal rate and margin plan · refreshed 27 Sep 2026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Lakeside Components · FY26 Q1–Q4 · renewal rate and margin plan · refreshed 27 Sep 2026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Lakeside Components · FY26 Q1–Q4 · renewal rate and margin plan · refreshed 27 Sep 2026.</a:t>
            </a:r>
          </a:p>
        </p:txBody>
      </p:sp>
      <p:sp>
        <p:nvSpPr>
          <p:cNvPr id="4" name="VIZ::FY26 Q4 renewal KPI" title="Visembler report text roles: metric title, metric value" descr="VisualizerSemantic:{&quot;capability_overrides&quot;:{&quot;target&quot;:93},&quot;composition_role&quot;:&quot;hero_metric&quot;,&quot;delta&quot;:&quot;+3.5 pp&quot;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3,&quot;title&quot;:&quot;FY26 Q4 renewal&quot;,&quot;type&quot;:&quot;metric&quot;,&quot;unit&quot;:&quot;%&quot;,&quot;value&quot;:92.2,&quot;weight&quot;:1,&quot;z&quot;:3,&quot;x&quot;:676.48,&quot;y&quot;:1377.7572000000002,&quot;w&quot;:447.76,&quot;h&quot;:186.0}"/>
          <p:cNvSpPr/>
          <p:nvPr/>
        </p:nvSpPr>
        <p:spPr>
          <a:xfrm>
            <a:off x="5154777" y="10498508"/>
            <a:ext cx="34119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FY26 Q4 renewal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92.2%</a:t>
            </a:r>
          </a:p>
        </p:txBody>
      </p:sp>
      <p:sp>
        <p:nvSpPr>
          <p:cNvPr id="5" name="VIZ::Protected service margin KPI" title="Visembler report text roles: metric title, metric value" descr="VisualizerSemantic:{&quot;capability_overrides&quot;:{&quot;target&quot;:18},&quot;composition_role&quot;:&quot;hero_metric&quot;,&quot;delta&quot;:&quot;+0.6 pp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3,&quot;section_id&quot;:&quot;performance&quot;,&quot;section_title&quot;:&quot;Performance&quot;,&quot;showTitle&quot;:true,&quot;target&quot;:18,&quot;title&quot;:&quot;Protected service margin&quot;,&quot;type&quot;:&quot;metric&quot;,&quot;unit&quot;:&quot;%&quot;,&quot;value&quot;:18.6,&quot;weight&quot;:1,&quot;z&quot;:4,&quot;x&quot;:14.0,&quot;y&quot;:1373.2572000000002,&quot;w&quot;:648.48,&quot;h&quot;:180.0}"/>
          <p:cNvSpPr/>
          <p:nvPr/>
        </p:nvSpPr>
        <p:spPr>
          <a:xfrm>
            <a:off x="106679" y="10464218"/>
            <a:ext cx="4941417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Protected service margin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18.6%</a:t>
            </a:r>
          </a:p>
        </p:txBody>
      </p:sp>
      <p:sp>
        <p:nvSpPr>
          <p:cNvPr id="6" name="VIZ::Renewal recovery · FY26 Q1 to Q4 KPI" title="Visembler report text roles: metric title, comparison value" descr="VisualizerSemantic:{&quot;after&quot;:92.2,&quot;before&quot;:88.7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ecovery · FY26 Q1 to Q4&quot;,&quot;type&quot;:&quot;comparison&quot;,&quot;unit&quot;:&quot;%&quot;,&quot;weight&quot;:1,&quot;z&quot;:5,&quot;x&quot;:1138.24,&quot;y&quot;:1373.2572000000002,&quot;w&quot;:447.76,&quot;h&quot;:195.0}"/>
          <p:cNvSpPr/>
          <p:nvPr/>
        </p:nvSpPr>
        <p:spPr>
          <a:xfrm>
            <a:off x="8673387" y="10464218"/>
            <a:ext cx="3411931" cy="14859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Renewal recovery · FY26 Q1 to Q4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88.7% → 92.2%</a:t>
            </a:r>
          </a:p>
        </p:txBody>
      </p:sp>
      <p:graphicFrame>
        <p:nvGraphicFramePr>
          <p:cNvPr id="11" name="VIZ::Renewal trend against the hiring gate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kcg7iw-l4yeds&quot;,&quot;metadata&quot;:{&quot;header&quot;:{&quot;confidence&quot;:0.75,&quot;present&quot;:true,&quot;source_row&quot;:0}},&quot;name&quot;:&quot;Pasted data&quot;,&quot;revision&quot;:1,&quot;rows&quot;:[[&quot;FY26 Q1&quot;,88.7],[&quot;FY26 Q2&quot;,90.1],[&quot;FY26 Q3&quot;,91.4],[&quot;FY26 Q4&quot;,92.2]],&quot;source&quot;:{&quot;imported_at&quot;:&quot;2026-09-27T21:41:55.352Z&quot;,&quot;kind&quot;:&quot;clipboard&quot;,&quot;label&quot;:&quot;TSV&quot;},&quot;warnings&quot;:[]},&quot;dataset_id&quot;:&quot;dataset-mukcg7iw-l4yeds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quarter_1&quot;,&quot;value&quot;:&quot;retention_2&quot;,&quot;x&quot;:&quot;quarter_1&quot;,&quot;y&quot;:&quot;retention_2&quot;},&quot;recipe&quot;:null,&quot;recommendations&quot;:[{&quot;confidence&quot;:0.93,&quot;mapping&quot;:{&quot;category&quot;:&quot;quarter_1&quot;,&quot;value&quot;:&quot;retention_2&quot;,&quot;x&quot;:&quot;quarter_1&quot;,&quot;y&quot;:&quot;retention_2&quot;},&quot;reason&quot;:&quot;A horizontal field and numeric measure are available.&quot;,&quot;type&quot;:&quot;Line Chart&quot;},{&quot;confidence&quot;:0.9,&quot;mapping&quot;:{&quot;category&quot;:&quot;quarter_1&quot;,&quot;value&quot;:&quot;retention_2&quot;,&quot;x&quot;:&quot;quarter_1&quot;,&quot;y&quot;:&quot;retention_2&quot;},&quot;reason&quot;:&quot;A shared axis can compare multiple runs when a series field is available.&quot;,&quot;type&quot;:&quot;Multi-Line&quot;},{&quot;confidence&quot;:0.9,&quot;mapping&quot;:{&quot;category&quot;:&quot;quarter_1&quot;,&quot;value&quot;:&quot;retention_2&quot;,&quot;x&quot;:&quot;quarter_1&quot;,&quot;y&quot;:&quot;retention_2&quot;},&quot;reason&quot;:&quot;A category and measured value are available.&quot;,&quot;type&quot;:&quot;Vertical Bar&quot;},{&quot;confidence&quot;:0.87,&quot;mapping&quot;:{&quot;category&quot;:&quot;quarter_1&quot;,&quot;value&quot;:&quot;retention_2&quot;,&quot;x&quot;:&quot;quarter_1&quot;,&quot;y&quot;:&quot;retention_2&quot;},&quot;reason&quot;:&quot;The same trend mapping can show accumulated movement.&quot;,&quot;type&quot;:&quot;Area Chart&quot;},{&quot;confidence&quot;:0.82,&quot;mapping&quot;:{&quot;category&quot;:&quot;quarter_1&quot;,&quot;value&quot;:&quot;retention_2&quot;,&quot;x&quot;:&quot;quarter_1&quot;,&quot;y&quot;:&quot;retention_2&quot;},&quot;reason&quot;:&quot;A horizontal ranking keeps category labels readable.&quot;,&quot;type&quot;:&quot;Horizontal Bar&quot;},{&quot;confidence&quot;:0.8,&quot;mapping&quot;:{&quot;category&quot;:&quot;quarter_1&quot;,&quot;value&quot;:&quot;retention_2&quot;,&quot;x&quot;:&quot;quarter_1&quot;,&quot;y&quot;:&quot;retention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tention_2&quot;,&quot;id&quot;:&quot;series-1&quot;,&quot;label&quot;:&quot;Retention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FY26 Q1&quot;,88.7],[&quot;FY26 Q2&quot;,90.1],[&quot;FY26 Q3&quot;,91.4],[&quot;FY26 Q4&quot;,92.2]],&quot;dataset_id&quot;:&quot;dataset-mukcg7iw-l4yeds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rows&quot;:[{&quot;label&quot;:&quot;FY26 Q1&quot;,&quot;value&quot;:88.7},{&quot;label&quot;:&quot;FY26 Q2&quot;,&quot;value&quot;:90.1},{&quot;label&quot;:&quot;FY26 Q3&quot;,&quot;value&quot;:91.4},{&quot;label&quot;:&quot;FY26 Q4&quot;,&quot;value&quot;:92.2}],&quot;section_id&quot;:&quot;analysis&quot;,&quot;section_title&quot;:&quot;Analysis&quot;,&quot;showTitle&quot;:true,&quot;statistical_result&quot;:null,&quot;title&quot;:&quot;Renewal trend against the hiring gate&quot;,&quot;transform_recipe&quot;:{&quot;steps&quot;:[]},&quot;type&quot;:&quot;chart&quot;,&quot;weight&quot;:1,&quot;z&quot;:6,&quot;observations&quot;:[{&quot;label&quot;:&quot;FY26 Q1&quot;,&quot;value&quot;:88.7},{&quot;label&quot;:&quot;FY26 Q2&quot;,&quot;value&quot;:90.1},{&quot;label&quot;:&quot;FY26 Q3&quot;,&quot;value&quot;:91.4},{&quot;label&quot;:&quot;FY26 Q4&quot;,&quot;value&quot;:92.2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704407" y="4621386"/>
          <a:ext cx="6783184" cy="32918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Prepare onboarding now; release offers only after the next cohort is verified above threshold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Hold two western hires behind the 93.0% renewal gate&quot;,&quot;status&quot;:&quot;Conditional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679" y="8172306"/>
            <a:ext cx="11978639" cy="100565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Hold two western hires behind the 93.0% renewal 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Prepare onboarding now; release offers only after the next cohort is verified above threshold.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Decision: keep the two western roles approved but unfilled until the next cohort reaches 93.0%; review again on 15 October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Decision: keep the two western roles approved but unfilled until the next cohort reaches 93.0%; review again on 15 October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679" y="9437043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Decision: keep the two western roles approved but unfilled until the next cohort reaches 93.0%; review again on 15 October.</a:t>
            </a:r>
          </a:p>
        </p:txBody>
      </p:sp>
      <p:sp>
        <p:nvSpPr>
          <p:cNvPr id="12" name="VIZ::Renewal trend against the hiring gate::chart-label-band"/>
          <p:cNvSpPr/>
          <p:nvPr/>
        </p:nvSpPr>
        <p:spPr>
          <a:xfrm>
            <a:off x="2840070" y="7172561"/>
            <a:ext cx="6647520" cy="740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VIZ::Renewal trend against the hiring gate::category-label-axis"/>
          <p:cNvCxnSpPr/>
          <p:nvPr/>
        </p:nvCxnSpPr>
        <p:spPr>
          <a:xfrm>
            <a:off x="3586220" y="7189020"/>
            <a:ext cx="5630043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Renewal trend against the hiring gate::category-label-0"/>
          <p:cNvSpPr txBox="1"/>
          <p:nvPr/>
        </p:nvSpPr>
        <p:spPr>
          <a:xfrm>
            <a:off x="3656595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FY26 Q1</a:t>
            </a:r>
          </a:p>
        </p:txBody>
      </p:sp>
      <p:sp>
        <p:nvSpPr>
          <p:cNvPr id="15" name="VIZ::Renewal trend against the hiring gate::category-label-1"/>
          <p:cNvSpPr txBox="1"/>
          <p:nvPr/>
        </p:nvSpPr>
        <p:spPr>
          <a:xfrm>
            <a:off x="5064106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FY26 Q2</a:t>
            </a:r>
          </a:p>
        </p:txBody>
      </p:sp>
      <p:sp>
        <p:nvSpPr>
          <p:cNvPr id="16" name="VIZ::Renewal trend against the hiring gate::category-label-2"/>
          <p:cNvSpPr txBox="1"/>
          <p:nvPr/>
        </p:nvSpPr>
        <p:spPr>
          <a:xfrm>
            <a:off x="6471617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FY26 Q3</a:t>
            </a:r>
          </a:p>
        </p:txBody>
      </p:sp>
      <p:sp>
        <p:nvSpPr>
          <p:cNvPr id="17" name="VIZ::Renewal trend against the hiring gate::category-label-3"/>
          <p:cNvSpPr txBox="1"/>
          <p:nvPr/>
        </p:nvSpPr>
        <p:spPr>
          <a:xfrm>
            <a:off x="7879127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FY26 Q4</a:t>
            </a:r>
          </a:p>
        </p:txBody>
      </p:sp>
      <p:sp>
        <p:nvSpPr>
          <p:cNvPr id="18" name="VIZ::Renewal trend against the hiring gate::legend-marker-0"/>
          <p:cNvSpPr/>
          <p:nvPr/>
        </p:nvSpPr>
        <p:spPr>
          <a:xfrm>
            <a:off x="3679452" y="771688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Renewal trend against the hiring gate::legend-label-0"/>
          <p:cNvSpPr txBox="1"/>
          <p:nvPr/>
        </p:nvSpPr>
        <p:spPr>
          <a:xfrm>
            <a:off x="3781052" y="7584041"/>
            <a:ext cx="5346310" cy="32918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Retention</a:t>
            </a:r>
          </a:p>
        </p:txBody>
      </p:sp>
      <p:graphicFrame>
        <p:nvGraphicFramePr>
          <p:cNvPr id="20" name="VIZ::Evidence and decision checks" descr="VisualizerSemantic:{&quot;composition_role&quot;:&quot;detailed_evidence&quot;,&quot;customTable&quot;:{&quot;headers&quot;:[&quot;Territory&quot;,&quot;Renewal&quot;,&quot;Margin plan&quot;,&quot;Read&quot;],&quot;rows&quot;:[[&quot;North&quot;,&quot;93.8%&quot;,&quot;19.2%&quot;,&quot;On plan&quot;],[&quot;West&quot;,&quot;92.2%&quot;,&quot;18.6%&quot;,&quot;Gate remains open&quot;],[&quot;Coastal&quot;,&quot;94.1%&quot;,&quot;17.9%&quot;,&quot;Margin watch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&quot;93.8%&quot;,&quot;19.2%&quot;,&quot;On plan&quot;],[&quot;West&quot;,&quot;92.2%&quot;,&quot;18.6%&quot;,&quot;Gate remains open&quot;],[&quot;Coastal&quot;,&quot;94.1%&quot;,&quot;17.9%&quot;,&quot;Margin watch&quot;]],&quot;section_id&quot;:&quot;evidence&quot;,&quot;section_title&quot;:&quot;Regional evidence&quot;,&quot;showTitle&quot;:true,&quot;title&quot;:&quot;Evidence and decision checks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679" y="1500616"/>
          <a:ext cx="11978639" cy="286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7154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Renewal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Margin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Gate remains open</a:t>
                      </a:r>
                    </a:p>
                  </a:txBody>
                  <a:tcPr/>
                </a:tc>
              </a:tr>
              <a:tr h="7154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Coastal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Margin watch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kcg7iw-l4yeds&quot;,&quot;metadata&quot;:{&quot;header&quot;:{&quot;confidence&quot;:0.75,&quot;present&quot;:true,&quot;source_row&quot;:0}},&quot;name&quot;:&quot;Pasted data&quot;,&quot;revision&quot;:1,&quot;rows&quot;:[[&quot;FY26 Q1&quot;,88.7],[&quot;FY26 Q2&quot;,90.1],[&quot;FY26 Q3&quot;,91.4],[&quot;FY26 Q4&quot;,92.2]],&quot;source&quot;:{&quot;imported_at&quot;:&quot;2026-09-27T21:41:55.352Z&quot;,&quot;kind&quot;:&quot;clipboard&quot;,&quot;label&quot;:&quot;TSV&quot;},&quot;warnings&quot;:[]}],&quot;groups&quot;:{},&quot;items&quot;:[{&quot;body&quot;:&quot;Recovery is real; the western renewal gate is still ope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covery is real; the western renewal gate is still open.&quot;,&quot;title&quot;:&quot;Executive Statement&quot;,&quot;type&quot;:&quot;text&quot;,&quot;weight&quot;:1,&quot;z&quot;:1},{&quot;body&quot;:&quot;Lakeside Components · FY26 Q1–Q4 · renewal rate and margin plan · refreshed 27 Sep 2026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Lakeside Components · FY26 Q1–Q4 · renewal rate and margin plan · refreshed 27 Sep 2026.&quot;,&quot;title&quot;:&quot;Quarterly context&quot;,&quot;type&quot;:&quot;text&quot;,&quot;weight&quot;:1,&quot;z&quot;:2},{&quot;capability_overrides&quot;:{&quot;target&quot;:93},&quot;composition_role&quot;:&quot;hero_metric&quot;,&quot;delta&quot;:&quot;+3.5 pp&quot;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3,&quot;title&quot;:&quot;FY26 Q4 renewal&quot;,&quot;type&quot;:&quot;metric&quot;,&quot;unit&quot;:&quot;%&quot;,&quot;value&quot;:92.2,&quot;weight&quot;:1,&quot;z&quot;:3},{&quot;capability_overrides&quot;:{&quot;target&quot;:18},&quot;composition_role&quot;:&quot;hero_metric&quot;,&quot;delta&quot;:&quot;+0.6 pp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3,&quot;section_id&quot;:&quot;performance&quot;,&quot;section_title&quot;:&quot;Performance&quot;,&quot;showTitle&quot;:true,&quot;target&quot;:18,&quot;title&quot;:&quot;Protected service margin&quot;,&quot;type&quot;:&quot;metric&quot;,&quot;unit&quot;:&quot;%&quot;,&quot;value&quot;:18.6,&quot;weight&quot;:1,&quot;z&quot;:4},{&quot;after&quot;:92.2,&quot;before&quot;:88.7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ecovery · FY26 Q1 to Q4&quot;,&quot;type&quot;:&quot;comparison&quot;,&quot;unit&quot;:&quot;%&quot;,&quot;weight&quot;:1,&quot;z&quot;:5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kcg7iw-l4yeds&quot;,&quot;metadata&quot;:{&quot;header&quot;:{&quot;confidence&quot;:0.75,&quot;present&quot;:true,&quot;source_row&quot;:0}},&quot;name&quot;:&quot;Pasted data&quot;,&quot;revision&quot;:1,&quot;rows&quot;:[[&quot;FY26 Q1&quot;,88.7],[&quot;FY26 Q2&quot;,90.1],[&quot;FY26 Q3&quot;,91.4],[&quot;FY26 Q4&quot;,92.2]],&quot;source&quot;:{&quot;imported_at&quot;:&quot;2026-09-27T21:41:55.352Z&quot;,&quot;kind&quot;:&quot;clipboard&quot;,&quot;label&quot;:&quot;TSV&quot;},&quot;warnings&quot;:[]},&quot;dataset_id&quot;:&quot;dataset-mukcg7iw-l4yeds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quarter_1&quot;,&quot;value&quot;:&quot;retention_2&quot;,&quot;x&quot;:&quot;quarter_1&quot;,&quot;y&quot;:&quot;retention_2&quot;},&quot;recipe&quot;:null,&quot;recommendations&quot;:[{&quot;confidence&quot;:0.93,&quot;mapping&quot;:{&quot;category&quot;:&quot;quarter_1&quot;,&quot;value&quot;:&quot;retention_2&quot;,&quot;x&quot;:&quot;quarter_1&quot;,&quot;y&quot;:&quot;retention_2&quot;},&quot;reason&quot;:&quot;A horizontal field and numeric measure are available.&quot;,&quot;type&quot;:&quot;Line Chart&quot;},{&quot;confidence&quot;:0.9,&quot;mapping&quot;:{&quot;category&quot;:&quot;quarter_1&quot;,&quot;value&quot;:&quot;retention_2&quot;,&quot;x&quot;:&quot;quarter_1&quot;,&quot;y&quot;:&quot;retention_2&quot;},&quot;reason&quot;:&quot;A shared axis can compare multiple runs when a series field is available.&quot;,&quot;type&quot;:&quot;Multi-Line&quot;},{&quot;confidence&quot;:0.9,&quot;mapping&quot;:{&quot;category&quot;:&quot;quarter_1&quot;,&quot;value&quot;:&quot;retention_2&quot;,&quot;x&quot;:&quot;quarter_1&quot;,&quot;y&quot;:&quot;retention_2&quot;},&quot;reason&quot;:&quot;A category and measured value are available.&quot;,&quot;type&quot;:&quot;Vertical Bar&quot;},{&quot;confidence&quot;:0.87,&quot;mapping&quot;:{&quot;category&quot;:&quot;quarter_1&quot;,&quot;value&quot;:&quot;retention_2&quot;,&quot;x&quot;:&quot;quarter_1&quot;,&quot;y&quot;:&quot;retention_2&quot;},&quot;reason&quot;:&quot;The same trend mapping can show accumulated movement.&quot;,&quot;type&quot;:&quot;Area Chart&quot;},{&quot;confidence&quot;:0.82,&quot;mapping&quot;:{&quot;category&quot;:&quot;quarter_1&quot;,&quot;value&quot;:&quot;retention_2&quot;,&quot;x&quot;:&quot;quarter_1&quot;,&quot;y&quot;:&quot;retention_2&quot;},&quot;reason&quot;:&quot;A horizontal ranking keeps category labels readable.&quot;,&quot;type&quot;:&quot;Horizontal Bar&quot;},{&quot;confidence&quot;:0.8,&quot;mapping&quot;:{&quot;category&quot;:&quot;quarter_1&quot;,&quot;value&quot;:&quot;retention_2&quot;,&quot;x&quot;:&quot;quarter_1&quot;,&quot;y&quot;:&quot;retention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tention_2&quot;,&quot;id&quot;:&quot;series-1&quot;,&quot;label&quot;:&quot;Retention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FY26 Q1&quot;,88.7],[&quot;FY26 Q2&quot;,90.1],[&quot;FY26 Q3&quot;,91.4],[&quot;FY26 Q4&quot;,92.2]],&quot;dataset_id&quot;:&quot;dataset-mukcg7iw-l4yeds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rows&quot;:[{&quot;label&quot;:&quot;FY26 Q1&quot;,&quot;value&quot;:88.7},{&quot;label&quot;:&quot;FY26 Q2&quot;,&quot;value&quot;:90.1},{&quot;label&quot;:&quot;FY26 Q3&quot;,&quot;value&quot;:91.4},{&quot;label&quot;:&quot;FY26 Q4&quot;,&quot;value&quot;:92.2}],&quot;section_id&quot;:&quot;analysis&quot;,&quot;section_title&quot;:&quot;Analysis&quot;,&quot;showTitle&quot;:true,&quot;statistical_result&quot;:null,&quot;title&quot;:&quot;Renewal trend against the hiring gate&quot;,&quot;transform_recipe&quot;:{&quot;steps&quot;:[]},&quot;type&quot;:&quot;chart&quot;,&quot;weight&quot;:1,&quot;z&quot;:6},{&quot;composition_role&quot;:&quot;detailed_evidence&quot;,&quot;customTable&quot;:{&quot;headers&quot;:[&quot;Territory&quot;,&quot;Renewal&quot;,&quot;Margin plan&quot;,&quot;Read&quot;],&quot;rows&quot;:[[&quot;North&quot;,&quot;93.8%&quot;,&quot;19.2%&quot;,&quot;On plan&quot;],[&quot;West&quot;,&quot;92.2%&quot;,&quot;18.6%&quot;,&quot;Gate remains open&quot;],[&quot;Coastal&quot;,&quot;94.1%&quot;,&quot;17.9%&quot;,&quot;Margin watch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&quot;93.8%&quot;,&quot;19.2%&quot;,&quot;On plan&quot;],[&quot;West&quot;,&quot;92.2%&quot;,&quot;18.6%&quot;,&quot;Gate remains open&quot;],[&quot;Coastal&quot;,&quot;94.1%&quot;,&quot;17.9%&quot;,&quot;Margin watch&quot;]],&quot;section_id&quot;:&quot;evidence&quot;,&quot;section_title&quot;:&quot;Regional evidence&quot;,&quot;showTitle&quot;:true,&quot;title&quot;:&quot;Evidence and decision checks&quot;,&quot;type&quot;:&quot;table&quot;,&quot;weight&quot;:1,&quot;z&quot;:7},{&quot;composition_role&quot;:&quot;decision_risk&quot;,&quot;detail&quot;:&quot;Prepare onboarding now; release offers only after the next cohort is verified above threshold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Hold two western hires behind the 93.0% renewal gate&quot;,&quot;status&quot;:&quot;Conditional&quot;,&quot;title&quot;:&quot;Risk Callout&quot;,&quot;type&quot;:&quot;decision&quot;,&quot;weight&quot;:1,&quot;z&quot;:8},{&quot;body&quot;:&quot;Decision: keep the two western roles approved but unfilled until the next cohort reaches 93.0%; review again on 15 October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Decision: keep the two western roles approved but unfilled until the next cohort reaches 93.0%; review again on 15 October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