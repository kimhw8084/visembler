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84997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Lot and reference evidence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Lot and reference evidence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 localized die cluster warrants containment; chamber causality is not yet established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 localized die cluster warrants containment; chamber causality is not yet established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68687" y="196249"/>
            <a:ext cx="5197863" cy="53850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700" b="1" i="0">
                <a:solidFill>
                  <a:srgbClr val="172B43"/>
                </a:solidFill>
                <a:latin typeface="Arial Narrow"/>
              </a:rPr>
              <a:t> · A localized die cluster warrants containment; chamber causality is not yet established.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TSV-26-091 · CF-4 · paired TSV-26-094 reference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TSV-26-091 · CF-4 · paired TSV-26-094 reference.&quot;,&quot;title&quot;:&quot;Affected scope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5335237" y="288879"/>
            <a:ext cx="2446053" cy="35324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74A60"/>
                </a:solidFill>
                <a:latin typeface="Arial Narrow"/>
              </a:rPr>
              <a:t>TSV-26-091 · CF-4 · paired TSV-26-094 reference.</a:t>
            </a:r>
          </a:p>
        </p:txBody>
      </p:sp>
      <p:sp>
        <p:nvSpPr>
          <p:cNvPr id="4" name="VIZ::Suspect lot yield KPI" title="Visembler report text roles: metric title, metric value" descr="VisualizerSemantic:{&quot;capability_overrides&quot;:{&quot;target&quot;:97.8},&quot;composition_role&quot;:&quot;hero_metric&quot;,&quot;delta&quot;:&quot;-6.5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7.8,&quot;title&quot;:&quot;Suspect lot yield&quot;,&quot;type&quot;:&quot;metric&quot;,&quot;unit&quot;:&quot;%&quot;,&quot;value&quot;:91.9,&quot;weight&quot;:1,&quot;z&quot;:3,&quot;x&quot;:900.4800000000001,&quot;y&quot;:2279.564,&quot;w&quot;:685.52,&quot;h&quot;:185.0}"/>
          <p:cNvSpPr/>
          <p:nvPr/>
        </p:nvSpPr>
        <p:spPr>
          <a:xfrm>
            <a:off x="4417967" y="11184080"/>
            <a:ext cx="3363323" cy="90765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Suspect lot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91.9%</a:t>
            </a:r>
          </a:p>
        </p:txBody>
      </p:sp>
      <p:sp>
        <p:nvSpPr>
          <p:cNvPr id="5" name="VIZ::Reference versus suspect yield KPI" title="Visembler report text roles: metric title, comparison value" descr="VisualizerSemantic:{&quot;after&quot;:91.9,&quot;before&quot;:98.4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Reference versus suspect yield&quot;,&quot;type&quot;:&quot;comparison&quot;,&quot;unit&quot;:&quot;%&quot;,&quot;weight&quot;:1,&quot;z&quot;:4,&quot;x&quot;:14.0,&quot;y&quot;:2274.064,&quot;w&quot;:872.4800000000001,&quot;h&quot;:196.0}"/>
          <p:cNvSpPr/>
          <p:nvPr/>
        </p:nvSpPr>
        <p:spPr>
          <a:xfrm>
            <a:off x="68687" y="11157096"/>
            <a:ext cx="4280593" cy="96162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Reference versus suspect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98.4% → 91.9%</a:t>
            </a:r>
          </a:p>
        </p:txBody>
      </p:sp>
      <p:graphicFrame>
        <p:nvGraphicFramePr>
          <p:cNvPr id="144" name="VIZ::Lot and reference evidence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showTitle&quot;:true,&quot;title&quot;:&quot;Lot and reference evidence&quot;,&quot;type&quot;:&quot;engineering&quot;,&quot;upper_limit&quot;:null,&quot;weight&quot;:1,&quot;z&quot;:5,&quot;x&quot;:449.6969696969697,&quot;y&quot;:1295.464,&quot;w&quot;:700.6060606060606,&quot;h&quot;:340.0}"/>
          <p:cNvGraphicFramePr>
            <a:graphicFrameLocks noGrp="1"/>
          </p:cNvGraphicFramePr>
          <p:nvPr/>
        </p:nvGraphicFramePr>
        <p:xfrm>
          <a:off x="2206319" y="6355853"/>
          <a:ext cx="3437339" cy="1668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5" name="VIZ::c6::box-plot-title" descr="VisualizerSemantic:{&quot;composition_role&quot;:&quot;primary_analysis&quot;,&quot;data&quot;:[[&quot;Reference&quot;,98.4],[&quot;Reference&quot;,98.1],[&quot;Reference&quot;,98.7],[&quot;Reference&quot;,98.3],[&quot;Reference&quot;,98.6],[&quot;Suspect&quot;,91.4],[&quot;Suspect&quot;,92.1],[&quot;Suspect&quot;,91.7],[&quot;Suspect&quot;,92.4],[&quot;Suspect&quot;,91.9]],&quot;dataset_id&quot;:&quot;dataset-mukcgkmd-lzoki9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reference-population&quot;,&quot;section_title&quot;:&quot;Reference population&quot;,&quot;showTitle&quot;:true,&quot;title&quot;:&quot;Lot and reference evidence&quot;,&quot;type&quot;:&quot;chart&quot;,&quot;weight&quot;:1,&quot;z&quot;:6,&quot;rows&quot;:[{&quot;label&quot;:&quot;Reference&quot;,&quot;value&quot;:98.4},{&quot;label&quot;:&quot;Reference&quot;,&quot;value&quot;:98.1},{&quot;label&quot;:&quot;Reference&quot;,&quot;value&quot;:98.7},{&quot;label&quot;:&quot;Reference&quot;,&quot;value&quot;:98.3},{&quot;label&quot;:&quot;Reference&quot;,&quot;value&quot;:98.6},{&quot;label&quot;:&quot;Suspect&quot;,&quot;value&quot;:91.4},{&quot;label&quot;:&quot;Suspect&quot;,&quot;value&quot;:92.1},{&quot;label&quot;:&quot;Suspect&quot;,&quot;value&quot;:91.7},{&quot;label&quot;:&quot;Suspect&quot;,&quot;value&quot;:92.4},{&quot;label&quot;:&quot;Suspect&quot;,&quot;value&quot;:91.9}],&quot;observations&quot;:[{&quot;label&quot;:&quot;Reference&quot;,&quot;value&quot;:98.4},{&quot;label&quot;:&quot;Reference&quot;,&quot;value&quot;:98.1},{&quot;label&quot;:&quot;Reference&quot;,&quot;value&quot;:98.7},{&quot;label&quot;:&quot;Reference&quot;,&quot;value&quot;:98.3},{&quot;label&quot;:&quot;Reference&quot;,&quot;value&quot;:98.6},{&quot;label&quot;:&quot;Suspect&quot;,&quot;value&quot;:91.4},{&quot;label&quot;:&quot;Suspect&quot;,&quot;value&quot;:92.1},{&quot;label&quot;:&quot;Suspect&quot;,&quot;value&quot;:91.7},{&quot;label&quot;:&quot;Suspect&quot;,&quot;value&quot;:92.4},{&quot;label&quot;:&quot;Suspect&quot;,&quot;value&quot;:91.9}],&quot;x&quot;:470.3030303030303,&quot;y&quot;:1920.0639999999999,&quot;w&quot;:659.3939393939394,&quot;h&quot;:320.0}"/>
          <p:cNvSpPr txBox="1"/>
          <p:nvPr/>
        </p:nvSpPr>
        <p:spPr>
          <a:xfrm>
            <a:off x="2436822" y="9443837"/>
            <a:ext cx="2976330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Lot and reference evidence</a:t>
            </a:r>
          </a:p>
        </p:txBody>
      </p:sp>
      <p:cxnSp>
        <p:nvCxnSpPr>
          <p:cNvPr id="146" name="VIZ::c6::box-plot-grid-0"/>
          <p:cNvCxnSpPr/>
          <p:nvPr/>
        </p:nvCxnSpPr>
        <p:spPr>
          <a:xfrm>
            <a:off x="2825039" y="10597785"/>
            <a:ext cx="2620465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VIZ::c6::box-plot-axis-0"/>
          <p:cNvSpPr txBox="1"/>
          <p:nvPr/>
        </p:nvSpPr>
        <p:spPr>
          <a:xfrm>
            <a:off x="2307417" y="10534285"/>
            <a:ext cx="436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91.035</a:t>
            </a:r>
          </a:p>
        </p:txBody>
      </p:sp>
      <p:cxnSp>
        <p:nvCxnSpPr>
          <p:cNvPr id="148" name="VIZ::c6::box-plot-grid-1"/>
          <p:cNvCxnSpPr/>
          <p:nvPr/>
        </p:nvCxnSpPr>
        <p:spPr>
          <a:xfrm>
            <a:off x="2825039" y="10396293"/>
            <a:ext cx="2620465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VIZ::c6::box-plot-axis-1"/>
          <p:cNvSpPr txBox="1"/>
          <p:nvPr/>
        </p:nvSpPr>
        <p:spPr>
          <a:xfrm>
            <a:off x="2307417" y="10332793"/>
            <a:ext cx="436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93.0425</a:t>
            </a:r>
          </a:p>
        </p:txBody>
      </p:sp>
      <p:cxnSp>
        <p:nvCxnSpPr>
          <p:cNvPr id="150" name="VIZ::c6::box-plot-grid-2"/>
          <p:cNvCxnSpPr/>
          <p:nvPr/>
        </p:nvCxnSpPr>
        <p:spPr>
          <a:xfrm>
            <a:off x="2825039" y="10194801"/>
            <a:ext cx="2620465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VIZ::c6::box-plot-axis-2"/>
          <p:cNvSpPr txBox="1"/>
          <p:nvPr/>
        </p:nvSpPr>
        <p:spPr>
          <a:xfrm>
            <a:off x="2307417" y="10131301"/>
            <a:ext cx="436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95.05</a:t>
            </a:r>
          </a:p>
        </p:txBody>
      </p:sp>
      <p:cxnSp>
        <p:nvCxnSpPr>
          <p:cNvPr id="152" name="VIZ::c6::box-plot-grid-3"/>
          <p:cNvCxnSpPr/>
          <p:nvPr/>
        </p:nvCxnSpPr>
        <p:spPr>
          <a:xfrm>
            <a:off x="2825039" y="9993309"/>
            <a:ext cx="2620465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VIZ::c6::box-plot-axis-3"/>
          <p:cNvSpPr txBox="1"/>
          <p:nvPr/>
        </p:nvSpPr>
        <p:spPr>
          <a:xfrm>
            <a:off x="2307417" y="9929809"/>
            <a:ext cx="436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97.0575</a:t>
            </a:r>
          </a:p>
        </p:txBody>
      </p:sp>
      <p:cxnSp>
        <p:nvCxnSpPr>
          <p:cNvPr id="154" name="VIZ::c6::box-plot-grid-4"/>
          <p:cNvCxnSpPr/>
          <p:nvPr/>
        </p:nvCxnSpPr>
        <p:spPr>
          <a:xfrm>
            <a:off x="2825039" y="9791817"/>
            <a:ext cx="2620465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VIZ::c6::box-plot-axis-4"/>
          <p:cNvSpPr txBox="1"/>
          <p:nvPr/>
        </p:nvSpPr>
        <p:spPr>
          <a:xfrm>
            <a:off x="2307417" y="9728317"/>
            <a:ext cx="436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99.065</a:t>
            </a:r>
          </a:p>
        </p:txBody>
      </p:sp>
      <p:cxnSp>
        <p:nvCxnSpPr>
          <p:cNvPr id="156" name="VIZ::c6::box-plot-0-whisker"/>
          <p:cNvCxnSpPr/>
          <p:nvPr/>
        </p:nvCxnSpPr>
        <p:spPr>
          <a:xfrm>
            <a:off x="3480155.25" y="9828452"/>
            <a:ext cx="0.0" cy="60222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VIZ::c6::box-plot-0-whisker-cap-0"/>
          <p:cNvCxnSpPr/>
          <p:nvPr/>
        </p:nvCxnSpPr>
        <p:spPr>
          <a:xfrm>
            <a:off x="3224123.25" y="9888674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VIZ::c6::box-plot-0-whisker-cap-1"/>
          <p:cNvCxnSpPr/>
          <p:nvPr/>
        </p:nvCxnSpPr>
        <p:spPr>
          <a:xfrm>
            <a:off x="3224123.25" y="9828452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VIZ::c6::box-plot-0-quartiles"/>
          <p:cNvSpPr/>
          <p:nvPr/>
        </p:nvSpPr>
        <p:spPr>
          <a:xfrm>
            <a:off x="3224123" y="9838489"/>
            <a:ext cx="512064" cy="30111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VIZ::c6::box-plot-0-median"/>
          <p:cNvCxnSpPr/>
          <p:nvPr/>
        </p:nvCxnSpPr>
        <p:spPr>
          <a:xfrm>
            <a:off x="3224123.25" y="9858563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VIZ::c6::box-plot-0-category" title="{&quot;category&quot;:&quot;Reference&quot;,&quot;quartiles&quot;:{&quot;n&quot;:5,&quot;min&quot;:98.1,&quot;q1&quot;:98.3,&quot;median&quot;:98.4,&quot;q3&quot;:98.6,&quot;max&quot;:98.7}}"/>
          <p:cNvSpPr txBox="1"/>
          <p:nvPr/>
        </p:nvSpPr>
        <p:spPr>
          <a:xfrm>
            <a:off x="2931515" y="10668434"/>
            <a:ext cx="1097280" cy="204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62" name="VIZ::c6::box-plot-1-whisker"/>
          <p:cNvCxnSpPr/>
          <p:nvPr/>
        </p:nvCxnSpPr>
        <p:spPr>
          <a:xfrm>
            <a:off x="4790387.75" y="10460780"/>
            <a:ext cx="0.0" cy="10037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VIZ::c6::box-plot-1-whisker-cap-0"/>
          <p:cNvCxnSpPr/>
          <p:nvPr/>
        </p:nvCxnSpPr>
        <p:spPr>
          <a:xfrm>
            <a:off x="4534355.75" y="10561150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VIZ::c6::box-plot-1-whisker-cap-1"/>
          <p:cNvCxnSpPr/>
          <p:nvPr/>
        </p:nvCxnSpPr>
        <p:spPr>
          <a:xfrm>
            <a:off x="4534355.75" y="10460780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VIZ::c6::box-plot-1-quartiles"/>
          <p:cNvSpPr/>
          <p:nvPr/>
        </p:nvSpPr>
        <p:spPr>
          <a:xfrm>
            <a:off x="4534355" y="10490891"/>
            <a:ext cx="512064" cy="40148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VIZ::c6::box-plot-1-median"/>
          <p:cNvCxnSpPr/>
          <p:nvPr/>
        </p:nvCxnSpPr>
        <p:spPr>
          <a:xfrm>
            <a:off x="4534355.75" y="10510965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VIZ::c6::box-plot-1-category" title="{&quot;category&quot;:&quot;Suspect&quot;,&quot;quartiles&quot;:{&quot;n&quot;:5,&quot;min&quot;:91.4,&quot;q1&quot;:91.7,&quot;median&quot;:91.9,&quot;q3&quot;:92.1,&quot;max&quot;:92.4}}"/>
          <p:cNvSpPr txBox="1"/>
          <p:nvPr/>
        </p:nvSpPr>
        <p:spPr>
          <a:xfrm>
            <a:off x="4241747" y="10668434"/>
            <a:ext cx="1097280" cy="204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Suspect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648.464,&quot;w&quot;:1572.0,&quot;h&quot;:237.60000000000002}"/>
          <p:cNvSpPr/>
          <p:nvPr/>
        </p:nvSpPr>
        <p:spPr>
          <a:xfrm>
            <a:off x="68687" y="8087754"/>
            <a:ext cx="7712604" cy="11657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4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::continuation-reference" descr="VisualizerSemantic:{&quot;composition_role&quot;:&quot;causal_evidence&quot;,&quot;edges&quot;:[[&quot;Map wafer cluster&quot;,&quot;Compare matched lot&quot;],[&quot;Compare matched lot&quot;,&quot;Check CF-4 pressure&quot;],[&quot;Check CF-4 pressure&quot;,&quot;Confirm containment&quot;]],&quot;element&quot;:&quot;Process Flow&quot;,&quot;engine&quot;:&quot;DiagramEngine&quot;,&quot;groupId&quot;:null,&quot;id&quot;:&quot;c8&quot;,&quot;locked&quot;:false,&quot;message_role&quot;:&quot;Primary Evidence&quot;,&quot;nodes&quot;:[&quot;Map wafer cluster&quot;,&quot;Compare matched lot&quot;,&quot;Check CF-4 pressure&quot;,&quot;Confirm containment&quot;],&quot;order&quot;:9,&quot;section_id&quot;:&quot;evidence&quot;,&quot;section_title&quot;:&quot;Causal analysis&quot;,&quot;title&quot;:&quot;Process Flow&quot;,&quot;type&quot;:&quot;diagram&quot;,&quot;weight&quot;:1,&quot;z&quot;:8,&quot;x&quot;:303.81,&quot;y&quot;:183.76,&quot;w&quot;:992.38,&quot;h&quot;:170.0}"/>
          <p:cNvSpPr/>
          <p:nvPr/>
        </p:nvSpPr>
        <p:spPr>
          <a:xfrm>
            <a:off x="1490563" y="901570"/>
            <a:ext cx="4868851" cy="834060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F-4 pressure check and the paired reference split agree; keep pre-clean age open as an alternative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TSV-26-091 pending matched-lot verification&quot;,&quot;status&quot;:&quot;Contain&quot;,&quot;title&quot;:&quot;Corrective action&quot;,&quot;type&quot;:&quot;project&quot;,&quot;weight&quot;:1,&quot;z&quot;:10,&quot;x&quot;:14.0,&quot;y&quot;:762.5039999999999,&quot;w&quot;:1572.0,&quot;h&quot;:180.95999999999998}"/>
          <p:cNvSpPr/>
          <p:nvPr/>
        </p:nvSpPr>
        <p:spPr>
          <a:xfrm>
            <a:off x="68687" y="3741025"/>
            <a:ext cx="7712604" cy="88783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TSV-26-091 pending matched-lot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CF-4 pressure check and the paired reference split agree; keep pre-clean age open as an alternative.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Lot and reference evidence::spatial-panel" descr="VisualizerSemantic:{&quot;chamber&quot;:null,&quot;composition_role&quot;:&quot;primary_analysis&quot;,&quot;dataset_id&quot;:&quot;dataset-mukcgidh-crrr9x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6,&quot;value&quot;:98},{&quot;x&quot;:-3,&quot;y&quot;:-5,&quot;value&quot;:98.6},{&quot;x&quot;:-2,&quot;y&quot;:-5,&quot;value&quot;:98.2},{&quot;x&quot;:-1,&quot;y&quot;:-5,&quot;value&quot;:98.7},{&quot;x&quot;:0,&quot;y&quot;:-5,&quot;value&quot;:98.3},{&quot;x&quot;:1,&quot;y&quot;:-5,&quot;value&quot;:98.8},{&quot;x&quot;:2,&quot;y&quot;:-5,&quot;value&quot;:98.4},{&quot;x&quot;:3,&quot;y&quot;:-5,&quot;value&quot;:98},{&quot;x&quot;:-4,&quot;y&quot;:-4,&quot;value&quot;:98.4},{&quot;x&quot;:-3,&quot;y&quot;:-4,&quot;value&quot;:98},{&quot;x&quot;:-2,&quot;y&quot;:-4,&quot;value&quot;:98.5},{&quot;x&quot;:-1,&quot;y&quot;:-4,&quot;value&quot;:98.1},{&quot;x&quot;:0,&quot;y&quot;:-4,&quot;value&quot;:98.6},{&quot;x&quot;:1,&quot;y&quot;:-4,&quot;value&quot;:98.2},{&quot;x&quot;:2,&quot;y&quot;:-4,&quot;value&quot;:98.7},{&quot;x&quot;:3,&quot;y&quot;:-4,&quot;value&quot;:98.3},{&quot;x&quot;:4,&quot;y&quot;:-4,&quot;value&quot;:98.8},{&quot;x&quot;:-5,&quot;y&quot;:-3,&quot;value&quot;:98.2},{&quot;x&quot;:-4,&quot;y&quot;:-3,&quot;value&quot;:98.7},{&quot;x&quot;:-3,&quot;y&quot;:-3,&quot;value&quot;:98.3},{&quot;x&quot;:-2,&quot;y&quot;:-3,&quot;value&quot;:98.8},{&quot;x&quot;:-1,&quot;y&quot;:-3,&quot;value&quot;:98.4},{&quot;x&quot;:0,&quot;y&quot;:-3,&quot;value&quot;:98},{&quot;x&quot;:1,&quot;y&quot;:-3,&quot;value&quot;:98.5},{&quot;x&quot;:2,&quot;y&quot;:-3,&quot;value&quot;:98.1},{&quot;x&quot;:3,&quot;y&quot;:-3,&quot;value&quot;:98.6},{&quot;x&quot;:4,&quot;y&quot;:-3,&quot;value&quot;:98.2},{&quot;x&quot;:5,&quot;y&quot;:-3,&quot;value&quot;:98.7},{&quot;x&quot;:-5,&quot;y&quot;:-2,&quot;value&quot;:98.5},{&quot;x&quot;:-4,&quot;y&quot;:-2,&quot;value&quot;:98.1},{&quot;x&quot;:-3,&quot;y&quot;:-2,&quot;value&quot;:98.6},{&quot;x&quot;:-2,&quot;y&quot;:-2,&quot;value&quot;:98.2},{&quot;x&quot;:-1,&quot;y&quot;:-2,&quot;value&quot;:98.7},{&quot;x&quot;:0,&quot;y&quot;:-2,&quot;value&quot;:98.3},{&quot;x&quot;:1,&quot;y&quot;:-2,&quot;value&quot;:98.8},{&quot;x&quot;:2,&quot;y&quot;:-2,&quot;value&quot;:98.4},{&quot;x&quot;:3,&quot;y&quot;:-2,&quot;value&quot;:98},{&quot;x&quot;:4,&quot;y&quot;:-2,&quot;value&quot;:98.5},{&quot;x&quot;:5,&quot;y&quot;:-2,&quot;value&quot;:98.1},{&quot;x&quot;:-5,&quot;y&quot;:-1,&quot;value&quot;:98.8},{&quot;x&quot;:-4,&quot;y&quot;:-1,&quot;value&quot;:98.4},{&quot;x&quot;:-3,&quot;y&quot;:-1,&quot;value&quot;:98},{&quot;x&quot;:-2,&quot;y&quot;:-1,&quot;value&quot;:98.5},{&quot;x&quot;:-1,&quot;y&quot;:-1,&quot;value&quot;:98.1},{&quot;x&quot;:0,&quot;y&quot;:-1,&quot;value&quot;:98.6},{&quot;x&quot;:1,&quot;y&quot;:-1,&quot;value&quot;:98.2},{&quot;x&quot;:2,&quot;y&quot;:-1,&quot;value&quot;:98.7},{&quot;x&quot;:3,&quot;y&quot;:-1,&quot;value&quot;:98.3},{&quot;x&quot;:4,&quot;y&quot;:-1,&quot;value&quot;:98.8},{&quot;x&quot;:5,&quot;y&quot;:-1,&quot;value&quot;:98.4},{&quot;x&quot;:-6,&quot;y&quot;:0,&quot;value&quot;:98.6},{&quot;x&quot;:-5,&quot;y&quot;:0,&quot;value&quot;:98.2},{&quot;x&quot;:-4,&quot;y&quot;:0,&quot;value&quot;:98.7},{&quot;x&quot;:-3,&quot;y&quot;:0,&quot;value&quot;:98.3},{&quot;x&quot;:-2,&quot;y&quot;:0,&quot;value&quot;:98.8},{&quot;x&quot;:-1,&quot;y&quot;:0,&quot;value&quot;:98.4},{&quot;x&quot;:0,&quot;y&quot;:0,&quot;value&quot;:98},{&quot;x&quot;:1,&quot;y&quot;:0,&quot;value&quot;:98.5},{&quot;x&quot;:2,&quot;y&quot;:0,&quot;value&quot;:98.1},{&quot;x&quot;:3,&quot;y&quot;:0,&quot;value&quot;:98.6},{&quot;x&quot;:4,&quot;y&quot;:0,&quot;value&quot;:98.2},{&quot;x&quot;:5,&quot;y&quot;:0,&quot;value&quot;:98.7},{&quot;x&quot;:6,&quot;y&quot;:0,&quot;value&quot;:98.3},{&quot;x&quot;:-5,&quot;y&quot;:1,&quot;value&quot;:98.5},{&quot;x&quot;:-4,&quot;y&quot;:1,&quot;value&quot;:98.1},{&quot;x&quot;:-3,&quot;y&quot;:1,&quot;value&quot;:91.6},{&quot;x&quot;:-2,&quot;y&quot;:1,&quot;value&quot;:91.6},{&quot;x&quot;:-1,&quot;y&quot;:1,&quot;value&quot;:98.7},{&quot;x&quot;:0,&quot;y&quot;:1,&quot;value&quot;:98.3},{&quot;x&quot;:1,&quot;y&quot;:1,&quot;value&quot;:98.8},{&quot;x&quot;:2,&quot;y&quot;:1,&quot;value&quot;:98.4},{&quot;x&quot;:3,&quot;y&quot;:1,&quot;value&quot;:98},{&quot;x&quot;:4,&quot;y&quot;:1,&quot;value&quot;:98.5},{&quot;x&quot;:5,&quot;y&quot;:1,&quot;value&quot;:98.1},{&quot;x&quot;:-5,&quot;y&quot;:2,&quot;value&quot;:98.8},{&quot;x&quot;:-4,&quot;y&quot;:2,&quot;value&quot;:98.4},{&quot;x&quot;:-3,&quot;y&quot;:2,&quot;value&quot;:91.3},{&quot;x&quot;:-2,&quot;y&quot;:2,&quot;value&quot;:91.3},{&quot;x&quot;:-1,&quot;y&quot;:2,&quot;value&quot;:98.1},{&quot;x&quot;:0,&quot;y&quot;:2,&quot;value&quot;:98.6},{&quot;x&quot;:1,&quot;y&quot;:2,&quot;value&quot;:98.2},{&quot;x&quot;:2,&quot;y&quot;:2,&quot;value&quot;:98.7},{&quot;x&quot;:3,&quot;y&quot;:2,&quot;value&quot;:98.3},{&quot;x&quot;:4,&quot;y&quot;:2,&quot;value&quot;:98.8},{&quot;x&quot;:5,&quot;y&quot;:2,&quot;value&quot;:98.4},{&quot;x&quot;:-5,&quot;y&quot;:3,&quot;value&quot;:98.2},{&quot;x&quot;:-4,&quot;y&quot;:3,&quot;value&quot;:98.7},{&quot;x&quot;:-3,&quot;y&quot;:3,&quot;value&quot;:91.7},{&quot;x&quot;:-2,&quot;y&quot;:3,&quot;value&quot;:91.7},{&quot;x&quot;:-1,&quot;y&quot;:3,&quot;value&quot;:98.4},{&quot;x&quot;:0,&quot;y&quot;:3,&quot;value&quot;:98},{&quot;x&quot;:1,&quot;y&quot;:3,&quot;value&quot;:98.5},{&quot;x&quot;:2,&quot;y&quot;:3,&quot;value&quot;:98.1},{&quot;x&quot;:3,&quot;y&quot;:3,&quot;value&quot;:98.6},{&quot;x&quot;:4,&quot;y&quot;:3,&quot;value&quot;:98.2},{&quot;x&quot;:5,&quot;y&quot;:3,&quot;value&quot;:98.7},{&quot;x&quot;:-4,&quot;y&quot;:4,&quot;value&quot;:98.1},{&quot;x&quot;:-3,&quot;y&quot;:4,&quot;value&quot;:98.6},{&quot;x&quot;:-2,&quot;y&quot;:4,&quot;value&quot;:98.2},{&quot;x&quot;:-1,&quot;y&quot;:4,&quot;value&quot;:98.7},{&quot;x&quot;:0,&quot;y&quot;:4,&quot;value&quot;:98.3},{&quot;x&quot;:1,&quot;y&quot;:4,&quot;value&quot;:98.8},{&quot;x&quot;:2,&quot;y&quot;:4,&quot;value&quot;:98.4},{&quot;x&quot;:3,&quot;y&quot;:4,&quot;value&quot;:98},{&quot;x&quot;:4,&quot;y&quot;:4,&quot;value&quot;:98.5},{&quot;x&quot;:-3,&quot;y&quot;:5,&quot;value&quot;:98},{&quot;x&quot;:-2,&quot;y&quot;:5,&quot;value&quot;:98.5},{&quot;x&quot;:-1,&quot;y&quot;:5,&quot;value&quot;:98.1},{&quot;x&quot;:0,&quot;y&quot;:5,&quot;value&quot;:98.6},{&quot;x&quot;:1,&quot;y&quot;:5,&quot;value&quot;:98.2},{&quot;x&quot;:2,&quot;y&quot;:5,&quot;value&quot;:98.7},{&quot;x&quot;:3,&quot;y&quot;:5,&quot;value&quot;:98.3},{&quot;x&quot;:0,&quot;y&quot;:6,&quot;value&quot;:98}],&quot;order&quot;:4,&quot;route&quot;:&quot;&quot;,&quot;section_id&quot;:&quot;analysis&quot;,&quot;section_title&quot;:&quot;Analysis&quot;,&quot;showTitle&quot;:true,&quot;title&quot;:&quot;Lot and reference evidence&quot;,&quot;tool&quot;:null,&quot;type&quot;:&quot;wafer&quot;,&quot;weight&quot;:1,&quot;z&quot;:4,&quot;wafer_id&quot;:null,&quot;lot_id&quot;:null,&quot;recipe&quot;:null,&quot;process&quot;:null,&quot;x&quot;:645.0,&quot;y&quot;:977.4639999999999,&quot;w&quot;:310.0,&quot;h&quot;:310.0}"/>
          <p:cNvSpPr/>
          <p:nvPr/>
        </p:nvSpPr>
        <p:spPr>
          <a:xfrm>
            <a:off x="3164522" y="4795670"/>
            <a:ext cx="1520933" cy="152093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Lot and reference evidence::title"/>
          <p:cNvSpPr txBox="1"/>
          <p:nvPr/>
        </p:nvSpPr>
        <p:spPr>
          <a:xfrm>
            <a:off x="3225359" y="4877966"/>
            <a:ext cx="13992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Lot and reference evidence</a:t>
            </a:r>
          </a:p>
        </p:txBody>
      </p:sp>
      <p:sp>
        <p:nvSpPr>
          <p:cNvPr id="15" name="VIZ::Lot and reference evidence::metadata"/>
          <p:cNvSpPr txBox="1"/>
          <p:nvPr/>
        </p:nvSpPr>
        <p:spPr>
          <a:xfrm>
            <a:off x="3225359" y="5133998"/>
            <a:ext cx="1399258" cy="24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113 observations · 0 missing · Value 91.3 to 98.8</a:t>
            </a:r>
          </a:p>
        </p:txBody>
      </p:sp>
      <p:sp>
        <p:nvSpPr>
          <p:cNvPr id="16" name="VIZ::Lot and reference evidence::wafer-outline"/>
          <p:cNvSpPr/>
          <p:nvPr/>
        </p:nvSpPr>
        <p:spPr>
          <a:xfrm>
            <a:off x="3655384" y="5413923"/>
            <a:ext cx="594360" cy="59436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Lot and reference evidence::orientation-notch"/>
          <p:cNvSpPr/>
          <p:nvPr/>
        </p:nvSpPr>
        <p:spPr>
          <a:xfrm>
            <a:off x="3906844" y="5410266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Lot and reference evidence::orientation"/>
          <p:cNvSpPr txBox="1"/>
          <p:nvPr/>
        </p:nvSpPr>
        <p:spPr>
          <a:xfrm>
            <a:off x="3875298" y="5267619"/>
            <a:ext cx="41605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Lot and reference evidence::die-1" descr="VisualizerSemanticDie:{&quot;index&quot;:0,&quot;x&quot;:0,&quot;y&quot;:-6,&quot;value&quot;:98,&quot;delta&quot;:null,&quot;reference_value&quot;:null,&quot;affected_value&quot;:null}"/>
          <p:cNvSpPr/>
          <p:nvPr/>
        </p:nvSpPr>
        <p:spPr>
          <a:xfrm>
            <a:off x="3930276" y="5953899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Lot and reference evidence::die-2" descr="VisualizerSemanticDie:{&quot;index&quot;:1,&quot;x&quot;:-3,&quot;y&quot;:-5,&quot;value&quot;:98.6,&quot;delta&quot;:null,&quot;reference_value&quot;:null,&quot;affected_value&quot;:null}"/>
          <p:cNvSpPr/>
          <p:nvPr/>
        </p:nvSpPr>
        <p:spPr>
          <a:xfrm>
            <a:off x="3797734" y="590971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Lot and reference evidence::die-3" descr="VisualizerSemanticDie:{&quot;index&quot;:2,&quot;x&quot;:-2,&quot;y&quot;:-5,&quot;value&quot;:98.2,&quot;delta&quot;:null,&quot;reference_value&quot;:null,&quot;affected_value&quot;:null}"/>
          <p:cNvSpPr/>
          <p:nvPr/>
        </p:nvSpPr>
        <p:spPr>
          <a:xfrm>
            <a:off x="3841914" y="5909718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Lot and reference evidence::die-4" descr="VisualizerSemanticDie:{&quot;index&quot;:3,&quot;x&quot;:-1,&quot;y&quot;:-5,&quot;value&quot;:98.7,&quot;delta&quot;:null,&quot;reference_value&quot;:null,&quot;affected_value&quot;:null}"/>
          <p:cNvSpPr/>
          <p:nvPr/>
        </p:nvSpPr>
        <p:spPr>
          <a:xfrm>
            <a:off x="3886095" y="5909718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Lot and reference evidence::die-5" descr="VisualizerSemanticDie:{&quot;index&quot;:4,&quot;x&quot;:0,&quot;y&quot;:-5,&quot;value&quot;:98.3,&quot;delta&quot;:null,&quot;reference_value&quot;:null,&quot;affected_value&quot;:null}"/>
          <p:cNvSpPr/>
          <p:nvPr/>
        </p:nvSpPr>
        <p:spPr>
          <a:xfrm>
            <a:off x="3930276" y="590971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Lot and reference evidence::die-6" descr="VisualizerSemanticDie:{&quot;index&quot;:5,&quot;x&quot;:1,&quot;y&quot;:-5,&quot;value&quot;:98.8,&quot;delta&quot;:null,&quot;reference_value&quot;:null,&quot;affected_value&quot;:null}"/>
          <p:cNvSpPr/>
          <p:nvPr/>
        </p:nvSpPr>
        <p:spPr>
          <a:xfrm>
            <a:off x="3974457" y="590971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Lot and reference evidence::die-7" descr="VisualizerSemanticDie:{&quot;index&quot;:6,&quot;x&quot;:2,&quot;y&quot;:-5,&quot;value&quot;:98.4,&quot;delta&quot;:null,&quot;reference_value&quot;:null,&quot;affected_value&quot;:null}"/>
          <p:cNvSpPr/>
          <p:nvPr/>
        </p:nvSpPr>
        <p:spPr>
          <a:xfrm>
            <a:off x="4018637" y="5909718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Lot and reference evidence::die-8" descr="VisualizerSemanticDie:{&quot;index&quot;:7,&quot;x&quot;:3,&quot;y&quot;:-5,&quot;value&quot;:98,&quot;delta&quot;:null,&quot;reference_value&quot;:null,&quot;affected_value&quot;:null}"/>
          <p:cNvSpPr/>
          <p:nvPr/>
        </p:nvSpPr>
        <p:spPr>
          <a:xfrm>
            <a:off x="4062818" y="5909718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Lot and reference evidence::die-9" descr="VisualizerSemanticDie:{&quot;index&quot;:8,&quot;x&quot;:-4,&quot;y&quot;:-4,&quot;value&quot;:98.4,&quot;delta&quot;:null,&quot;reference_value&quot;:null,&quot;affected_value&quot;:null}"/>
          <p:cNvSpPr/>
          <p:nvPr/>
        </p:nvSpPr>
        <p:spPr>
          <a:xfrm>
            <a:off x="3753553" y="5865537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Lot and reference evidence::die-10" descr="VisualizerSemanticDie:{&quot;index&quot;:9,&quot;x&quot;:-3,&quot;y&quot;:-4,&quot;value&quot;:98,&quot;delta&quot;:null,&quot;reference_value&quot;:null,&quot;affected_value&quot;:null}"/>
          <p:cNvSpPr/>
          <p:nvPr/>
        </p:nvSpPr>
        <p:spPr>
          <a:xfrm>
            <a:off x="3797734" y="5865537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Lot and reference evidence::die-11" descr="VisualizerSemanticDie:{&quot;index&quot;:10,&quot;x&quot;:-2,&quot;y&quot;:-4,&quot;value&quot;:98.5,&quot;delta&quot;:null,&quot;reference_value&quot;:null,&quot;affected_value&quot;:null}"/>
          <p:cNvSpPr/>
          <p:nvPr/>
        </p:nvSpPr>
        <p:spPr>
          <a:xfrm>
            <a:off x="3841914" y="5865537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Lot and reference evidence::die-12" descr="VisualizerSemanticDie:{&quot;index&quot;:11,&quot;x&quot;:-1,&quot;y&quot;:-4,&quot;value&quot;:98.1,&quot;delta&quot;:null,&quot;reference_value&quot;:null,&quot;affected_value&quot;:null}"/>
          <p:cNvSpPr/>
          <p:nvPr/>
        </p:nvSpPr>
        <p:spPr>
          <a:xfrm>
            <a:off x="3886095" y="5865537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Lot and reference evidence::die-13" descr="VisualizerSemanticDie:{&quot;index&quot;:12,&quot;x&quot;:0,&quot;y&quot;:-4,&quot;value&quot;:98.6,&quot;delta&quot;:null,&quot;reference_value&quot;:null,&quot;affected_value&quot;:null}"/>
          <p:cNvSpPr/>
          <p:nvPr/>
        </p:nvSpPr>
        <p:spPr>
          <a:xfrm>
            <a:off x="3930276" y="5865537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Lot and reference evidence::die-14" descr="VisualizerSemanticDie:{&quot;index&quot;:13,&quot;x&quot;:1,&quot;y&quot;:-4,&quot;value&quot;:98.2,&quot;delta&quot;:null,&quot;reference_value&quot;:null,&quot;affected_value&quot;:null}"/>
          <p:cNvSpPr/>
          <p:nvPr/>
        </p:nvSpPr>
        <p:spPr>
          <a:xfrm>
            <a:off x="3974457" y="5865537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Lot and reference evidence::die-15" descr="VisualizerSemanticDie:{&quot;index&quot;:14,&quot;x&quot;:2,&quot;y&quot;:-4,&quot;value&quot;:98.7,&quot;delta&quot;:null,&quot;reference_value&quot;:null,&quot;affected_value&quot;:null}"/>
          <p:cNvSpPr/>
          <p:nvPr/>
        </p:nvSpPr>
        <p:spPr>
          <a:xfrm>
            <a:off x="4018637" y="5865537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Lot and reference evidence::die-16" descr="VisualizerSemanticDie:{&quot;index&quot;:15,&quot;x&quot;:3,&quot;y&quot;:-4,&quot;value&quot;:98.3,&quot;delta&quot;:null,&quot;reference_value&quot;:null,&quot;affected_value&quot;:null}"/>
          <p:cNvSpPr/>
          <p:nvPr/>
        </p:nvSpPr>
        <p:spPr>
          <a:xfrm>
            <a:off x="4062818" y="5865537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Lot and reference evidence::die-17" descr="VisualizerSemanticDie:{&quot;index&quot;:16,&quot;x&quot;:4,&quot;y&quot;:-4,&quot;value&quot;:98.8,&quot;delta&quot;:null,&quot;reference_value&quot;:null,&quot;affected_value&quot;:null}"/>
          <p:cNvSpPr/>
          <p:nvPr/>
        </p:nvSpPr>
        <p:spPr>
          <a:xfrm>
            <a:off x="4106999" y="5865537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Lot and reference evidence::die-18" descr="VisualizerSemanticDie:{&quot;index&quot;:17,&quot;x&quot;:-5,&quot;y&quot;:-3,&quot;value&quot;:98.2,&quot;delta&quot;:null,&quot;reference_value&quot;:null,&quot;affected_value&quot;:null}"/>
          <p:cNvSpPr/>
          <p:nvPr/>
        </p:nvSpPr>
        <p:spPr>
          <a:xfrm>
            <a:off x="3709372" y="5821357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Lot and reference evidence::die-19" descr="VisualizerSemanticDie:{&quot;index&quot;:18,&quot;x&quot;:-4,&quot;y&quot;:-3,&quot;value&quot;:98.7,&quot;delta&quot;:null,&quot;reference_value&quot;:null,&quot;affected_value&quot;:null}"/>
          <p:cNvSpPr/>
          <p:nvPr/>
        </p:nvSpPr>
        <p:spPr>
          <a:xfrm>
            <a:off x="3753553" y="5821357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Lot and reference evidence::die-20" descr="VisualizerSemanticDie:{&quot;index&quot;:19,&quot;x&quot;:-3,&quot;y&quot;:-3,&quot;value&quot;:98.3,&quot;delta&quot;:null,&quot;reference_value&quot;:null,&quot;affected_value&quot;:null}"/>
          <p:cNvSpPr/>
          <p:nvPr/>
        </p:nvSpPr>
        <p:spPr>
          <a:xfrm>
            <a:off x="3797734" y="5821357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Lot and reference evidence::die-21" descr="VisualizerSemanticDie:{&quot;index&quot;:20,&quot;x&quot;:-2,&quot;y&quot;:-3,&quot;value&quot;:98.8,&quot;delta&quot;:null,&quot;reference_value&quot;:null,&quot;affected_value&quot;:null}"/>
          <p:cNvSpPr/>
          <p:nvPr/>
        </p:nvSpPr>
        <p:spPr>
          <a:xfrm>
            <a:off x="3841914" y="5821357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Lot and reference evidence::die-22" descr="VisualizerSemanticDie:{&quot;index&quot;:21,&quot;x&quot;:-1,&quot;y&quot;:-3,&quot;value&quot;:98.4,&quot;delta&quot;:null,&quot;reference_value&quot;:null,&quot;affected_value&quot;:null}"/>
          <p:cNvSpPr/>
          <p:nvPr/>
        </p:nvSpPr>
        <p:spPr>
          <a:xfrm>
            <a:off x="3886095" y="5821357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Lot and reference evidence::die-23" descr="VisualizerSemanticDie:{&quot;index&quot;:22,&quot;x&quot;:0,&quot;y&quot;:-3,&quot;value&quot;:98,&quot;delta&quot;:null,&quot;reference_value&quot;:null,&quot;affected_value&quot;:null}"/>
          <p:cNvSpPr/>
          <p:nvPr/>
        </p:nvSpPr>
        <p:spPr>
          <a:xfrm>
            <a:off x="3930276" y="5821357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Lot and reference evidence::die-24" descr="VisualizerSemanticDie:{&quot;index&quot;:23,&quot;x&quot;:1,&quot;y&quot;:-3,&quot;value&quot;:98.5,&quot;delta&quot;:null,&quot;reference_value&quot;:null,&quot;affected_value&quot;:null}"/>
          <p:cNvSpPr/>
          <p:nvPr/>
        </p:nvSpPr>
        <p:spPr>
          <a:xfrm>
            <a:off x="3974457" y="5821357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Lot and reference evidence::die-25" descr="VisualizerSemanticDie:{&quot;index&quot;:24,&quot;x&quot;:2,&quot;y&quot;:-3,&quot;value&quot;:98.1,&quot;delta&quot;:null,&quot;reference_value&quot;:null,&quot;affected_value&quot;:null}"/>
          <p:cNvSpPr/>
          <p:nvPr/>
        </p:nvSpPr>
        <p:spPr>
          <a:xfrm>
            <a:off x="4018637" y="5821357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Lot and reference evidence::die-26" descr="VisualizerSemanticDie:{&quot;index&quot;:25,&quot;x&quot;:3,&quot;y&quot;:-3,&quot;value&quot;:98.6,&quot;delta&quot;:null,&quot;reference_value&quot;:null,&quot;affected_value&quot;:null}"/>
          <p:cNvSpPr/>
          <p:nvPr/>
        </p:nvSpPr>
        <p:spPr>
          <a:xfrm>
            <a:off x="4062818" y="5821357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Lot and reference evidence::die-27" descr="VisualizerSemanticDie:{&quot;index&quot;:26,&quot;x&quot;:4,&quot;y&quot;:-3,&quot;value&quot;:98.2,&quot;delta&quot;:null,&quot;reference_value&quot;:null,&quot;affected_value&quot;:null}"/>
          <p:cNvSpPr/>
          <p:nvPr/>
        </p:nvSpPr>
        <p:spPr>
          <a:xfrm>
            <a:off x="4106999" y="5821357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Lot and reference evidence::die-28" descr="VisualizerSemanticDie:{&quot;index&quot;:27,&quot;x&quot;:5,&quot;y&quot;:-3,&quot;value&quot;:98.7,&quot;delta&quot;:null,&quot;reference_value&quot;:null,&quot;affected_value&quot;:null}"/>
          <p:cNvSpPr/>
          <p:nvPr/>
        </p:nvSpPr>
        <p:spPr>
          <a:xfrm>
            <a:off x="4151180" y="5821357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Lot and reference evidence::die-29" descr="VisualizerSemanticDie:{&quot;index&quot;:28,&quot;x&quot;:-5,&quot;y&quot;:-2,&quot;value&quot;:98.5,&quot;delta&quot;:null,&quot;reference_value&quot;:null,&quot;affected_value&quot;:null}"/>
          <p:cNvSpPr/>
          <p:nvPr/>
        </p:nvSpPr>
        <p:spPr>
          <a:xfrm>
            <a:off x="3709372" y="577717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Lot and reference evidence::die-30" descr="VisualizerSemanticDie:{&quot;index&quot;:29,&quot;x&quot;:-4,&quot;y&quot;:-2,&quot;value&quot;:98.1,&quot;delta&quot;:null,&quot;reference_value&quot;:null,&quot;affected_value&quot;:null}"/>
          <p:cNvSpPr/>
          <p:nvPr/>
        </p:nvSpPr>
        <p:spPr>
          <a:xfrm>
            <a:off x="3753553" y="5777176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Lot and reference evidence::die-31" descr="VisualizerSemanticDie:{&quot;index&quot;:30,&quot;x&quot;:-3,&quot;y&quot;:-2,&quot;value&quot;:98.6,&quot;delta&quot;:null,&quot;reference_value&quot;:null,&quot;affected_value&quot;:null}"/>
          <p:cNvSpPr/>
          <p:nvPr/>
        </p:nvSpPr>
        <p:spPr>
          <a:xfrm>
            <a:off x="3797734" y="5777176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Lot and reference evidence::die-32" descr="VisualizerSemanticDie:{&quot;index&quot;:31,&quot;x&quot;:-2,&quot;y&quot;:-2,&quot;value&quot;:98.2,&quot;delta&quot;:null,&quot;reference_value&quot;:null,&quot;affected_value&quot;:null}"/>
          <p:cNvSpPr/>
          <p:nvPr/>
        </p:nvSpPr>
        <p:spPr>
          <a:xfrm>
            <a:off x="3841914" y="5777176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Lot and reference evidence::die-33" descr="VisualizerSemanticDie:{&quot;index&quot;:32,&quot;x&quot;:-1,&quot;y&quot;:-2,&quot;value&quot;:98.7,&quot;delta&quot;:null,&quot;reference_value&quot;:null,&quot;affected_value&quot;:null}"/>
          <p:cNvSpPr/>
          <p:nvPr/>
        </p:nvSpPr>
        <p:spPr>
          <a:xfrm>
            <a:off x="3886095" y="5777176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Lot and reference evidence::die-34" descr="VisualizerSemanticDie:{&quot;index&quot;:33,&quot;x&quot;:0,&quot;y&quot;:-2,&quot;value&quot;:98.3,&quot;delta&quot;:null,&quot;reference_value&quot;:null,&quot;affected_value&quot;:null}"/>
          <p:cNvSpPr/>
          <p:nvPr/>
        </p:nvSpPr>
        <p:spPr>
          <a:xfrm>
            <a:off x="3930276" y="5777176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Lot and reference evidence::die-35" descr="VisualizerSemanticDie:{&quot;index&quot;:34,&quot;x&quot;:1,&quot;y&quot;:-2,&quot;value&quot;:98.8,&quot;delta&quot;:null,&quot;reference_value&quot;:null,&quot;affected_value&quot;:null}"/>
          <p:cNvSpPr/>
          <p:nvPr/>
        </p:nvSpPr>
        <p:spPr>
          <a:xfrm>
            <a:off x="3974457" y="5777176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Lot and reference evidence::die-36" descr="VisualizerSemanticDie:{&quot;index&quot;:35,&quot;x&quot;:2,&quot;y&quot;:-2,&quot;value&quot;:98.4,&quot;delta&quot;:null,&quot;reference_value&quot;:null,&quot;affected_value&quot;:null}"/>
          <p:cNvSpPr/>
          <p:nvPr/>
        </p:nvSpPr>
        <p:spPr>
          <a:xfrm>
            <a:off x="4018637" y="5777176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Lot and reference evidence::die-37" descr="VisualizerSemanticDie:{&quot;index&quot;:36,&quot;x&quot;:3,&quot;y&quot;:-2,&quot;value&quot;:98,&quot;delta&quot;:null,&quot;reference_value&quot;:null,&quot;affected_value&quot;:null}"/>
          <p:cNvSpPr/>
          <p:nvPr/>
        </p:nvSpPr>
        <p:spPr>
          <a:xfrm>
            <a:off x="4062818" y="5777176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Lot and reference evidence::die-38" descr="VisualizerSemanticDie:{&quot;index&quot;:37,&quot;x&quot;:4,&quot;y&quot;:-2,&quot;value&quot;:98.5,&quot;delta&quot;:null,&quot;reference_value&quot;:null,&quot;affected_value&quot;:null}"/>
          <p:cNvSpPr/>
          <p:nvPr/>
        </p:nvSpPr>
        <p:spPr>
          <a:xfrm>
            <a:off x="4106999" y="577717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Lot and reference evidence::die-39" descr="VisualizerSemanticDie:{&quot;index&quot;:38,&quot;x&quot;:5,&quot;y&quot;:-2,&quot;value&quot;:98.1,&quot;delta&quot;:null,&quot;reference_value&quot;:null,&quot;affected_value&quot;:null}"/>
          <p:cNvSpPr/>
          <p:nvPr/>
        </p:nvSpPr>
        <p:spPr>
          <a:xfrm>
            <a:off x="4151180" y="5777176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Lot and reference evidence::die-40" descr="VisualizerSemanticDie:{&quot;index&quot;:39,&quot;x&quot;:-5,&quot;y&quot;:-1,&quot;value&quot;:98.8,&quot;delta&quot;:null,&quot;reference_value&quot;:null,&quot;affected_value&quot;:null}"/>
          <p:cNvSpPr/>
          <p:nvPr/>
        </p:nvSpPr>
        <p:spPr>
          <a:xfrm>
            <a:off x="3709372" y="573299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Lot and reference evidence::die-41" descr="VisualizerSemanticDie:{&quot;index&quot;:40,&quot;x&quot;:-4,&quot;y&quot;:-1,&quot;value&quot;:98.4,&quot;delta&quot;:null,&quot;reference_value&quot;:null,&quot;affected_value&quot;:null}"/>
          <p:cNvSpPr/>
          <p:nvPr/>
        </p:nvSpPr>
        <p:spPr>
          <a:xfrm>
            <a:off x="3753553" y="5732995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Lot and reference evidence::die-42" descr="VisualizerSemanticDie:{&quot;index&quot;:41,&quot;x&quot;:-3,&quot;y&quot;:-1,&quot;value&quot;:98,&quot;delta&quot;:null,&quot;reference_value&quot;:null,&quot;affected_value&quot;:null}"/>
          <p:cNvSpPr/>
          <p:nvPr/>
        </p:nvSpPr>
        <p:spPr>
          <a:xfrm>
            <a:off x="3797734" y="5732995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Lot and reference evidence::die-43" descr="VisualizerSemanticDie:{&quot;index&quot;:42,&quot;x&quot;:-2,&quot;y&quot;:-1,&quot;value&quot;:98.5,&quot;delta&quot;:null,&quot;reference_value&quot;:null,&quot;affected_value&quot;:null}"/>
          <p:cNvSpPr/>
          <p:nvPr/>
        </p:nvSpPr>
        <p:spPr>
          <a:xfrm>
            <a:off x="3841914" y="573299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Lot and reference evidence::die-44" descr="VisualizerSemanticDie:{&quot;index&quot;:43,&quot;x&quot;:-1,&quot;y&quot;:-1,&quot;value&quot;:98.1,&quot;delta&quot;:null,&quot;reference_value&quot;:null,&quot;affected_value&quot;:null}"/>
          <p:cNvSpPr/>
          <p:nvPr/>
        </p:nvSpPr>
        <p:spPr>
          <a:xfrm>
            <a:off x="3886095" y="5732995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Lot and reference evidence::die-45" descr="VisualizerSemanticDie:{&quot;index&quot;:44,&quot;x&quot;:0,&quot;y&quot;:-1,&quot;value&quot;:98.6,&quot;delta&quot;:null,&quot;reference_value&quot;:null,&quot;affected_value&quot;:null}"/>
          <p:cNvSpPr/>
          <p:nvPr/>
        </p:nvSpPr>
        <p:spPr>
          <a:xfrm>
            <a:off x="3930276" y="573299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Lot and reference evidence::die-46" descr="VisualizerSemanticDie:{&quot;index&quot;:45,&quot;x&quot;:1,&quot;y&quot;:-1,&quot;value&quot;:98.2,&quot;delta&quot;:null,&quot;reference_value&quot;:null,&quot;affected_value&quot;:null}"/>
          <p:cNvSpPr/>
          <p:nvPr/>
        </p:nvSpPr>
        <p:spPr>
          <a:xfrm>
            <a:off x="3974457" y="5732995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Lot and reference evidence::die-47" descr="VisualizerSemanticDie:{&quot;index&quot;:46,&quot;x&quot;:2,&quot;y&quot;:-1,&quot;value&quot;:98.7,&quot;delta&quot;:null,&quot;reference_value&quot;:null,&quot;affected_value&quot;:null}"/>
          <p:cNvSpPr/>
          <p:nvPr/>
        </p:nvSpPr>
        <p:spPr>
          <a:xfrm>
            <a:off x="4018637" y="5732995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Lot and reference evidence::die-48" descr="VisualizerSemanticDie:{&quot;index&quot;:47,&quot;x&quot;:3,&quot;y&quot;:-1,&quot;value&quot;:98.3,&quot;delta&quot;:null,&quot;reference_value&quot;:null,&quot;affected_value&quot;:null}"/>
          <p:cNvSpPr/>
          <p:nvPr/>
        </p:nvSpPr>
        <p:spPr>
          <a:xfrm>
            <a:off x="4062818" y="5732995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Lot and reference evidence::die-49" descr="VisualizerSemanticDie:{&quot;index&quot;:48,&quot;x&quot;:4,&quot;y&quot;:-1,&quot;value&quot;:98.8,&quot;delta&quot;:null,&quot;reference_value&quot;:null,&quot;affected_value&quot;:null}"/>
          <p:cNvSpPr/>
          <p:nvPr/>
        </p:nvSpPr>
        <p:spPr>
          <a:xfrm>
            <a:off x="4106999" y="573299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Lot and reference evidence::die-50" descr="VisualizerSemanticDie:{&quot;index&quot;:49,&quot;x&quot;:5,&quot;y&quot;:-1,&quot;value&quot;:98.4,&quot;delta&quot;:null,&quot;reference_value&quot;:null,&quot;affected_value&quot;:null}"/>
          <p:cNvSpPr/>
          <p:nvPr/>
        </p:nvSpPr>
        <p:spPr>
          <a:xfrm>
            <a:off x="4151180" y="5732995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Lot and reference evidence::die-51" descr="VisualizerSemanticDie:{&quot;index&quot;:50,&quot;x&quot;:-6,&quot;y&quot;:0,&quot;value&quot;:98.6,&quot;delta&quot;:null,&quot;reference_value&quot;:null,&quot;affected_value&quot;:null}"/>
          <p:cNvSpPr/>
          <p:nvPr/>
        </p:nvSpPr>
        <p:spPr>
          <a:xfrm>
            <a:off x="3665191" y="5688814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Lot and reference evidence::die-52" descr="VisualizerSemanticDie:{&quot;index&quot;:51,&quot;x&quot;:-5,&quot;y&quot;:0,&quot;value&quot;:98.2,&quot;delta&quot;:null,&quot;reference_value&quot;:null,&quot;affected_value&quot;:null}"/>
          <p:cNvSpPr/>
          <p:nvPr/>
        </p:nvSpPr>
        <p:spPr>
          <a:xfrm>
            <a:off x="3709372" y="5688814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Lot and reference evidence::die-53" descr="VisualizerSemanticDie:{&quot;index&quot;:52,&quot;x&quot;:-4,&quot;y&quot;:0,&quot;value&quot;:98.7,&quot;delta&quot;:null,&quot;reference_value&quot;:null,&quot;affected_value&quot;:null}"/>
          <p:cNvSpPr/>
          <p:nvPr/>
        </p:nvSpPr>
        <p:spPr>
          <a:xfrm>
            <a:off x="3753553" y="5688814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Lot and reference evidence::die-54" descr="VisualizerSemanticDie:{&quot;index&quot;:53,&quot;x&quot;:-3,&quot;y&quot;:0,&quot;value&quot;:98.3,&quot;delta&quot;:null,&quot;reference_value&quot;:null,&quot;affected_value&quot;:null}"/>
          <p:cNvSpPr/>
          <p:nvPr/>
        </p:nvSpPr>
        <p:spPr>
          <a:xfrm>
            <a:off x="3797734" y="5688814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Lot and reference evidence::die-55" descr="VisualizerSemanticDie:{&quot;index&quot;:54,&quot;x&quot;:-2,&quot;y&quot;:0,&quot;value&quot;:98.8,&quot;delta&quot;:null,&quot;reference_value&quot;:null,&quot;affected_value&quot;:null}"/>
          <p:cNvSpPr/>
          <p:nvPr/>
        </p:nvSpPr>
        <p:spPr>
          <a:xfrm>
            <a:off x="3841914" y="568881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Lot and reference evidence::die-56" descr="VisualizerSemanticDie:{&quot;index&quot;:55,&quot;x&quot;:-1,&quot;y&quot;:0,&quot;value&quot;:98.4,&quot;delta&quot;:null,&quot;reference_value&quot;:null,&quot;affected_value&quot;:null}"/>
          <p:cNvSpPr/>
          <p:nvPr/>
        </p:nvSpPr>
        <p:spPr>
          <a:xfrm>
            <a:off x="3886095" y="5688814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Lot and reference evidence::die-57" descr="VisualizerSemanticDie:{&quot;index&quot;:56,&quot;x&quot;:0,&quot;y&quot;:0,&quot;value&quot;:98,&quot;delta&quot;:null,&quot;reference_value&quot;:null,&quot;affected_value&quot;:null}"/>
          <p:cNvSpPr/>
          <p:nvPr/>
        </p:nvSpPr>
        <p:spPr>
          <a:xfrm>
            <a:off x="3930276" y="5688814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Lot and reference evidence::die-58" descr="VisualizerSemanticDie:{&quot;index&quot;:57,&quot;x&quot;:1,&quot;y&quot;:0,&quot;value&quot;:98.5,&quot;delta&quot;:null,&quot;reference_value&quot;:null,&quot;affected_value&quot;:null}"/>
          <p:cNvSpPr/>
          <p:nvPr/>
        </p:nvSpPr>
        <p:spPr>
          <a:xfrm>
            <a:off x="3974457" y="568881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Lot and reference evidence::die-59" descr="VisualizerSemanticDie:{&quot;index&quot;:58,&quot;x&quot;:2,&quot;y&quot;:0,&quot;value&quot;:98.1,&quot;delta&quot;:null,&quot;reference_value&quot;:null,&quot;affected_value&quot;:null}"/>
          <p:cNvSpPr/>
          <p:nvPr/>
        </p:nvSpPr>
        <p:spPr>
          <a:xfrm>
            <a:off x="4018637" y="5688814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Lot and reference evidence::die-60" descr="VisualizerSemanticDie:{&quot;index&quot;:59,&quot;x&quot;:3,&quot;y&quot;:0,&quot;value&quot;:98.6,&quot;delta&quot;:null,&quot;reference_value&quot;:null,&quot;affected_value&quot;:null}"/>
          <p:cNvSpPr/>
          <p:nvPr/>
        </p:nvSpPr>
        <p:spPr>
          <a:xfrm>
            <a:off x="4062818" y="5688814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Lot and reference evidence::die-61" descr="VisualizerSemanticDie:{&quot;index&quot;:60,&quot;x&quot;:4,&quot;y&quot;:0,&quot;value&quot;:98.2,&quot;delta&quot;:null,&quot;reference_value&quot;:null,&quot;affected_value&quot;:null}"/>
          <p:cNvSpPr/>
          <p:nvPr/>
        </p:nvSpPr>
        <p:spPr>
          <a:xfrm>
            <a:off x="4106999" y="5688814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Lot and reference evidence::die-62" descr="VisualizerSemanticDie:{&quot;index&quot;:61,&quot;x&quot;:5,&quot;y&quot;:0,&quot;value&quot;:98.7,&quot;delta&quot;:null,&quot;reference_value&quot;:null,&quot;affected_value&quot;:null}"/>
          <p:cNvSpPr/>
          <p:nvPr/>
        </p:nvSpPr>
        <p:spPr>
          <a:xfrm>
            <a:off x="4151180" y="5688814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Lot and reference evidence::die-63" descr="VisualizerSemanticDie:{&quot;index&quot;:62,&quot;x&quot;:6,&quot;y&quot;:0,&quot;value&quot;:98.3,&quot;delta&quot;:null,&quot;reference_value&quot;:null,&quot;affected_value&quot;:null}"/>
          <p:cNvSpPr/>
          <p:nvPr/>
        </p:nvSpPr>
        <p:spPr>
          <a:xfrm>
            <a:off x="4195360" y="5688814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Lot and reference evidence::die-64" descr="VisualizerSemanticDie:{&quot;index&quot;:63,&quot;x&quot;:-5,&quot;y&quot;:1,&quot;value&quot;:98.5,&quot;delta&quot;:null,&quot;reference_value&quot;:null,&quot;affected_value&quot;:null}"/>
          <p:cNvSpPr/>
          <p:nvPr/>
        </p:nvSpPr>
        <p:spPr>
          <a:xfrm>
            <a:off x="3709372" y="564463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Lot and reference evidence::die-65" descr="VisualizerSemanticDie:{&quot;index&quot;:64,&quot;x&quot;:-4,&quot;y&quot;:1,&quot;value&quot;:98.1,&quot;delta&quot;:null,&quot;reference_value&quot;:null,&quot;affected_value&quot;:null}"/>
          <p:cNvSpPr/>
          <p:nvPr/>
        </p:nvSpPr>
        <p:spPr>
          <a:xfrm>
            <a:off x="3753553" y="5644634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Lot and reference evidence::die-66" descr="VisualizerSemanticDie:{&quot;index&quot;:65,&quot;x&quot;:-3,&quot;y&quot;:1,&quot;value&quot;:91.6,&quot;delta&quot;:null,&quot;reference_value&quot;:null,&quot;affected_value&quot;:null}"/>
          <p:cNvSpPr/>
          <p:nvPr/>
        </p:nvSpPr>
        <p:spPr>
          <a:xfrm>
            <a:off x="3797734" y="5644634"/>
            <a:ext cx="44577" cy="44577"/>
          </a:xfrm>
          <a:prstGeom prst="rect">
            <a:avLst/>
          </a:prstGeom>
          <a:solidFill>
            <a:srgbClr val="3C5AC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Lot and reference evidence::die-67" descr="VisualizerSemanticDie:{&quot;index&quot;:66,&quot;x&quot;:-2,&quot;y&quot;:1,&quot;value&quot;:91.6,&quot;delta&quot;:null,&quot;reference_value&quot;:null,&quot;affected_value&quot;:null}"/>
          <p:cNvSpPr/>
          <p:nvPr/>
        </p:nvSpPr>
        <p:spPr>
          <a:xfrm>
            <a:off x="3841914" y="5644634"/>
            <a:ext cx="44577" cy="44577"/>
          </a:xfrm>
          <a:prstGeom prst="rect">
            <a:avLst/>
          </a:prstGeom>
          <a:solidFill>
            <a:srgbClr val="3C5AC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Lot and reference evidence::die-68" descr="VisualizerSemanticDie:{&quot;index&quot;:67,&quot;x&quot;:-1,&quot;y&quot;:1,&quot;value&quot;:98.7,&quot;delta&quot;:null,&quot;reference_value&quot;:null,&quot;affected_value&quot;:null}"/>
          <p:cNvSpPr/>
          <p:nvPr/>
        </p:nvSpPr>
        <p:spPr>
          <a:xfrm>
            <a:off x="3886095" y="5644634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Lot and reference evidence::die-69" descr="VisualizerSemanticDie:{&quot;index&quot;:68,&quot;x&quot;:0,&quot;y&quot;:1,&quot;value&quot;:98.3,&quot;delta&quot;:null,&quot;reference_value&quot;:null,&quot;affected_value&quot;:null}"/>
          <p:cNvSpPr/>
          <p:nvPr/>
        </p:nvSpPr>
        <p:spPr>
          <a:xfrm>
            <a:off x="3930276" y="5644634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Lot and reference evidence::die-70" descr="VisualizerSemanticDie:{&quot;index&quot;:69,&quot;x&quot;:1,&quot;y&quot;:1,&quot;value&quot;:98.8,&quot;delta&quot;:null,&quot;reference_value&quot;:null,&quot;affected_value&quot;:null}"/>
          <p:cNvSpPr/>
          <p:nvPr/>
        </p:nvSpPr>
        <p:spPr>
          <a:xfrm>
            <a:off x="3974457" y="564463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Lot and reference evidence::die-71" descr="VisualizerSemanticDie:{&quot;index&quot;:70,&quot;x&quot;:2,&quot;y&quot;:1,&quot;value&quot;:98.4,&quot;delta&quot;:null,&quot;reference_value&quot;:null,&quot;affected_value&quot;:null}"/>
          <p:cNvSpPr/>
          <p:nvPr/>
        </p:nvSpPr>
        <p:spPr>
          <a:xfrm>
            <a:off x="4018637" y="5644634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Lot and reference evidence::die-72" descr="VisualizerSemanticDie:{&quot;index&quot;:71,&quot;x&quot;:3,&quot;y&quot;:1,&quot;value&quot;:98,&quot;delta&quot;:null,&quot;reference_value&quot;:null,&quot;affected_value&quot;:null}"/>
          <p:cNvSpPr/>
          <p:nvPr/>
        </p:nvSpPr>
        <p:spPr>
          <a:xfrm>
            <a:off x="4062818" y="5644634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Lot and reference evidence::die-73" descr="VisualizerSemanticDie:{&quot;index&quot;:72,&quot;x&quot;:4,&quot;y&quot;:1,&quot;value&quot;:98.5,&quot;delta&quot;:null,&quot;reference_value&quot;:null,&quot;affected_value&quot;:null}"/>
          <p:cNvSpPr/>
          <p:nvPr/>
        </p:nvSpPr>
        <p:spPr>
          <a:xfrm>
            <a:off x="4106999" y="564463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Lot and reference evidence::die-74" descr="VisualizerSemanticDie:{&quot;index&quot;:73,&quot;x&quot;:5,&quot;y&quot;:1,&quot;value&quot;:98.1,&quot;delta&quot;:null,&quot;reference_value&quot;:null,&quot;affected_value&quot;:null}"/>
          <p:cNvSpPr/>
          <p:nvPr/>
        </p:nvSpPr>
        <p:spPr>
          <a:xfrm>
            <a:off x="4151180" y="5644634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Lot and reference evidence::die-75" descr="VisualizerSemanticDie:{&quot;index&quot;:74,&quot;x&quot;:-5,&quot;y&quot;:2,&quot;value&quot;:98.8,&quot;delta&quot;:null,&quot;reference_value&quot;:null,&quot;affected_value&quot;:null}"/>
          <p:cNvSpPr/>
          <p:nvPr/>
        </p:nvSpPr>
        <p:spPr>
          <a:xfrm>
            <a:off x="3709372" y="5600453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Lot and reference evidence::die-76" descr="VisualizerSemanticDie:{&quot;index&quot;:75,&quot;x&quot;:-4,&quot;y&quot;:2,&quot;value&quot;:98.4,&quot;delta&quot;:null,&quot;reference_value&quot;:null,&quot;affected_value&quot;:null}"/>
          <p:cNvSpPr/>
          <p:nvPr/>
        </p:nvSpPr>
        <p:spPr>
          <a:xfrm>
            <a:off x="3753553" y="5600453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Lot and reference evidence::die-77" descr="VisualizerSemanticDie:{&quot;index&quot;:76,&quot;x&quot;:-3,&quot;y&quot;:2,&quot;value&quot;:91.3,&quot;delta&quot;:null,&quot;reference_value&quot;:null,&quot;affected_value&quot;:null}"/>
          <p:cNvSpPr/>
          <p:nvPr/>
        </p:nvSpPr>
        <p:spPr>
          <a:xfrm>
            <a:off x="3797734" y="5600453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Lot and reference evidence::die-78" descr="VisualizerSemanticDie:{&quot;index&quot;:77,&quot;x&quot;:-2,&quot;y&quot;:2,&quot;value&quot;:91.3,&quot;delta&quot;:null,&quot;reference_value&quot;:null,&quot;affected_value&quot;:null}"/>
          <p:cNvSpPr/>
          <p:nvPr/>
        </p:nvSpPr>
        <p:spPr>
          <a:xfrm>
            <a:off x="3841914" y="5600453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Lot and reference evidence::die-79" descr="VisualizerSemanticDie:{&quot;index&quot;:78,&quot;x&quot;:-1,&quot;y&quot;:2,&quot;value&quot;:98.1,&quot;delta&quot;:null,&quot;reference_value&quot;:null,&quot;affected_value&quot;:null}"/>
          <p:cNvSpPr/>
          <p:nvPr/>
        </p:nvSpPr>
        <p:spPr>
          <a:xfrm>
            <a:off x="3886095" y="5600453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Lot and reference evidence::die-80" descr="VisualizerSemanticDie:{&quot;index&quot;:79,&quot;x&quot;:0,&quot;y&quot;:2,&quot;value&quot;:98.6,&quot;delta&quot;:null,&quot;reference_value&quot;:null,&quot;affected_value&quot;:null}"/>
          <p:cNvSpPr/>
          <p:nvPr/>
        </p:nvSpPr>
        <p:spPr>
          <a:xfrm>
            <a:off x="3930276" y="5600453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Lot and reference evidence::die-81" descr="VisualizerSemanticDie:{&quot;index&quot;:80,&quot;x&quot;:1,&quot;y&quot;:2,&quot;value&quot;:98.2,&quot;delta&quot;:null,&quot;reference_value&quot;:null,&quot;affected_value&quot;:null}"/>
          <p:cNvSpPr/>
          <p:nvPr/>
        </p:nvSpPr>
        <p:spPr>
          <a:xfrm>
            <a:off x="3974457" y="5600453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Lot and reference evidence::die-82" descr="VisualizerSemanticDie:{&quot;index&quot;:81,&quot;x&quot;:2,&quot;y&quot;:2,&quot;value&quot;:98.7,&quot;delta&quot;:null,&quot;reference_value&quot;:null,&quot;affected_value&quot;:null}"/>
          <p:cNvSpPr/>
          <p:nvPr/>
        </p:nvSpPr>
        <p:spPr>
          <a:xfrm>
            <a:off x="4018637" y="5600453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VIZ::Lot and reference evidence::die-83" descr="VisualizerSemanticDie:{&quot;index&quot;:82,&quot;x&quot;:3,&quot;y&quot;:2,&quot;value&quot;:98.3,&quot;delta&quot;:null,&quot;reference_value&quot;:null,&quot;affected_value&quot;:null}"/>
          <p:cNvSpPr/>
          <p:nvPr/>
        </p:nvSpPr>
        <p:spPr>
          <a:xfrm>
            <a:off x="4062818" y="5600453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Lot and reference evidence::die-84" descr="VisualizerSemanticDie:{&quot;index&quot;:83,&quot;x&quot;:4,&quot;y&quot;:2,&quot;value&quot;:98.8,&quot;delta&quot;:null,&quot;reference_value&quot;:null,&quot;affected_value&quot;:null}"/>
          <p:cNvSpPr/>
          <p:nvPr/>
        </p:nvSpPr>
        <p:spPr>
          <a:xfrm>
            <a:off x="4106999" y="5600453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Lot and reference evidence::die-85" descr="VisualizerSemanticDie:{&quot;index&quot;:84,&quot;x&quot;:5,&quot;y&quot;:2,&quot;value&quot;:98.4,&quot;delta&quot;:null,&quot;reference_value&quot;:null,&quot;affected_value&quot;:null}"/>
          <p:cNvSpPr/>
          <p:nvPr/>
        </p:nvSpPr>
        <p:spPr>
          <a:xfrm>
            <a:off x="4151180" y="5600453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Lot and reference evidence::die-86" descr="VisualizerSemanticDie:{&quot;index&quot;:85,&quot;x&quot;:-5,&quot;y&quot;:3,&quot;value&quot;:98.2,&quot;delta&quot;:null,&quot;reference_value&quot;:null,&quot;affected_value&quot;:null}"/>
          <p:cNvSpPr/>
          <p:nvPr/>
        </p:nvSpPr>
        <p:spPr>
          <a:xfrm>
            <a:off x="3709372" y="5556272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Lot and reference evidence::die-87" descr="VisualizerSemanticDie:{&quot;index&quot;:86,&quot;x&quot;:-4,&quot;y&quot;:3,&quot;value&quot;:98.7,&quot;delta&quot;:null,&quot;reference_value&quot;:null,&quot;affected_value&quot;:null}"/>
          <p:cNvSpPr/>
          <p:nvPr/>
        </p:nvSpPr>
        <p:spPr>
          <a:xfrm>
            <a:off x="3753553" y="5556272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Lot and reference evidence::die-88" descr="VisualizerSemanticDie:{&quot;index&quot;:87,&quot;x&quot;:-3,&quot;y&quot;:3,&quot;value&quot;:91.7,&quot;delta&quot;:null,&quot;reference_value&quot;:null,&quot;affected_value&quot;:null}"/>
          <p:cNvSpPr/>
          <p:nvPr/>
        </p:nvSpPr>
        <p:spPr>
          <a:xfrm>
            <a:off x="3797734" y="5556272"/>
            <a:ext cx="44577" cy="44577"/>
          </a:xfrm>
          <a:prstGeom prst="rect">
            <a:avLst/>
          </a:prstGeom>
          <a:solidFill>
            <a:srgbClr val="3E59C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Lot and reference evidence::die-89" descr="VisualizerSemanticDie:{&quot;index&quot;:88,&quot;x&quot;:-2,&quot;y&quot;:3,&quot;value&quot;:91.7,&quot;delta&quot;:null,&quot;reference_value&quot;:null,&quot;affected_value&quot;:null}"/>
          <p:cNvSpPr/>
          <p:nvPr/>
        </p:nvSpPr>
        <p:spPr>
          <a:xfrm>
            <a:off x="3841914" y="5556272"/>
            <a:ext cx="44577" cy="44577"/>
          </a:xfrm>
          <a:prstGeom prst="rect">
            <a:avLst/>
          </a:prstGeom>
          <a:solidFill>
            <a:srgbClr val="3E59C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Lot and reference evidence::die-90" descr="VisualizerSemanticDie:{&quot;index&quot;:89,&quot;x&quot;:-1,&quot;y&quot;:3,&quot;value&quot;:98.4,&quot;delta&quot;:null,&quot;reference_value&quot;:null,&quot;affected_value&quot;:null}"/>
          <p:cNvSpPr/>
          <p:nvPr/>
        </p:nvSpPr>
        <p:spPr>
          <a:xfrm>
            <a:off x="3886095" y="5556272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Lot and reference evidence::die-91" descr="VisualizerSemanticDie:{&quot;index&quot;:90,&quot;x&quot;:0,&quot;y&quot;:3,&quot;value&quot;:98,&quot;delta&quot;:null,&quot;reference_value&quot;:null,&quot;affected_value&quot;:null}"/>
          <p:cNvSpPr/>
          <p:nvPr/>
        </p:nvSpPr>
        <p:spPr>
          <a:xfrm>
            <a:off x="3930276" y="5556272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Lot and reference evidence::die-92" descr="VisualizerSemanticDie:{&quot;index&quot;:91,&quot;x&quot;:1,&quot;y&quot;:3,&quot;value&quot;:98.5,&quot;delta&quot;:null,&quot;reference_value&quot;:null,&quot;affected_value&quot;:null}"/>
          <p:cNvSpPr/>
          <p:nvPr/>
        </p:nvSpPr>
        <p:spPr>
          <a:xfrm>
            <a:off x="3974457" y="555627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Z::Lot and reference evidence::die-93" descr="VisualizerSemanticDie:{&quot;index&quot;:92,&quot;x&quot;:2,&quot;y&quot;:3,&quot;value&quot;:98.1,&quot;delta&quot;:null,&quot;reference_value&quot;:null,&quot;affected_value&quot;:null}"/>
          <p:cNvSpPr/>
          <p:nvPr/>
        </p:nvSpPr>
        <p:spPr>
          <a:xfrm>
            <a:off x="4018637" y="5556272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VIZ::Lot and reference evidence::die-94" descr="VisualizerSemanticDie:{&quot;index&quot;:93,&quot;x&quot;:3,&quot;y&quot;:3,&quot;value&quot;:98.6,&quot;delta&quot;:null,&quot;reference_value&quot;:null,&quot;affected_value&quot;:null}"/>
          <p:cNvSpPr/>
          <p:nvPr/>
        </p:nvSpPr>
        <p:spPr>
          <a:xfrm>
            <a:off x="4062818" y="555627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VIZ::Lot and reference evidence::die-95" descr="VisualizerSemanticDie:{&quot;index&quot;:94,&quot;x&quot;:4,&quot;y&quot;:3,&quot;value&quot;:98.2,&quot;delta&quot;:null,&quot;reference_value&quot;:null,&quot;affected_value&quot;:null}"/>
          <p:cNvSpPr/>
          <p:nvPr/>
        </p:nvSpPr>
        <p:spPr>
          <a:xfrm>
            <a:off x="4106999" y="5556272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VIZ::Lot and reference evidence::die-96" descr="VisualizerSemanticDie:{&quot;index&quot;:95,&quot;x&quot;:5,&quot;y&quot;:3,&quot;value&quot;:98.7,&quot;delta&quot;:null,&quot;reference_value&quot;:null,&quot;affected_value&quot;:null}"/>
          <p:cNvSpPr/>
          <p:nvPr/>
        </p:nvSpPr>
        <p:spPr>
          <a:xfrm>
            <a:off x="4151180" y="5556272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IZ::Lot and reference evidence::die-97" descr="VisualizerSemanticDie:{&quot;index&quot;:96,&quot;x&quot;:-4,&quot;y&quot;:4,&quot;value&quot;:98.1,&quot;delta&quot;:null,&quot;reference_value&quot;:null,&quot;affected_value&quot;:null}"/>
          <p:cNvSpPr/>
          <p:nvPr/>
        </p:nvSpPr>
        <p:spPr>
          <a:xfrm>
            <a:off x="3753553" y="5512091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IZ::Lot and reference evidence::die-98" descr="VisualizerSemanticDie:{&quot;index&quot;:97,&quot;x&quot;:-3,&quot;y&quot;:4,&quot;value&quot;:98.6,&quot;delta&quot;:null,&quot;reference_value&quot;:null,&quot;affected_value&quot;:null}"/>
          <p:cNvSpPr/>
          <p:nvPr/>
        </p:nvSpPr>
        <p:spPr>
          <a:xfrm>
            <a:off x="3797734" y="551209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VIZ::Lot and reference evidence::die-99" descr="VisualizerSemanticDie:{&quot;index&quot;:98,&quot;x&quot;:-2,&quot;y&quot;:4,&quot;value&quot;:98.2,&quot;delta&quot;:null,&quot;reference_value&quot;:null,&quot;affected_value&quot;:null}"/>
          <p:cNvSpPr/>
          <p:nvPr/>
        </p:nvSpPr>
        <p:spPr>
          <a:xfrm>
            <a:off x="3841914" y="5512091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IZ::Lot and reference evidence::die-100" descr="VisualizerSemanticDie:{&quot;index&quot;:99,&quot;x&quot;:-1,&quot;y&quot;:4,&quot;value&quot;:98.7,&quot;delta&quot;:null,&quot;reference_value&quot;:null,&quot;affected_value&quot;:null}"/>
          <p:cNvSpPr/>
          <p:nvPr/>
        </p:nvSpPr>
        <p:spPr>
          <a:xfrm>
            <a:off x="3886095" y="5512091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IZ::Lot and reference evidence::die-101" descr="VisualizerSemanticDie:{&quot;index&quot;:100,&quot;x&quot;:0,&quot;y&quot;:4,&quot;value&quot;:98.3,&quot;delta&quot;:null,&quot;reference_value&quot;:null,&quot;affected_value&quot;:null}"/>
          <p:cNvSpPr/>
          <p:nvPr/>
        </p:nvSpPr>
        <p:spPr>
          <a:xfrm>
            <a:off x="3930276" y="5512091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VIZ::Lot and reference evidence::die-102" descr="VisualizerSemanticDie:{&quot;index&quot;:101,&quot;x&quot;:1,&quot;y&quot;:4,&quot;value&quot;:98.8,&quot;delta&quot;:null,&quot;reference_value&quot;:null,&quot;affected_value&quot;:null}"/>
          <p:cNvSpPr/>
          <p:nvPr/>
        </p:nvSpPr>
        <p:spPr>
          <a:xfrm>
            <a:off x="3974457" y="551209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VIZ::Lot and reference evidence::die-103" descr="VisualizerSemanticDie:{&quot;index&quot;:102,&quot;x&quot;:2,&quot;y&quot;:4,&quot;value&quot;:98.4,&quot;delta&quot;:null,&quot;reference_value&quot;:null,&quot;affected_value&quot;:null}"/>
          <p:cNvSpPr/>
          <p:nvPr/>
        </p:nvSpPr>
        <p:spPr>
          <a:xfrm>
            <a:off x="4018637" y="5512091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IZ::Lot and reference evidence::die-104" descr="VisualizerSemanticDie:{&quot;index&quot;:103,&quot;x&quot;:3,&quot;y&quot;:4,&quot;value&quot;:98,&quot;delta&quot;:null,&quot;reference_value&quot;:null,&quot;affected_value&quot;:null}"/>
          <p:cNvSpPr/>
          <p:nvPr/>
        </p:nvSpPr>
        <p:spPr>
          <a:xfrm>
            <a:off x="4062818" y="5512091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IZ::Lot and reference evidence::die-105" descr="VisualizerSemanticDie:{&quot;index&quot;:104,&quot;x&quot;:4,&quot;y&quot;:4,&quot;value&quot;:98.5,&quot;delta&quot;:null,&quot;reference_value&quot;:null,&quot;affected_value&quot;:null}"/>
          <p:cNvSpPr/>
          <p:nvPr/>
        </p:nvSpPr>
        <p:spPr>
          <a:xfrm>
            <a:off x="4106999" y="551209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VIZ::Lot and reference evidence::die-106" descr="VisualizerSemanticDie:{&quot;index&quot;:105,&quot;x&quot;:-3,&quot;y&quot;:5,&quot;value&quot;:98,&quot;delta&quot;:null,&quot;reference_value&quot;:null,&quot;affected_value&quot;:null}"/>
          <p:cNvSpPr/>
          <p:nvPr/>
        </p:nvSpPr>
        <p:spPr>
          <a:xfrm>
            <a:off x="3797734" y="5467910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VIZ::Lot and reference evidence::die-107" descr="VisualizerSemanticDie:{&quot;index&quot;:106,&quot;x&quot;:-2,&quot;y&quot;:5,&quot;value&quot;:98.5,&quot;delta&quot;:null,&quot;reference_value&quot;:null,&quot;affected_value&quot;:null}"/>
          <p:cNvSpPr/>
          <p:nvPr/>
        </p:nvSpPr>
        <p:spPr>
          <a:xfrm>
            <a:off x="3841914" y="5467910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VIZ::Lot and reference evidence::die-108" descr="VisualizerSemanticDie:{&quot;index&quot;:107,&quot;x&quot;:-1,&quot;y&quot;:5,&quot;value&quot;:98.1,&quot;delta&quot;:null,&quot;reference_value&quot;:null,&quot;affected_value&quot;:null}"/>
          <p:cNvSpPr/>
          <p:nvPr/>
        </p:nvSpPr>
        <p:spPr>
          <a:xfrm>
            <a:off x="3886095" y="5467910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VIZ::Lot and reference evidence::die-109" descr="VisualizerSemanticDie:{&quot;index&quot;:108,&quot;x&quot;:0,&quot;y&quot;:5,&quot;value&quot;:98.6,&quot;delta&quot;:null,&quot;reference_value&quot;:null,&quot;affected_value&quot;:null}"/>
          <p:cNvSpPr/>
          <p:nvPr/>
        </p:nvSpPr>
        <p:spPr>
          <a:xfrm>
            <a:off x="3930276" y="5467910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VIZ::Lot and reference evidence::die-110" descr="VisualizerSemanticDie:{&quot;index&quot;:109,&quot;x&quot;:1,&quot;y&quot;:5,&quot;value&quot;:98.2,&quot;delta&quot;:null,&quot;reference_value&quot;:null,&quot;affected_value&quot;:null}"/>
          <p:cNvSpPr/>
          <p:nvPr/>
        </p:nvSpPr>
        <p:spPr>
          <a:xfrm>
            <a:off x="3974457" y="5467910"/>
            <a:ext cx="44577" cy="44577"/>
          </a:xfrm>
          <a:prstGeom prst="rect">
            <a:avLst/>
          </a:prstGeom>
          <a:solidFill>
            <a:srgbClr val="BD506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VIZ::Lot and reference evidence::die-111" descr="VisualizerSemanticDie:{&quot;index&quot;:110,&quot;x&quot;:2,&quot;y&quot;:5,&quot;value&quot;:98.7,&quot;delta&quot;:null,&quot;reference_value&quot;:null,&quot;affected_value&quot;:null}"/>
          <p:cNvSpPr/>
          <p:nvPr/>
        </p:nvSpPr>
        <p:spPr>
          <a:xfrm>
            <a:off x="4018637" y="5467910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Z::Lot and reference evidence::die-112" descr="VisualizerSemanticDie:{&quot;index&quot;:111,&quot;x&quot;:3,&quot;y&quot;:5,&quot;value&quot;:98.3,&quot;delta&quot;:null,&quot;reference_value&quot;:null,&quot;affected_value&quot;:null}"/>
          <p:cNvSpPr/>
          <p:nvPr/>
        </p:nvSpPr>
        <p:spPr>
          <a:xfrm>
            <a:off x="4062818" y="5467910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Z::Lot and reference evidence::die-113" descr="VisualizerSemanticDie:{&quot;index&quot;:112,&quot;x&quot;:0,&quot;y&quot;:6,&quot;value&quot;:98,&quot;delta&quot;:null,&quot;reference_value&quot;:null,&quot;affected_value&quot;:null}"/>
          <p:cNvSpPr/>
          <p:nvPr/>
        </p:nvSpPr>
        <p:spPr>
          <a:xfrm>
            <a:off x="3930276" y="5423730"/>
            <a:ext cx="44577" cy="44577"/>
          </a:xfrm>
          <a:prstGeom prst="rect">
            <a:avLst/>
          </a:prstGeom>
          <a:solidFill>
            <a:srgbClr val="B9506A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IZ::Lot and reference evidence::legend-title"/>
          <p:cNvSpPr txBox="1"/>
          <p:nvPr/>
        </p:nvSpPr>
        <p:spPr>
          <a:xfrm>
            <a:off x="3274250" y="5959987"/>
            <a:ext cx="1301477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33" name="VIZ::Lot and reference evidence::legend-1"/>
          <p:cNvSpPr/>
          <p:nvPr/>
        </p:nvSpPr>
        <p:spPr>
          <a:xfrm>
            <a:off x="3274250" y="6170299"/>
            <a:ext cx="12428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VIZ::Lot and reference evidence::legend-2"/>
          <p:cNvSpPr/>
          <p:nvPr/>
        </p:nvSpPr>
        <p:spPr>
          <a:xfrm>
            <a:off x="3421398" y="6170299"/>
            <a:ext cx="12428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IZ::Lot and reference evidence::legend-3"/>
          <p:cNvSpPr/>
          <p:nvPr/>
        </p:nvSpPr>
        <p:spPr>
          <a:xfrm>
            <a:off x="3568547" y="6170299"/>
            <a:ext cx="12428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IZ::Lot and reference evidence::legend-4"/>
          <p:cNvSpPr/>
          <p:nvPr/>
        </p:nvSpPr>
        <p:spPr>
          <a:xfrm>
            <a:off x="3715695" y="6170299"/>
            <a:ext cx="12428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VIZ::Lot and reference evidence::legend-5"/>
          <p:cNvSpPr/>
          <p:nvPr/>
        </p:nvSpPr>
        <p:spPr>
          <a:xfrm>
            <a:off x="3862844" y="6170299"/>
            <a:ext cx="12428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VIZ::Lot and reference evidence::legend-6"/>
          <p:cNvSpPr/>
          <p:nvPr/>
        </p:nvSpPr>
        <p:spPr>
          <a:xfrm>
            <a:off x="4009992" y="6170299"/>
            <a:ext cx="12428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VIZ::Lot and reference evidence::legend-7"/>
          <p:cNvSpPr/>
          <p:nvPr/>
        </p:nvSpPr>
        <p:spPr>
          <a:xfrm>
            <a:off x="4157141" y="6170299"/>
            <a:ext cx="12428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VIZ::Lot and reference evidence::legend-8"/>
          <p:cNvSpPr/>
          <p:nvPr/>
        </p:nvSpPr>
        <p:spPr>
          <a:xfrm>
            <a:off x="4304289" y="6170299"/>
            <a:ext cx="12428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VIZ::Lot and reference evidence::legend-9"/>
          <p:cNvSpPr/>
          <p:nvPr/>
        </p:nvSpPr>
        <p:spPr>
          <a:xfrm>
            <a:off x="4451438" y="6170299"/>
            <a:ext cx="12428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IZ::Lot and reference evidence::legend-low"/>
          <p:cNvSpPr txBox="1"/>
          <p:nvPr/>
        </p:nvSpPr>
        <p:spPr>
          <a:xfrm>
            <a:off x="3274250" y="6284599"/>
            <a:ext cx="3904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91.3</a:t>
            </a:r>
          </a:p>
        </p:txBody>
      </p:sp>
      <p:sp>
        <p:nvSpPr>
          <p:cNvPr id="143" name="VIZ::Lot and reference evidence::legend-high"/>
          <p:cNvSpPr txBox="1"/>
          <p:nvPr/>
        </p:nvSpPr>
        <p:spPr>
          <a:xfrm>
            <a:off x="4185283" y="6284599"/>
            <a:ext cx="3904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68" name="VIZ::Evidence and decision checks" descr="VisualizerSemantic:{&quot;composition_role&quot;:&quot;detailed_evidence&quot;,&quot;customTable&quot;:{&quot;headers&quot;:[&quot;Evidence&quot;,&quot;Suspect&quot;,&quot;Reference&quot;,&quot;Interpretation&quot;],&quot;rows&quot;:[[&quot;Wafer yield&quot;,&quot;91.9%&quot;,&quot;98.4%&quot;,&quot;Localized south-west cluster&quot;],[&quot;CF-4 pressure&quot;,&quot;+1.8% drift&quot;,&quot;In control&quot;,&quot;Verify sensor trace&quot;],[&quot;Pre-clean age&quot;,&quot;11.4 h&quot;,&quot;7.1 h&quot;,&quot;Competing explanation&quot;]]},&quot;element&quot;:&quot;Clean Table&quot;,&quot;engine&quot;:&quot;TableEngine&quot;,&quot;groupId&quot;:null,&quot;id&quot;:&quot;c7&quot;,&quot;locked&quot;:false,&quot;message_role&quot;:&quot;Primary Evidence&quot;,&quot;order&quot;:8,&quot;rows&quot;:[[&quot;Wafer yield&quot;,&quot;91.9%&quot;,&quot;98.4%&quot;,&quot;Localized south-west cluster&quot;],[&quot;CF-4 pressure&quot;,&quot;+1.8% drift&quot;,&quot;In control&quot;,&quot;Verify sensor trace&quot;],[&quot;Pre-clean age&quot;,&quot;11.4 h&quot;,&quot;7.1 h&quot;,&quot;Competing explanation&quot;]],&quot;section_id&quot;:&quot;evidence&quot;,&quot;section_title&quot;:&quot;Engineering evidence&quot;,&quot;showTitle&quot;:true,&quot;title&quot;:&quot;Evidence and decision checks&quot;,&quot;type&quot;:&quot;table&quot;,&quot;weight&quot;:1,&quot;z&quot;:7,&quot;x&quot;:14.0,&quot;y&quot;:361.76,&quot;w&quot;:1572.0,&quot;h&quot;:366.74399999999997}"/>
          <p:cNvGraphicFramePr>
            <a:graphicFrameLocks noGrp="1"/>
          </p:cNvGraphicFramePr>
          <p:nvPr/>
        </p:nvGraphicFramePr>
        <p:xfrm>
          <a:off x="68687" y="1774880"/>
          <a:ext cx="7712604" cy="1799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151"/>
                <a:gridCol w="1928151"/>
                <a:gridCol w="1928151"/>
                <a:gridCol w="1928151"/>
              </a:tblGrid>
              <a:tr h="44983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44983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Wafer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south-west cluster</a:t>
                      </a:r>
                    </a:p>
                  </a:txBody>
                  <a:tcPr/>
                </a:tc>
              </a:tr>
              <a:tr h="44983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CF-4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+1.8%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sensor trace</a:t>
                      </a:r>
                    </a:p>
                  </a:txBody>
                  <a:tcPr/>
                </a:tc>
              </a:tr>
              <a:tr h="44983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Pre-clean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11.4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7.1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Competing explanation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9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3,&quot;missing&quot;:0},&quot;semantic_tags&quot;:[&quot;die_x&quot;],&quot;type&quot;:&quot;integer&quot;,&quot;unit&quot;:&quot;&quot;},{&quot;id&quot;:&quot;die_y_2&quot;,&quot;name&quot;:&quot;Die Y&quot;,&quot;nullable&quot;:false,&quot;profile&quot;:{&quot;distinct&quot;:13,&quot;missing&quot;:0},&quot;semantic_tags&quot;:[&quot;die_y&quot;],&quot;type&quot;:&quot;integer&quot;,&quot;unit&quot;:&quot;&quot;},{&quot;id&quot;:&quot;yield_3&quot;,&quot;name&quot;:&quot;Yield&quot;,&quot;nullable&quot;:false,&quot;profile&quot;:{&quot;distinct&quot;:12,&quot;missing&quot;:0},&quot;semantic_tags&quot;:[&quot;value&quot;],&quot;type&quot;:&quot;number&quot;,&quot;unit&quot;:&quot;&quot;}],&quot;id&quot;:&quot;dataset-mukcgidh-crrr9x&quot;,&quot;metadata&quot;:{&quot;header&quot;:{&quot;confidence&quot;:1,&quot;present&quot;:true,&quot;source_row&quot;:0}},&quot;name&quot;:&quot;Pasted data&quot;,&quot;revision&quot;:1,&quot;rows&quot;:[[0,-6,98],[-3,-5,98.6],[-2,-5,98.2],[-1,-5,98.7],[0,-5,98.3],[1,-5,98.8],[2,-5,98.4],[3,-5,98],[-4,-4,98.4],[-3,-4,98],[-2,-4,98.5],[-1,-4,98.1],[0,-4,98.6],[1,-4,98.2],[2,-4,98.7],[3,-4,98.3],[4,-4,98.8],[-5,-3,98.2],[-4,-3,98.7],[-3,-3,98.3],[-2,-3,98.8],[-1,-3,98.4],[0,-3,98],[1,-3,98.5],[2,-3,98.1],[3,-3,98.6],[4,-3,98.2],[5,-3,98.7],[-5,-2,98.5],[-4,-2,98.1],[-3,-2,98.6],[-2,-2,98.2],[-1,-2,98.7],[0,-2,98.3],[1,-2,98.8],[2,-2,98.4],[3,-2,98],[4,-2,98.5],[5,-2,98.1],[-5,-1,98.8],[-4,-1,98.4],[-3,-1,98],[-2,-1,98.5],[-1,-1,98.1],[0,-1,98.6],[1,-1,98.2],[2,-1,98.7],[3,-1,98.3],[4,-1,98.8],[5,-1,98.4],[-6,0,98.6],[-5,0,98.2],[-4,0,98.7],[-3,0,98.3],[-2,0,98.8],[-1,0,98.4],[0,0,98],[1,0,98.5],[2,0,98.1],[3,0,98.6],[4,0,98.2],[5,0,98.7],[6,0,98.3],[-5,1,98.5],[-4,1,98.1],[-3,1,91.6],[-2,1,91.6],[-1,1,98.7],[0,1,98.3],[1,1,98.8],[2,1,98.4],[3,1,98],[4,1,98.5],[5,1,98.1],[-5,2,98.8],[-4,2,98.4],[-3,2,91.3],[-2,2,91.3],[-1,2,98.1],[0,2,98.6],[1,2,98.2],[2,2,98.7],[3,2,98.3],[4,2,98.8],[5,2,98.4],[-5,3,98.2],[-4,3,98.7],[-3,3,91.7],[-2,3,91.7],[-1,3,98.4],[0,3,98],[1,3,98.5],[2,3,98.1],[3,3,98.6],[4,3,98.2],[5,3,98.7],[-4,4,98.1],[-3,4,98.6],[-2,4,98.2],[-1,4,98.7],[0,4,98.3],[1,4,98.8],[2,4,98.4],[3,4,98],[4,4,98.5],[-3,5,98],[-2,5,98.5],[-1,5,98.1],[0,5,98.6],[1,5,98.2],[2,5,98.7],[3,5,98.3],[0,6,98]],&quot;source&quot;:{&quot;imported_at&quot;:&quot;2026-09-27T21:42:09.413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10,&quot;missing&quot;:0},&quot;semantic_tags&quot;:[&quot;value&quot;],&quot;type&quot;:&quot;number&quot;,&quot;unit&quot;:&quot;&quot;}],&quot;id&quot;:&quot;dataset-mukcgkmd-lzoki9&quot;,&quot;metadata&quot;:{&quot;header&quot;:{&quot;confidence&quot;:1,&quot;present&quot;:true,&quot;source_row&quot;:0}},&quot;name&quot;:&quot;Pasted data&quot;,&quot;revision&quot;:1,&quot;rows&quot;:[[&quot;Reference&quot;,98.4],[&quot;Reference&quot;,98.1],[&quot;Reference&quot;,98.7],[&quot;Reference&quot;,98.3],[&quot;Reference&quot;,98.6],[&quot;Suspect&quot;,91.4],[&quot;Suspect&quot;,92.1],[&quot;Suspect&quot;,91.7],[&quot;Suspect&quot;,92.4],[&quot;Suspect&quot;,91.9]],&quot;source&quot;:{&quot;imported_at&quot;:&quot;2026-09-27T21:42:12.325Z&quot;,&quot;kind&quot;:&quot;clipboard&quot;,&quot;label&quot;:&quot;TSV&quot;},&quot;warnings&quot;:[]}],&quot;groups&quot;:{},&quot;items&quot;:[{&quot;body&quot;:&quot;A localized die cluster warrants containment; chamber causality is not yet established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 localized die cluster warrants containment; chamber causality is not yet established.&quot;,&quot;title&quot;:&quot;Executive Statement&quot;,&quot;type&quot;:&quot;text&quot;,&quot;weight&quot;:1,&quot;z&quot;:1},{&quot;body&quot;:&quot;TSV-26-091 · CF-4 · paired TSV-26-094 reference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TSV-26-091 · CF-4 · paired TSV-26-094 reference.&quot;,&quot;title&quot;:&quot;Affected scope&quot;,&quot;type&quot;:&quot;text&quot;,&quot;weight&quot;:1,&quot;z&quot;:2},{&quot;capability_overrides&quot;:{&quot;target&quot;:97.8},&quot;composition_role&quot;:&quot;hero_metric&quot;,&quot;delta&quot;:&quot;-6.5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7.8,&quot;title&quot;:&quot;Suspect lot yield&quot;,&quot;type&quot;:&quot;metric&quot;,&quot;unit&quot;:&quot;%&quot;,&quot;value&quot;:91.9,&quot;weight&quot;:1,&quot;z&quot;:3},{&quot;after&quot;:91.9,&quot;before&quot;:98.4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Reference versus suspect yield&quot;,&quot;type&quot;:&quot;comparison&quot;,&quot;unit&quot;:&quot;%&quot;,&quot;weight&quot;:1,&quot;z&quot;:4},{&quot;chamber&quot;:&quot;&quot;,&quot;composition_role&quot;:&quot;primary_analysis&quot;,&quot;dataset_id&quot;:&quot;dataset-mukcgidh-crrr9x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showTitle&quot;:true,&quot;title&quot;:&quot;Lot and reference evidence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showTitle&quot;:true,&quot;title&quot;:&quot;Lot and reference evidence&quot;,&quot;type&quot;:&quot;engineering&quot;,&quot;upper_limit&quot;:null,&quot;weight&quot;:1,&quot;z&quot;:5},{&quot;composition_role&quot;:&quot;primary_analysis&quot;,&quot;data&quot;:[],&quot;dataset_id&quot;:&quot;dataset-mukcgkmd-lzoki9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reference-population&quot;,&quot;section_title&quot;:&quot;Reference population&quot;,&quot;showTitle&quot;:true,&quot;title&quot;:&quot;Lot and reference evidence&quot;,&quot;type&quot;:&quot;chart&quot;,&quot;weight&quot;:1,&quot;z&quot;:6},{&quot;composition_role&quot;:&quot;detailed_evidence&quot;,&quot;customTable&quot;:{&quot;headers&quot;:[&quot;Evidence&quot;,&quot;Suspect&quot;,&quot;Reference&quot;,&quot;Interpretation&quot;],&quot;rows&quot;:[[&quot;Wafer yield&quot;,&quot;91.9%&quot;,&quot;98.4%&quot;,&quot;Localized south-west cluster&quot;],[&quot;CF-4 pressure&quot;,&quot;+1.8% drift&quot;,&quot;In control&quot;,&quot;Verify sensor trace&quot;],[&quot;Pre-clean age&quot;,&quot;11.4 h&quot;,&quot;7.1 h&quot;,&quot;Competing explanation&quot;]]},&quot;element&quot;:&quot;Clean Table&quot;,&quot;engine&quot;:&quot;TableEngine&quot;,&quot;groupId&quot;:null,&quot;id&quot;:&quot;c7&quot;,&quot;locked&quot;:false,&quot;message_role&quot;:&quot;Primary Evidence&quot;,&quot;order&quot;:8,&quot;rows&quot;:[[&quot;Wafer yield&quot;,&quot;91.9%&quot;,&quot;98.4%&quot;,&quot;Localized south-west cluster&quot;],[&quot;CF-4 pressure&quot;,&quot;+1.8% drift&quot;,&quot;In control&quot;,&quot;Verify sensor trace&quot;],[&quot;Pre-clean age&quot;,&quot;11.4 h&quot;,&quot;7.1 h&quot;,&quot;Competing explanation&quot;]],&quot;section_id&quot;:&quot;evidence&quot;,&quot;section_title&quot;:&quot;Engineering evidence&quot;,&quot;showTitle&quot;:true,&quot;title&quot;:&quot;Evidence and decision checks&quot;,&quot;type&quot;:&quot;table&quot;,&quot;weight&quot;:1,&quot;z&quot;:7},{&quot;composition_role&quot;:&quot;causal_evidence&quot;,&quot;edges&quot;:[[&quot;Map wafer cluster&quot;,&quot;Compare matched lot&quot;],[&quot;Compare matched lot&quot;,&quot;Check CF-4 pressure&quot;],[&quot;Check CF-4 pressure&quot;,&quot;Confirm containment&quot;]],&quot;element&quot;:&quot;Process Flow&quot;,&quot;engine&quot;:&quot;DiagramEngine&quot;,&quot;groupId&quot;:null,&quot;id&quot;:&quot;c8&quot;,&quot;locked&quot;:false,&quot;message_role&quot;:&quot;Primary Evidence&quot;,&quot;nodes&quot;:[&quot;Map wafer cluster&quot;,&quot;Compare matched lot&quot;,&quot;Check CF-4 pressure&quot;,&quot;Confirm containment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F-4 pressure check and the paired reference split agree; keep pre-clean age open as an alternative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TSV-26-091 pending matched-lot ver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68258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Map wafer cluster::node-1" descr="VisualizerDiagramNode:{&quot;item_id&quot;:&quot;c8&quot;,&quot;node_index&quot;:0,&quot;label&quot;:&quot;Map wafer cluster&quot;,&quot;page&quot;:1,&quot;page_count&quot;:1,&quot;direction&quot;:&quot;right&quot;}"/>
          <p:cNvSpPr/>
          <p:nvPr/>
        </p:nvSpPr>
        <p:spPr>
          <a:xfrm>
            <a:off x="512064" y="5967983"/>
            <a:ext cx="1555586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Map wafer cluster</a:t>
            </a:r>
          </a:p>
        </p:txBody>
      </p:sp>
      <p:sp>
        <p:nvSpPr>
          <p:cNvPr id="4" name="VIZ::Process Flow::Compare matched lot::node-2" descr="VisualizerDiagramNode:{&quot;item_id&quot;:&quot;c8&quot;,&quot;node_index&quot;:1,&quot;label&quot;:&quot;Compare matched lot&quot;,&quot;page&quot;:1,&quot;page_count&quot;:1,&quot;direction&quot;:&quot;right&quot;}"/>
          <p:cNvSpPr/>
          <p:nvPr/>
        </p:nvSpPr>
        <p:spPr>
          <a:xfrm>
            <a:off x="2268818" y="5967983"/>
            <a:ext cx="1555586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matched lot</a:t>
            </a:r>
          </a:p>
        </p:txBody>
      </p:sp>
      <p:sp>
        <p:nvSpPr>
          <p:cNvPr id="5" name="VIZ::Process Flow::Check CF-4 pressure::node-3" descr="VisualizerDiagramNode:{&quot;item_id&quot;:&quot;c8&quot;,&quot;node_index&quot;:2,&quot;label&quot;:&quot;Check CF-4 pressure&quot;,&quot;page&quot;:1,&quot;page_count&quot;:1,&quot;direction&quot;:&quot;right&quot;}"/>
          <p:cNvSpPr/>
          <p:nvPr/>
        </p:nvSpPr>
        <p:spPr>
          <a:xfrm>
            <a:off x="4025572" y="5967983"/>
            <a:ext cx="1555586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 CF-4 pressure</a:t>
            </a:r>
          </a:p>
        </p:txBody>
      </p:sp>
      <p:sp>
        <p:nvSpPr>
          <p:cNvPr id="6" name="VIZ::Process Flow::Confirm containment::node-4" descr="VisualizerDiagramNode:{&quot;item_id&quot;:&quot;c8&quot;,&quot;node_index&quot;:3,&quot;label&quot;:&quot;Confirm containment&quot;,&quot;page&quot;:1,&quot;page_count&quot;:1,&quot;direction&quot;:&quot;right&quot;}"/>
          <p:cNvSpPr/>
          <p:nvPr/>
        </p:nvSpPr>
        <p:spPr>
          <a:xfrm>
            <a:off x="5782326" y="5967983"/>
            <a:ext cx="1555586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containment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Map wafer cluster&quot;,&quot;target&quot;:&quot;Compare matched lot&quot;,&quot;continuation&quot;:false}"/>
          <p:cNvCxnSpPr/>
          <p:nvPr/>
        </p:nvCxnSpPr>
        <p:spPr>
          <a:xfrm>
            <a:off x="2072222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Compare matched lot&quot;,&quot;target&quot;:&quot;Check CF-4 pressure&quot;,&quot;continuation&quot;:false}"/>
          <p:cNvCxnSpPr/>
          <p:nvPr/>
        </p:nvCxnSpPr>
        <p:spPr>
          <a:xfrm>
            <a:off x="382897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Check CF-4 pressure&quot;,&quot;target&quot;:&quot;Confirm containment&quot;,&quot;continuation&quot;:false}"/>
          <p:cNvCxnSpPr/>
          <p:nvPr/>
        </p:nvCxnSpPr>
        <p:spPr>
          <a:xfrm>
            <a:off x="558573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