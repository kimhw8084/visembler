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Process stability and specification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Process stability and specification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98.8</c:v>
                </c:pt>
                <c:pt idx="1">
                  <c:v>98.4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Control versus affected distribution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 versus affected distribution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Reference</c:v>
                </c:pt>
                <c:pt idx="1">
                  <c:v>Reference</c:v>
                </c:pt>
                <c:pt idx="2">
                  <c:v>Reference</c:v>
                </c:pt>
                <c:pt idx="3">
                  <c:v>Affected</c:v>
                </c:pt>
                <c:pt idx="4">
                  <c:v>Affected</c:v>
                </c:pt>
                <c:pt idx="5">
                  <c:v>Affected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98.8</c:v>
                </c:pt>
                <c:pt idx="1">
                  <c:v>98.5</c:v>
                </c:pt>
                <c:pt idx="2">
                  <c:v>98.6</c:v>
                </c:pt>
                <c:pt idx="3">
                  <c:v>94.1</c:v>
                </c:pt>
                <c:pt idx="4">
                  <c:v>94.6</c:v>
                </c:pt>
                <c:pt idx="5">
                  <c:v>93.8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}"/>
          <p:cNvSpPr/>
          <p:nvPr/>
        </p:nvSpPr>
        <p:spPr>
          <a:xfrm>
            <a:off x="0" y="0"/>
            <a:ext cx="2895600" cy="153447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78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500" b="1" i="0">
                <a:solidFill>
                  <a:srgbClr val="172B43"/>
                </a:solidFill>
                <a:latin typeface="Arial Narrow"/>
              </a:rPr>
              <a:t>Affected lot L2407 shows a localized die-level yield loss after ETCH-08 chamber A processing. Contain the lot until the chamber check and paired reference run confirm recovery.</a:t>
            </a:r>
          </a:p>
        </p:txBody>
      </p:sp>
      <p:sp>
        <p:nvSpPr>
          <p:cNvPr id="3" name="VIZ::Affected scope" title="Visembler report text roles: text heading, context subhead" descr="VisualizerSemantic: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}"/>
          <p:cNvSpPr/>
          <p:nvPr/>
        </p:nvSpPr>
        <p:spPr>
          <a:xfrm>
            <a:off x="3124200" y="0"/>
            <a:ext cx="2895600" cy="153447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78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Affected scope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Lot L2407 · ETCH-08 chamber A · affected die compared with a paired reference · release held for verification.</a:t>
            </a:r>
          </a:p>
        </p:txBody>
      </p:sp>
      <p:sp>
        <p:nvSpPr>
          <p:cNvPr id="4" name="VIZ::Affected yield KPI" title="Visembler report text roles: metric title, metric value" descr="VisualizerSemantic: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}"/>
          <p:cNvSpPr/>
          <p:nvPr/>
        </p:nvSpPr>
        <p:spPr>
          <a:xfrm>
            <a:off x="6248400" y="0"/>
            <a:ext cx="2895600" cy="1534477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94.2%</a:t>
            </a:r>
          </a:p>
        </p:txBody>
      </p:sp>
      <p:sp>
        <p:nvSpPr>
          <p:cNvPr id="5" name="VIZ::Affected versus reference yield KPI" title="Visembler report text roles: metric title, comparison value" descr="VisualizerSemantic: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}"/>
          <p:cNvSpPr/>
          <p:nvPr/>
        </p:nvSpPr>
        <p:spPr>
          <a:xfrm>
            <a:off x="0" y="1774507"/>
            <a:ext cx="2895600" cy="1534477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versus reference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98.6% → 94.2%</a:t>
            </a:r>
          </a:p>
        </p:txBody>
      </p:sp>
      <p:graphicFrame>
        <p:nvGraphicFramePr>
          <p:cNvPr id="7" name="Chart 6" descr="VisualizerSemantic: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}"/>
          <p:cNvGraphicFramePr>
            <a:graphicFrameLocks noGrp="1"/>
          </p:cNvGraphicFramePr>
          <p:nvPr/>
        </p:nvGraphicFramePr>
        <p:xfrm>
          <a:off x="6248400" y="1774507"/>
          <a:ext cx="2895600" cy="153447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composition_role&quot;:&quot;primary_analysis&quot;,&quot;data&quot;:[[&quot;Reference&quot;,98.8],[&quot;Reference&quot;,98.5],[&quot;Reference&quot;,98.6],[&quot;Affected&quot;,94.1],[&quot;Affected&quot;,94.6],[&quot;Affected&quot;,93.8]],&quot;dataset_id&quot;:&quot;dataset-muheqnmo-8bts7b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,&quot;row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observation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}"/>
          <p:cNvGraphicFramePr>
            <a:graphicFrameLocks noGrp="1"/>
          </p:cNvGraphicFramePr>
          <p:nvPr/>
        </p:nvGraphicFramePr>
        <p:xfrm>
          <a:off x="0" y="3549015"/>
          <a:ext cx="2895600" cy="153447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Verified finding" title="Visembler report text roles: text heading, narrative interpretation, evidence detail, action status" descr="VisualizerSemantic: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}"/>
          <p:cNvSpPr/>
          <p:nvPr/>
        </p:nvSpPr>
        <p:spPr>
          <a:xfrm>
            <a:off x="3124200" y="3549015"/>
            <a:ext cx="2895600" cy="153447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78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Verified finding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Finding · chamber A pressure drift aligns with the L2407 yield excursion.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Affected yield is 94.2% versus 98.6% reference. Contain L2407 and verify the matched chamber run before release.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1" name="VIZ::Process Flow::continuation-reference" descr="VisualizerSemantic: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}"/>
          <p:cNvSpPr/>
          <p:nvPr/>
        </p:nvSpPr>
        <p:spPr>
          <a:xfrm>
            <a:off x="0" y="5323522"/>
            <a:ext cx="2895600" cy="1534477"/>
          </a:xfrm>
          <a:prstGeom prst="roundRect">
            <a:avLst/>
          </a:prstGeom>
          <a:solidFill>
            <a:srgbClr val="F5F8FC"/>
          </a:solidFill>
          <a:ln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850" b="1">
                <a:solidFill>
                  <a:srgbClr val="233449"/>
                </a:solidFill>
                <a:latin typeface="Arial"/>
              </a:defRPr>
            </a:pPr>
            <a:r>
              <a:t>Diagram continues on slides 2–2</a:t>
            </a:r>
          </a:p>
        </p:txBody>
      </p:sp>
      <p:sp>
        <p:nvSpPr>
          <p:cNvPr id="12" name="VIZ::Corrective action" title="Visembler report text roles: text heading, risk decision, conclusion next step, action status" descr="VisualizerSemantic: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}"/>
          <p:cNvSpPr/>
          <p:nvPr/>
        </p:nvSpPr>
        <p:spPr>
          <a:xfrm>
            <a:off x="3124200" y="5323522"/>
            <a:ext cx="2895600" cy="153447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78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Corrective 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Contain lot L2407 through chamber requalification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Release only after chamber A and the paired reference run confirm recovery.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Contain</a:t>
            </a:r>
          </a:p>
        </p:txBody>
      </p:sp>
      <p:sp>
        <p:nvSpPr>
          <p:cNvPr id="13" name="VIZ::Affected die yield::spatial-panel" descr="VisualizerSemantic:{&quot;chamber&quot;:null,&quot;composition_role&quot;:&quot;primary_analysis&quot;,&quot;dataset_id&quot;:&quot;dataset-muheqld9-g1jnw2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{&quot;x&quot;:0,&quot;y&quot;:-5,&quot;value&quot;:98.2},{&quot;x&quot;:-3,&quot;y&quot;:-4,&quot;value&quot;:98.6},{&quot;x&quot;:-2,&quot;y&quot;:-4,&quot;value&quot;:98.3},{&quot;x&quot;:-1,&quot;y&quot;:-4,&quot;value&quot;:98.8},{&quot;x&quot;:0,&quot;y&quot;:-4,&quot;value&quot;:98.5},{&quot;x&quot;:1,&quot;y&quot;:-4,&quot;value&quot;:98.2},{&quot;x&quot;:2,&quot;y&quot;:-4,&quot;value&quot;:98.7},{&quot;x&quot;:3,&quot;y&quot;:-4,&quot;value&quot;:98.4},{&quot;x&quot;:-4,&quot;y&quot;:-3,&quot;value&quot;:98.4},{&quot;x&quot;:-3,&quot;y&quot;:-3,&quot;value&quot;:98.1},{&quot;x&quot;:-2,&quot;y&quot;:-3,&quot;value&quot;:98.6},{&quot;x&quot;:-1,&quot;y&quot;:-3,&quot;value&quot;:98.3},{&quot;x&quot;:0,&quot;y&quot;:-3,&quot;value&quot;:98.8},{&quot;x&quot;:1,&quot;y&quot;:-3,&quot;value&quot;:98.5},{&quot;x&quot;:2,&quot;y&quot;:-3,&quot;value&quot;:98.2},{&quot;x&quot;:3,&quot;y&quot;:-3,&quot;value&quot;:98.7},{&quot;x&quot;:4,&quot;y&quot;:-3,&quot;value&quot;:98.4},{&quot;x&quot;:-4,&quot;y&quot;:-2,&quot;value&quot;:98.7},{&quot;x&quot;:-3,&quot;y&quot;:-2,&quot;value&quot;:98.4},{&quot;x&quot;:-2,&quot;y&quot;:-2,&quot;value&quot;:98.1},{&quot;x&quot;:-1,&quot;y&quot;:-2,&quot;value&quot;:98.6},{&quot;x&quot;:0,&quot;y&quot;:-2,&quot;value&quot;:98.3},{&quot;x&quot;:1,&quot;y&quot;:-2,&quot;value&quot;:98.8},{&quot;x&quot;:2,&quot;y&quot;:-2,&quot;value&quot;:98.5},{&quot;x&quot;:3,&quot;y&quot;:-2,&quot;value&quot;:98.2},{&quot;x&quot;:4,&quot;y&quot;:-2,&quot;value&quot;:98.7},{&quot;x&quot;:-4,&quot;y&quot;:-1,&quot;value&quot;:98.2},{&quot;x&quot;:-3,&quot;y&quot;:-1,&quot;value&quot;:98.7},{&quot;x&quot;:-2,&quot;y&quot;:-1,&quot;value&quot;:98.4},{&quot;x&quot;:-1,&quot;y&quot;:-1,&quot;value&quot;:98.1},{&quot;x&quot;:0,&quot;y&quot;:-1,&quot;value&quot;:98.6},{&quot;x&quot;:1,&quot;y&quot;:-1,&quot;value&quot;:98.3},{&quot;x&quot;:2,&quot;y&quot;:-1,&quot;value&quot;:98.8},{&quot;x&quot;:3,&quot;y&quot;:-1,&quot;value&quot;:98.5},{&quot;x&quot;:4,&quot;y&quot;:-1,&quot;value&quot;:98.2},{&quot;x&quot;:-5,&quot;y&quot;:0,&quot;value&quot;:98.8},{&quot;x&quot;:-4,&quot;y&quot;:0,&quot;value&quot;:98.5},{&quot;x&quot;:-3,&quot;y&quot;:0,&quot;value&quot;:98.2},{&quot;x&quot;:-2,&quot;y&quot;:0,&quot;value&quot;:98.7},{&quot;x&quot;:-1,&quot;y&quot;:0,&quot;value&quot;:98.4},{&quot;x&quot;:0,&quot;y&quot;:0,&quot;value&quot;:98.1},{&quot;x&quot;:1,&quot;y&quot;:0,&quot;value&quot;:98.6},{&quot;x&quot;:2,&quot;y&quot;:0,&quot;value&quot;:88.6},{&quot;x&quot;:3,&quot;y&quot;:0,&quot;value&quot;:88.7},{&quot;x&quot;:4,&quot;y&quot;:0,&quot;value&quot;:98.5},{&quot;x&quot;:5,&quot;y&quot;:0,&quot;value&quot;:98.2},{&quot;x&quot;:-4,&quot;y&quot;:1,&quot;value&quot;:98.8},{&quot;x&quot;:-3,&quot;y&quot;:1,&quot;value&quot;:98.5},{&quot;x&quot;:-2,&quot;y&quot;:1,&quot;value&quot;:98.2},{&quot;x&quot;:-1,&quot;y&quot;:1,&quot;value&quot;:98.7},{&quot;x&quot;:0,&quot;y&quot;:1,&quot;value&quot;:98.4},{&quot;x&quot;:1,&quot;y&quot;:1,&quot;value&quot;:98.1},{&quot;x&quot;:2,&quot;y&quot;:1,&quot;value&quot;:88.5},{&quot;x&quot;:3,&quot;y&quot;:1,&quot;value&quot;:88.6},{&quot;x&quot;:4,&quot;y&quot;:1,&quot;value&quot;:98.8},{&quot;x&quot;:-4,&quot;y&quot;:2,&quot;value&quot;:98.3},{&quot;x&quot;:-3,&quot;y&quot;:2,&quot;value&quot;:98.8},{&quot;x&quot;:-2,&quot;y&quot;:2,&quot;value&quot;:98.5},{&quot;x&quot;:-1,&quot;y&quot;:2,&quot;value&quot;:98.2},{&quot;x&quot;:0,&quot;y&quot;:2,&quot;value&quot;:98.7},{&quot;x&quot;:1,&quot;y&quot;:2,&quot;value&quot;:98.4},{&quot;x&quot;:2,&quot;y&quot;:2,&quot;value&quot;:98.1},{&quot;x&quot;:3,&quot;y&quot;:2,&quot;value&quot;:98.6},{&quot;x&quot;:4,&quot;y&quot;:2,&quot;value&quot;:98.3},{&quot;x&quot;:-4,&quot;y&quot;:3,&quot;value&quot;:98.6},{&quot;x&quot;:-3,&quot;y&quot;:3,&quot;value&quot;:98.3},{&quot;x&quot;:-2,&quot;y&quot;:3,&quot;value&quot;:98.8},{&quot;x&quot;:-1,&quot;y&quot;:3,&quot;value&quot;:98.5},{&quot;x&quot;:0,&quot;y&quot;:3,&quot;value&quot;:98.2},{&quot;x&quot;:1,&quot;y&quot;:3,&quot;value&quot;:98.7},{&quot;x&quot;:2,&quot;y&quot;:3,&quot;value&quot;:98.4},{&quot;x&quot;:3,&quot;y&quot;:3,&quot;value&quot;:98.1},{&quot;x&quot;:4,&quot;y&quot;:3,&quot;value&quot;:98.6},{&quot;x&quot;:-3,&quot;y&quot;:4,&quot;value&quot;:98.6},{&quot;x&quot;:-2,&quot;y&quot;:4,&quot;value&quot;:98.3},{&quot;x&quot;:-1,&quot;y&quot;:4,&quot;value&quot;:98.8},{&quot;x&quot;:0,&quot;y&quot;:4,&quot;value&quot;:98.5},{&quot;x&quot;:1,&quot;y&quot;:4,&quot;value&quot;:98.2},{&quot;x&quot;:2,&quot;y&quot;:4,&quot;value&quot;:98.7},{&quot;x&quot;:3,&quot;y&quot;:4,&quot;value&quot;:98.4},{&quot;x&quot;:0,&quot;y&quot;:5,&quot;value&quot;:98.8}],&quot;order&quot;:4,&quot;route&quot;:&quot;&quot;,&quot;section_id&quot;:&quot;analysis&quot;,&quot;section_title&quot;:&quot;Analysis&quot;,&quot;title&quot;:&quot;Affected die yield&quot;,&quot;tool&quot;:null,&quot;type&quot;:&quot;wafer&quot;,&quot;weight&quot;:1,&quot;z&quot;:4,&quot;wafer_id&quot;:null,&quot;lot_id&quot;:null,&quot;recipe&quot;:null,&quot;process&quot;:null}"/>
          <p:cNvSpPr/>
          <p:nvPr/>
        </p:nvSpPr>
        <p:spPr>
          <a:xfrm>
            <a:off x="3124200" y="1774507"/>
            <a:ext cx="2895600" cy="153447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Z::Affected die yield::title"/>
          <p:cNvSpPr txBox="1"/>
          <p:nvPr/>
        </p:nvSpPr>
        <p:spPr>
          <a:xfrm>
            <a:off x="3240024" y="1856803"/>
            <a:ext cx="266395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C2B3E"/>
                </a:solidFill>
              </a:defRPr>
            </a:pPr>
            <a:r>
              <a:t>Affected die yield</a:t>
            </a:r>
          </a:p>
        </p:txBody>
      </p:sp>
      <p:sp>
        <p:nvSpPr>
          <p:cNvPr id="15" name="VIZ::Affected die yield::metadata"/>
          <p:cNvSpPr txBox="1"/>
          <p:nvPr/>
        </p:nvSpPr>
        <p:spPr>
          <a:xfrm>
            <a:off x="3240024" y="2112835"/>
            <a:ext cx="2663952" cy="2455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F5E71"/>
                </a:solidFill>
              </a:defRPr>
            </a:pPr>
            <a:r>
              <a:t>81 observations · 0 missing · Value 88.5 to 98.8</a:t>
            </a:r>
          </a:p>
        </p:txBody>
      </p:sp>
      <p:sp>
        <p:nvSpPr>
          <p:cNvPr id="16" name="VIZ::Affected die yield::wafer-outline"/>
          <p:cNvSpPr/>
          <p:nvPr/>
        </p:nvSpPr>
        <p:spPr>
          <a:xfrm>
            <a:off x="4298528" y="2394927"/>
            <a:ext cx="594360" cy="594360"/>
          </a:xfrm>
          <a:prstGeom prst="ellipse">
            <a:avLst/>
          </a:prstGeom>
          <a:solidFill>
            <a:srgbClr val="F7F9FC"/>
          </a:solidFill>
          <a:ln w="15240">
            <a:solidFill>
              <a:srgbClr val="27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IZ::Affected die yield::orientation-notch"/>
          <p:cNvSpPr/>
          <p:nvPr/>
        </p:nvSpPr>
        <p:spPr>
          <a:xfrm>
            <a:off x="4549988" y="2391270"/>
            <a:ext cx="914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IZ::Affected die yield::orientation"/>
          <p:cNvSpPr txBox="1"/>
          <p:nvPr/>
        </p:nvSpPr>
        <p:spPr>
          <a:xfrm>
            <a:off x="4518441" y="2248623"/>
            <a:ext cx="41605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4F5E71"/>
                </a:solidFill>
              </a:defRPr>
            </a:pPr>
            <a:r>
              <a:t>N · NOTCH</a:t>
            </a:r>
          </a:p>
        </p:txBody>
      </p:sp>
      <p:sp>
        <p:nvSpPr>
          <p:cNvPr id="19" name="VIZ::Affected die yield::die-1" descr="VisualizerSemanticDie:{&quot;index&quot;:0,&quot;x&quot;:0,&quot;y&quot;:-5,&quot;value&quot;:98.2,&quot;delta&quot;:null,&quot;reference_value&quot;:null,&quot;affected_value&quot;:null}"/>
          <p:cNvSpPr/>
          <p:nvPr/>
        </p:nvSpPr>
        <p:spPr>
          <a:xfrm>
            <a:off x="4573419" y="2934903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IZ::Affected die yield::die-2" descr="VisualizerSemanticDie:{&quot;index&quot;:1,&quot;x&quot;:-3,&quot;y&quot;:-4,&quot;value&quot;:98.6,&quot;delta&quot;:null,&quot;reference_value&quot;:null,&quot;affected_value&quot;:null}"/>
          <p:cNvSpPr/>
          <p:nvPr/>
        </p:nvSpPr>
        <p:spPr>
          <a:xfrm>
            <a:off x="4414369" y="2881886"/>
            <a:ext cx="44577" cy="44577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IZ::Affected die yield::die-3" descr="VisualizerSemanticDie:{&quot;index&quot;:2,&quot;x&quot;:-2,&quot;y&quot;:-4,&quot;value&quot;:98.3,&quot;delta&quot;:null,&quot;reference_value&quot;:null,&quot;affected_value&quot;:null}"/>
          <p:cNvSpPr/>
          <p:nvPr/>
        </p:nvSpPr>
        <p:spPr>
          <a:xfrm>
            <a:off x="4467385" y="2881886"/>
            <a:ext cx="44577" cy="44577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IZ::Affected die yield::die-4" descr="VisualizerSemanticDie:{&quot;index&quot;:3,&quot;x&quot;:-1,&quot;y&quot;:-4,&quot;value&quot;:98.8,&quot;delta&quot;:null,&quot;reference_value&quot;:null,&quot;affected_value&quot;:null}"/>
          <p:cNvSpPr/>
          <p:nvPr/>
        </p:nvSpPr>
        <p:spPr>
          <a:xfrm>
            <a:off x="4520402" y="2881886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Affected die yield::die-5" descr="VisualizerSemanticDie:{&quot;index&quot;:4,&quot;x&quot;:0,&quot;y&quot;:-4,&quot;value&quot;:98.5,&quot;delta&quot;:null,&quot;reference_value&quot;:null,&quot;affected_value&quot;:null}"/>
          <p:cNvSpPr/>
          <p:nvPr/>
        </p:nvSpPr>
        <p:spPr>
          <a:xfrm>
            <a:off x="4573419" y="2881886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Z::Affected die yield::die-6" descr="VisualizerSemanticDie:{&quot;index&quot;:5,&quot;x&quot;:1,&quot;y&quot;:-4,&quot;value&quot;:98.2,&quot;delta&quot;:null,&quot;reference_value&quot;:null,&quot;affected_value&quot;:null}"/>
          <p:cNvSpPr/>
          <p:nvPr/>
        </p:nvSpPr>
        <p:spPr>
          <a:xfrm>
            <a:off x="4626436" y="2881886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Z::Affected die yield::die-7" descr="VisualizerSemanticDie:{&quot;index&quot;:6,&quot;x&quot;:2,&quot;y&quot;:-4,&quot;value&quot;:98.7,&quot;delta&quot;:null,&quot;reference_value&quot;:null,&quot;affected_value&quot;:null}"/>
          <p:cNvSpPr/>
          <p:nvPr/>
        </p:nvSpPr>
        <p:spPr>
          <a:xfrm>
            <a:off x="4679453" y="2881886"/>
            <a:ext cx="44577" cy="44577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IZ::Affected die yield::die-8" descr="VisualizerSemanticDie:{&quot;index&quot;:7,&quot;x&quot;:3,&quot;y&quot;:-4,&quot;value&quot;:98.4,&quot;delta&quot;:null,&quot;reference_value&quot;:null,&quot;affected_value&quot;:null}"/>
          <p:cNvSpPr/>
          <p:nvPr/>
        </p:nvSpPr>
        <p:spPr>
          <a:xfrm>
            <a:off x="4732470" y="2881886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IZ::Affected die yield::die-9" descr="VisualizerSemanticDie:{&quot;index&quot;:8,&quot;x&quot;:-4,&quot;y&quot;:-3,&quot;value&quot;:98.4,&quot;delta&quot;:null,&quot;reference_value&quot;:null,&quot;affected_value&quot;:null}"/>
          <p:cNvSpPr/>
          <p:nvPr/>
        </p:nvSpPr>
        <p:spPr>
          <a:xfrm>
            <a:off x="4361352" y="2828869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IZ::Affected die yield::die-10" descr="VisualizerSemanticDie:{&quot;index&quot;:9,&quot;x&quot;:-3,&quot;y&quot;:-3,&quot;value&quot;:98.1,&quot;delta&quot;:null,&quot;reference_value&quot;:null,&quot;affected_value&quot;:null}"/>
          <p:cNvSpPr/>
          <p:nvPr/>
        </p:nvSpPr>
        <p:spPr>
          <a:xfrm>
            <a:off x="4414369" y="2828869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IZ::Affected die yield::die-11" descr="VisualizerSemanticDie:{&quot;index&quot;:10,&quot;x&quot;:-2,&quot;y&quot;:-3,&quot;value&quot;:98.6,&quot;delta&quot;:null,&quot;reference_value&quot;:null,&quot;affected_value&quot;:null}"/>
          <p:cNvSpPr/>
          <p:nvPr/>
        </p:nvSpPr>
        <p:spPr>
          <a:xfrm>
            <a:off x="4467385" y="2828869"/>
            <a:ext cx="44577" cy="44577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IZ::Affected die yield::die-12" descr="VisualizerSemanticDie:{&quot;index&quot;:11,&quot;x&quot;:-1,&quot;y&quot;:-3,&quot;value&quot;:98.3,&quot;delta&quot;:null,&quot;reference_value&quot;:null,&quot;affected_value&quot;:null}"/>
          <p:cNvSpPr/>
          <p:nvPr/>
        </p:nvSpPr>
        <p:spPr>
          <a:xfrm>
            <a:off x="4520402" y="2828869"/>
            <a:ext cx="44577" cy="44577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VIZ::Affected die yield::die-13" descr="VisualizerSemanticDie:{&quot;index&quot;:12,&quot;x&quot;:0,&quot;y&quot;:-3,&quot;value&quot;:98.8,&quot;delta&quot;:null,&quot;reference_value&quot;:null,&quot;affected_value&quot;:null}"/>
          <p:cNvSpPr/>
          <p:nvPr/>
        </p:nvSpPr>
        <p:spPr>
          <a:xfrm>
            <a:off x="4573419" y="2828869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IZ::Affected die yield::die-14" descr="VisualizerSemanticDie:{&quot;index&quot;:13,&quot;x&quot;:1,&quot;y&quot;:-3,&quot;value&quot;:98.5,&quot;delta&quot;:null,&quot;reference_value&quot;:null,&quot;affected_value&quot;:null}"/>
          <p:cNvSpPr/>
          <p:nvPr/>
        </p:nvSpPr>
        <p:spPr>
          <a:xfrm>
            <a:off x="4626436" y="2828869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IZ::Affected die yield::die-15" descr="VisualizerSemanticDie:{&quot;index&quot;:14,&quot;x&quot;:2,&quot;y&quot;:-3,&quot;value&quot;:98.2,&quot;delta&quot;:null,&quot;reference_value&quot;:null,&quot;affected_value&quot;:null}"/>
          <p:cNvSpPr/>
          <p:nvPr/>
        </p:nvSpPr>
        <p:spPr>
          <a:xfrm>
            <a:off x="4679453" y="2828869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IZ::Affected die yield::die-16" descr="VisualizerSemanticDie:{&quot;index&quot;:15,&quot;x&quot;:3,&quot;y&quot;:-3,&quot;value&quot;:98.7,&quot;delta&quot;:null,&quot;reference_value&quot;:null,&quot;affected_value&quot;:null}"/>
          <p:cNvSpPr/>
          <p:nvPr/>
        </p:nvSpPr>
        <p:spPr>
          <a:xfrm>
            <a:off x="4732470" y="2828869"/>
            <a:ext cx="44577" cy="44577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IZ::Affected die yield::die-17" descr="VisualizerSemanticDie:{&quot;index&quot;:16,&quot;x&quot;:4,&quot;y&quot;:-3,&quot;value&quot;:98.4,&quot;delta&quot;:null,&quot;reference_value&quot;:null,&quot;affected_value&quot;:null}"/>
          <p:cNvSpPr/>
          <p:nvPr/>
        </p:nvSpPr>
        <p:spPr>
          <a:xfrm>
            <a:off x="4785487" y="2828869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IZ::Affected die yield::die-18" descr="VisualizerSemanticDie:{&quot;index&quot;:17,&quot;x&quot;:-4,&quot;y&quot;:-2,&quot;value&quot;:98.7,&quot;delta&quot;:null,&quot;reference_value&quot;:null,&quot;affected_value&quot;:null}"/>
          <p:cNvSpPr/>
          <p:nvPr/>
        </p:nvSpPr>
        <p:spPr>
          <a:xfrm>
            <a:off x="4361352" y="2775852"/>
            <a:ext cx="44577" cy="44577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IZ::Affected die yield::die-19" descr="VisualizerSemanticDie:{&quot;index&quot;:18,&quot;x&quot;:-3,&quot;y&quot;:-2,&quot;value&quot;:98.4,&quot;delta&quot;:null,&quot;reference_value&quot;:null,&quot;affected_value&quot;:null}"/>
          <p:cNvSpPr/>
          <p:nvPr/>
        </p:nvSpPr>
        <p:spPr>
          <a:xfrm>
            <a:off x="4414369" y="2775852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IZ::Affected die yield::die-20" descr="VisualizerSemanticDie:{&quot;index&quot;:19,&quot;x&quot;:-2,&quot;y&quot;:-2,&quot;value&quot;:98.1,&quot;delta&quot;:null,&quot;reference_value&quot;:null,&quot;affected_value&quot;:null}"/>
          <p:cNvSpPr/>
          <p:nvPr/>
        </p:nvSpPr>
        <p:spPr>
          <a:xfrm>
            <a:off x="4467385" y="2775852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IZ::Affected die yield::die-21" descr="VisualizerSemanticDie:{&quot;index&quot;:20,&quot;x&quot;:-1,&quot;y&quot;:-2,&quot;value&quot;:98.6,&quot;delta&quot;:null,&quot;reference_value&quot;:null,&quot;affected_value&quot;:null}"/>
          <p:cNvSpPr/>
          <p:nvPr/>
        </p:nvSpPr>
        <p:spPr>
          <a:xfrm>
            <a:off x="4520402" y="2775852"/>
            <a:ext cx="44577" cy="44577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IZ::Affected die yield::die-22" descr="VisualizerSemanticDie:{&quot;index&quot;:21,&quot;x&quot;:0,&quot;y&quot;:-2,&quot;value&quot;:98.3,&quot;delta&quot;:null,&quot;reference_value&quot;:null,&quot;affected_value&quot;:null}"/>
          <p:cNvSpPr/>
          <p:nvPr/>
        </p:nvSpPr>
        <p:spPr>
          <a:xfrm>
            <a:off x="4573419" y="2775852"/>
            <a:ext cx="44577" cy="44577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IZ::Affected die yield::die-23" descr="VisualizerSemanticDie:{&quot;index&quot;:22,&quot;x&quot;:1,&quot;y&quot;:-2,&quot;value&quot;:98.8,&quot;delta&quot;:null,&quot;reference_value&quot;:null,&quot;affected_value&quot;:null}"/>
          <p:cNvSpPr/>
          <p:nvPr/>
        </p:nvSpPr>
        <p:spPr>
          <a:xfrm>
            <a:off x="4626436" y="2775852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IZ::Affected die yield::die-24" descr="VisualizerSemanticDie:{&quot;index&quot;:23,&quot;x&quot;:2,&quot;y&quot;:-2,&quot;value&quot;:98.5,&quot;delta&quot;:null,&quot;reference_value&quot;:null,&quot;affected_value&quot;:null}"/>
          <p:cNvSpPr/>
          <p:nvPr/>
        </p:nvSpPr>
        <p:spPr>
          <a:xfrm>
            <a:off x="4679453" y="2775852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VIZ::Affected die yield::die-25" descr="VisualizerSemanticDie:{&quot;index&quot;:24,&quot;x&quot;:3,&quot;y&quot;:-2,&quot;value&quot;:98.2,&quot;delta&quot;:null,&quot;reference_value&quot;:null,&quot;affected_value&quot;:null}"/>
          <p:cNvSpPr/>
          <p:nvPr/>
        </p:nvSpPr>
        <p:spPr>
          <a:xfrm>
            <a:off x="4732470" y="2775852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VIZ::Affected die yield::die-26" descr="VisualizerSemanticDie:{&quot;index&quot;:25,&quot;x&quot;:4,&quot;y&quot;:-2,&quot;value&quot;:98.7,&quot;delta&quot;:null,&quot;reference_value&quot;:null,&quot;affected_value&quot;:null}"/>
          <p:cNvSpPr/>
          <p:nvPr/>
        </p:nvSpPr>
        <p:spPr>
          <a:xfrm>
            <a:off x="4785487" y="2775852"/>
            <a:ext cx="44577" cy="44577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VIZ::Affected die yield::die-27" descr="VisualizerSemanticDie:{&quot;index&quot;:26,&quot;x&quot;:-4,&quot;y&quot;:-1,&quot;value&quot;:98.2,&quot;delta&quot;:null,&quot;reference_value&quot;:null,&quot;affected_value&quot;:null}"/>
          <p:cNvSpPr/>
          <p:nvPr/>
        </p:nvSpPr>
        <p:spPr>
          <a:xfrm>
            <a:off x="4361352" y="2722835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VIZ::Affected die yield::die-28" descr="VisualizerSemanticDie:{&quot;index&quot;:27,&quot;x&quot;:-3,&quot;y&quot;:-1,&quot;value&quot;:98.7,&quot;delta&quot;:null,&quot;reference_value&quot;:null,&quot;affected_value&quot;:null}"/>
          <p:cNvSpPr/>
          <p:nvPr/>
        </p:nvSpPr>
        <p:spPr>
          <a:xfrm>
            <a:off x="4414369" y="2722835"/>
            <a:ext cx="44577" cy="44577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VIZ::Affected die yield::die-29" descr="VisualizerSemanticDie:{&quot;index&quot;:28,&quot;x&quot;:-2,&quot;y&quot;:-1,&quot;value&quot;:98.4,&quot;delta&quot;:null,&quot;reference_value&quot;:null,&quot;affected_value&quot;:null}"/>
          <p:cNvSpPr/>
          <p:nvPr/>
        </p:nvSpPr>
        <p:spPr>
          <a:xfrm>
            <a:off x="4467385" y="2722835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IZ::Affected die yield::die-30" descr="VisualizerSemanticDie:{&quot;index&quot;:29,&quot;x&quot;:-1,&quot;y&quot;:-1,&quot;value&quot;:98.1,&quot;delta&quot;:null,&quot;reference_value&quot;:null,&quot;affected_value&quot;:null}"/>
          <p:cNvSpPr/>
          <p:nvPr/>
        </p:nvSpPr>
        <p:spPr>
          <a:xfrm>
            <a:off x="4520402" y="2722835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VIZ::Affected die yield::die-31" descr="VisualizerSemanticDie:{&quot;index&quot;:30,&quot;x&quot;:0,&quot;y&quot;:-1,&quot;value&quot;:98.6,&quot;delta&quot;:null,&quot;reference_value&quot;:null,&quot;affected_value&quot;:null}"/>
          <p:cNvSpPr/>
          <p:nvPr/>
        </p:nvSpPr>
        <p:spPr>
          <a:xfrm>
            <a:off x="4573419" y="2722835"/>
            <a:ext cx="44577" cy="44577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VIZ::Affected die yield::die-32" descr="VisualizerSemanticDie:{&quot;index&quot;:31,&quot;x&quot;:1,&quot;y&quot;:-1,&quot;value&quot;:98.3,&quot;delta&quot;:null,&quot;reference_value&quot;:null,&quot;affected_value&quot;:null}"/>
          <p:cNvSpPr/>
          <p:nvPr/>
        </p:nvSpPr>
        <p:spPr>
          <a:xfrm>
            <a:off x="4626436" y="2722835"/>
            <a:ext cx="44577" cy="44577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VIZ::Affected die yield::die-33" descr="VisualizerSemanticDie:{&quot;index&quot;:32,&quot;x&quot;:2,&quot;y&quot;:-1,&quot;value&quot;:98.8,&quot;delta&quot;:null,&quot;reference_value&quot;:null,&quot;affected_value&quot;:null}"/>
          <p:cNvSpPr/>
          <p:nvPr/>
        </p:nvSpPr>
        <p:spPr>
          <a:xfrm>
            <a:off x="4679453" y="2722835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VIZ::Affected die yield::die-34" descr="VisualizerSemanticDie:{&quot;index&quot;:33,&quot;x&quot;:3,&quot;y&quot;:-1,&quot;value&quot;:98.5,&quot;delta&quot;:null,&quot;reference_value&quot;:null,&quot;affected_value&quot;:null}"/>
          <p:cNvSpPr/>
          <p:nvPr/>
        </p:nvSpPr>
        <p:spPr>
          <a:xfrm>
            <a:off x="4732470" y="2722835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VIZ::Affected die yield::die-35" descr="VisualizerSemanticDie:{&quot;index&quot;:34,&quot;x&quot;:4,&quot;y&quot;:-1,&quot;value&quot;:98.2,&quot;delta&quot;:null,&quot;reference_value&quot;:null,&quot;affected_value&quot;:null}"/>
          <p:cNvSpPr/>
          <p:nvPr/>
        </p:nvSpPr>
        <p:spPr>
          <a:xfrm>
            <a:off x="4785487" y="2722835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VIZ::Affected die yield::die-36" descr="VisualizerSemanticDie:{&quot;index&quot;:35,&quot;x&quot;:-5,&quot;y&quot;:0,&quot;value&quot;:98.8,&quot;delta&quot;:null,&quot;reference_value&quot;:null,&quot;affected_value&quot;:null}"/>
          <p:cNvSpPr/>
          <p:nvPr/>
        </p:nvSpPr>
        <p:spPr>
          <a:xfrm>
            <a:off x="4308335" y="2669818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VIZ::Affected die yield::die-37" descr="VisualizerSemanticDie:{&quot;index&quot;:36,&quot;x&quot;:-4,&quot;y&quot;:0,&quot;value&quot;:98.5,&quot;delta&quot;:null,&quot;reference_value&quot;:null,&quot;affected_value&quot;:null}"/>
          <p:cNvSpPr/>
          <p:nvPr/>
        </p:nvSpPr>
        <p:spPr>
          <a:xfrm>
            <a:off x="4361352" y="2669818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VIZ::Affected die yield::die-38" descr="VisualizerSemanticDie:{&quot;index&quot;:37,&quot;x&quot;:-3,&quot;y&quot;:0,&quot;value&quot;:98.2,&quot;delta&quot;:null,&quot;reference_value&quot;:null,&quot;affected_value&quot;:null}"/>
          <p:cNvSpPr/>
          <p:nvPr/>
        </p:nvSpPr>
        <p:spPr>
          <a:xfrm>
            <a:off x="4414369" y="2669818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VIZ::Affected die yield::die-39" descr="VisualizerSemanticDie:{&quot;index&quot;:38,&quot;x&quot;:-2,&quot;y&quot;:0,&quot;value&quot;:98.7,&quot;delta&quot;:null,&quot;reference_value&quot;:null,&quot;affected_value&quot;:null}"/>
          <p:cNvSpPr/>
          <p:nvPr/>
        </p:nvSpPr>
        <p:spPr>
          <a:xfrm>
            <a:off x="4467385" y="2669818"/>
            <a:ext cx="44577" cy="44577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VIZ::Affected die yield::die-40" descr="VisualizerSemanticDie:{&quot;index&quot;:39,&quot;x&quot;:-1,&quot;y&quot;:0,&quot;value&quot;:98.4,&quot;delta&quot;:null,&quot;reference_value&quot;:null,&quot;affected_value&quot;:null}"/>
          <p:cNvSpPr/>
          <p:nvPr/>
        </p:nvSpPr>
        <p:spPr>
          <a:xfrm>
            <a:off x="4520402" y="2669818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VIZ::Affected die yield::die-41" descr="VisualizerSemanticDie:{&quot;index&quot;:40,&quot;x&quot;:0,&quot;y&quot;:0,&quot;value&quot;:98.1,&quot;delta&quot;:null,&quot;reference_value&quot;:null,&quot;affected_value&quot;:null}"/>
          <p:cNvSpPr/>
          <p:nvPr/>
        </p:nvSpPr>
        <p:spPr>
          <a:xfrm>
            <a:off x="4573419" y="2669818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VIZ::Affected die yield::die-42" descr="VisualizerSemanticDie:{&quot;index&quot;:41,&quot;x&quot;:1,&quot;y&quot;:0,&quot;value&quot;:98.6,&quot;delta&quot;:null,&quot;reference_value&quot;:null,&quot;affected_value&quot;:null}"/>
          <p:cNvSpPr/>
          <p:nvPr/>
        </p:nvSpPr>
        <p:spPr>
          <a:xfrm>
            <a:off x="4626436" y="2669818"/>
            <a:ext cx="44577" cy="44577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VIZ::Affected die yield::die-43" descr="VisualizerSemanticDie:{&quot;index&quot;:42,&quot;x&quot;:2,&quot;y&quot;:0,&quot;value&quot;:88.6,&quot;delta&quot;:null,&quot;reference_value&quot;:null,&quot;affected_value&quot;:null}"/>
          <p:cNvSpPr/>
          <p:nvPr/>
        </p:nvSpPr>
        <p:spPr>
          <a:xfrm>
            <a:off x="4679453" y="2669818"/>
            <a:ext cx="44577" cy="44577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VIZ::Affected die yield::die-44" descr="VisualizerSemanticDie:{&quot;index&quot;:43,&quot;x&quot;:3,&quot;y&quot;:0,&quot;value&quot;:88.7,&quot;delta&quot;:null,&quot;reference_value&quot;:null,&quot;affected_value&quot;:null}"/>
          <p:cNvSpPr/>
          <p:nvPr/>
        </p:nvSpPr>
        <p:spPr>
          <a:xfrm>
            <a:off x="4732470" y="2669818"/>
            <a:ext cx="44577" cy="44577"/>
          </a:xfrm>
          <a:prstGeom prst="rect">
            <a:avLst/>
          </a:prstGeom>
          <a:solidFill>
            <a:srgbClr val="395AC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VIZ::Affected die yield::die-45" descr="VisualizerSemanticDie:{&quot;index&quot;:44,&quot;x&quot;:4,&quot;y&quot;:0,&quot;value&quot;:98.5,&quot;delta&quot;:null,&quot;reference_value&quot;:null,&quot;affected_value&quot;:null}"/>
          <p:cNvSpPr/>
          <p:nvPr/>
        </p:nvSpPr>
        <p:spPr>
          <a:xfrm>
            <a:off x="4785487" y="2669818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VIZ::Affected die yield::die-46" descr="VisualizerSemanticDie:{&quot;index&quot;:45,&quot;x&quot;:5,&quot;y&quot;:0,&quot;value&quot;:98.2,&quot;delta&quot;:null,&quot;reference_value&quot;:null,&quot;affected_value&quot;:null}"/>
          <p:cNvSpPr/>
          <p:nvPr/>
        </p:nvSpPr>
        <p:spPr>
          <a:xfrm>
            <a:off x="4838504" y="2669818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VIZ::Affected die yield::die-47" descr="VisualizerSemanticDie:{&quot;index&quot;:46,&quot;x&quot;:-4,&quot;y&quot;:1,&quot;value&quot;:98.8,&quot;delta&quot;:null,&quot;reference_value&quot;:null,&quot;affected_value&quot;:null}"/>
          <p:cNvSpPr/>
          <p:nvPr/>
        </p:nvSpPr>
        <p:spPr>
          <a:xfrm>
            <a:off x="4361352" y="2616801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VIZ::Affected die yield::die-48" descr="VisualizerSemanticDie:{&quot;index&quot;:47,&quot;x&quot;:-3,&quot;y&quot;:1,&quot;value&quot;:98.5,&quot;delta&quot;:null,&quot;reference_value&quot;:null,&quot;affected_value&quot;:null}"/>
          <p:cNvSpPr/>
          <p:nvPr/>
        </p:nvSpPr>
        <p:spPr>
          <a:xfrm>
            <a:off x="4414369" y="2616801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VIZ::Affected die yield::die-49" descr="VisualizerSemanticDie:{&quot;index&quot;:48,&quot;x&quot;:-2,&quot;y&quot;:1,&quot;value&quot;:98.2,&quot;delta&quot;:null,&quot;reference_value&quot;:null,&quot;affected_value&quot;:null}"/>
          <p:cNvSpPr/>
          <p:nvPr/>
        </p:nvSpPr>
        <p:spPr>
          <a:xfrm>
            <a:off x="4467385" y="2616801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VIZ::Affected die yield::die-50" descr="VisualizerSemanticDie:{&quot;index&quot;:49,&quot;x&quot;:-1,&quot;y&quot;:1,&quot;value&quot;:98.7,&quot;delta&quot;:null,&quot;reference_value&quot;:null,&quot;affected_value&quot;:null}"/>
          <p:cNvSpPr/>
          <p:nvPr/>
        </p:nvSpPr>
        <p:spPr>
          <a:xfrm>
            <a:off x="4520402" y="2616801"/>
            <a:ext cx="44577" cy="44577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VIZ::Affected die yield::die-51" descr="VisualizerSemanticDie:{&quot;index&quot;:50,&quot;x&quot;:0,&quot;y&quot;:1,&quot;value&quot;:98.4,&quot;delta&quot;:null,&quot;reference_value&quot;:null,&quot;affected_value&quot;:null}"/>
          <p:cNvSpPr/>
          <p:nvPr/>
        </p:nvSpPr>
        <p:spPr>
          <a:xfrm>
            <a:off x="4573419" y="2616801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VIZ::Affected die yield::die-52" descr="VisualizerSemanticDie:{&quot;index&quot;:51,&quot;x&quot;:1,&quot;y&quot;:1,&quot;value&quot;:98.1,&quot;delta&quot;:null,&quot;reference_value&quot;:null,&quot;affected_value&quot;:null}"/>
          <p:cNvSpPr/>
          <p:nvPr/>
        </p:nvSpPr>
        <p:spPr>
          <a:xfrm>
            <a:off x="4626436" y="2616801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VIZ::Affected die yield::die-53" descr="VisualizerSemanticDie:{&quot;index&quot;:52,&quot;x&quot;:2,&quot;y&quot;:1,&quot;value&quot;:88.5,&quot;delta&quot;:null,&quot;reference_value&quot;:null,&quot;affected_value&quot;:null}"/>
          <p:cNvSpPr/>
          <p:nvPr/>
        </p:nvSpPr>
        <p:spPr>
          <a:xfrm>
            <a:off x="4679453" y="2616801"/>
            <a:ext cx="44577" cy="44577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VIZ::Affected die yield::die-54" descr="VisualizerSemanticDie:{&quot;index&quot;:53,&quot;x&quot;:3,&quot;y&quot;:1,&quot;value&quot;:88.6,&quot;delta&quot;:null,&quot;reference_value&quot;:null,&quot;affected_value&quot;:null}"/>
          <p:cNvSpPr/>
          <p:nvPr/>
        </p:nvSpPr>
        <p:spPr>
          <a:xfrm>
            <a:off x="4732470" y="2616801"/>
            <a:ext cx="44577" cy="44577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VIZ::Affected die yield::die-55" descr="VisualizerSemanticDie:{&quot;index&quot;:54,&quot;x&quot;:4,&quot;y&quot;:1,&quot;value&quot;:98.8,&quot;delta&quot;:null,&quot;reference_value&quot;:null,&quot;affected_value&quot;:null}"/>
          <p:cNvSpPr/>
          <p:nvPr/>
        </p:nvSpPr>
        <p:spPr>
          <a:xfrm>
            <a:off x="4785487" y="2616801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VIZ::Affected die yield::die-56" descr="VisualizerSemanticDie:{&quot;index&quot;:55,&quot;x&quot;:-4,&quot;y&quot;:2,&quot;value&quot;:98.3,&quot;delta&quot;:null,&quot;reference_value&quot;:null,&quot;affected_value&quot;:null}"/>
          <p:cNvSpPr/>
          <p:nvPr/>
        </p:nvSpPr>
        <p:spPr>
          <a:xfrm>
            <a:off x="4361352" y="2563784"/>
            <a:ext cx="44577" cy="44577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VIZ::Affected die yield::die-57" descr="VisualizerSemanticDie:{&quot;index&quot;:56,&quot;x&quot;:-3,&quot;y&quot;:2,&quot;value&quot;:98.8,&quot;delta&quot;:null,&quot;reference_value&quot;:null,&quot;affected_value&quot;:null}"/>
          <p:cNvSpPr/>
          <p:nvPr/>
        </p:nvSpPr>
        <p:spPr>
          <a:xfrm>
            <a:off x="4414369" y="2563784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VIZ::Affected die yield::die-58" descr="VisualizerSemanticDie:{&quot;index&quot;:57,&quot;x&quot;:-2,&quot;y&quot;:2,&quot;value&quot;:98.5,&quot;delta&quot;:null,&quot;reference_value&quot;:null,&quot;affected_value&quot;:null}"/>
          <p:cNvSpPr/>
          <p:nvPr/>
        </p:nvSpPr>
        <p:spPr>
          <a:xfrm>
            <a:off x="4467385" y="2563784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VIZ::Affected die yield::die-59" descr="VisualizerSemanticDie:{&quot;index&quot;:58,&quot;x&quot;:-1,&quot;y&quot;:2,&quot;value&quot;:98.2,&quot;delta&quot;:null,&quot;reference_value&quot;:null,&quot;affected_value&quot;:null}"/>
          <p:cNvSpPr/>
          <p:nvPr/>
        </p:nvSpPr>
        <p:spPr>
          <a:xfrm>
            <a:off x="4520402" y="2563784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VIZ::Affected die yield::die-60" descr="VisualizerSemanticDie:{&quot;index&quot;:59,&quot;x&quot;:0,&quot;y&quot;:2,&quot;value&quot;:98.7,&quot;delta&quot;:null,&quot;reference_value&quot;:null,&quot;affected_value&quot;:null}"/>
          <p:cNvSpPr/>
          <p:nvPr/>
        </p:nvSpPr>
        <p:spPr>
          <a:xfrm>
            <a:off x="4573419" y="2563784"/>
            <a:ext cx="44577" cy="44577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VIZ::Affected die yield::die-61" descr="VisualizerSemanticDie:{&quot;index&quot;:60,&quot;x&quot;:1,&quot;y&quot;:2,&quot;value&quot;:98.4,&quot;delta&quot;:null,&quot;reference_value&quot;:null,&quot;affected_value&quot;:null}"/>
          <p:cNvSpPr/>
          <p:nvPr/>
        </p:nvSpPr>
        <p:spPr>
          <a:xfrm>
            <a:off x="4626436" y="2563784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VIZ::Affected die yield::die-62" descr="VisualizerSemanticDie:{&quot;index&quot;:61,&quot;x&quot;:2,&quot;y&quot;:2,&quot;value&quot;:98.1,&quot;delta&quot;:null,&quot;reference_value&quot;:null,&quot;affected_value&quot;:null}"/>
          <p:cNvSpPr/>
          <p:nvPr/>
        </p:nvSpPr>
        <p:spPr>
          <a:xfrm>
            <a:off x="4679453" y="2563784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VIZ::Affected die yield::die-63" descr="VisualizerSemanticDie:{&quot;index&quot;:62,&quot;x&quot;:3,&quot;y&quot;:2,&quot;value&quot;:98.6,&quot;delta&quot;:null,&quot;reference_value&quot;:null,&quot;affected_value&quot;:null}"/>
          <p:cNvSpPr/>
          <p:nvPr/>
        </p:nvSpPr>
        <p:spPr>
          <a:xfrm>
            <a:off x="4732470" y="2563784"/>
            <a:ext cx="44577" cy="44577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VIZ::Affected die yield::die-64" descr="VisualizerSemanticDie:{&quot;index&quot;:63,&quot;x&quot;:4,&quot;y&quot;:2,&quot;value&quot;:98.3,&quot;delta&quot;:null,&quot;reference_value&quot;:null,&quot;affected_value&quot;:null}"/>
          <p:cNvSpPr/>
          <p:nvPr/>
        </p:nvSpPr>
        <p:spPr>
          <a:xfrm>
            <a:off x="4785487" y="2563784"/>
            <a:ext cx="44577" cy="44577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VIZ::Affected die yield::die-65" descr="VisualizerSemanticDie:{&quot;index&quot;:64,&quot;x&quot;:-4,&quot;y&quot;:3,&quot;value&quot;:98.6,&quot;delta&quot;:null,&quot;reference_value&quot;:null,&quot;affected_value&quot;:null}"/>
          <p:cNvSpPr/>
          <p:nvPr/>
        </p:nvSpPr>
        <p:spPr>
          <a:xfrm>
            <a:off x="4361352" y="2510768"/>
            <a:ext cx="44577" cy="44577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VIZ::Affected die yield::die-66" descr="VisualizerSemanticDie:{&quot;index&quot;:65,&quot;x&quot;:-3,&quot;y&quot;:3,&quot;value&quot;:98.3,&quot;delta&quot;:null,&quot;reference_value&quot;:null,&quot;affected_value&quot;:null}"/>
          <p:cNvSpPr/>
          <p:nvPr/>
        </p:nvSpPr>
        <p:spPr>
          <a:xfrm>
            <a:off x="4414369" y="2510768"/>
            <a:ext cx="44577" cy="44577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VIZ::Affected die yield::die-67" descr="VisualizerSemanticDie:{&quot;index&quot;:66,&quot;x&quot;:-2,&quot;y&quot;:3,&quot;value&quot;:98.8,&quot;delta&quot;:null,&quot;reference_value&quot;:null,&quot;affected_value&quot;:null}"/>
          <p:cNvSpPr/>
          <p:nvPr/>
        </p:nvSpPr>
        <p:spPr>
          <a:xfrm>
            <a:off x="4467385" y="2510768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IZ::Affected die yield::die-68" descr="VisualizerSemanticDie:{&quot;index&quot;:67,&quot;x&quot;:-1,&quot;y&quot;:3,&quot;value&quot;:98.5,&quot;delta&quot;:null,&quot;reference_value&quot;:null,&quot;affected_value&quot;:null}"/>
          <p:cNvSpPr/>
          <p:nvPr/>
        </p:nvSpPr>
        <p:spPr>
          <a:xfrm>
            <a:off x="4520402" y="2510768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VIZ::Affected die yield::die-69" descr="VisualizerSemanticDie:{&quot;index&quot;:68,&quot;x&quot;:0,&quot;y&quot;:3,&quot;value&quot;:98.2,&quot;delta&quot;:null,&quot;reference_value&quot;:null,&quot;affected_value&quot;:null}"/>
          <p:cNvSpPr/>
          <p:nvPr/>
        </p:nvSpPr>
        <p:spPr>
          <a:xfrm>
            <a:off x="4573419" y="2510768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VIZ::Affected die yield::die-70" descr="VisualizerSemanticDie:{&quot;index&quot;:69,&quot;x&quot;:1,&quot;y&quot;:3,&quot;value&quot;:98.7,&quot;delta&quot;:null,&quot;reference_value&quot;:null,&quot;affected_value&quot;:null}"/>
          <p:cNvSpPr/>
          <p:nvPr/>
        </p:nvSpPr>
        <p:spPr>
          <a:xfrm>
            <a:off x="4626436" y="2510768"/>
            <a:ext cx="44577" cy="44577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VIZ::Affected die yield::die-71" descr="VisualizerSemanticDie:{&quot;index&quot;:70,&quot;x&quot;:2,&quot;y&quot;:3,&quot;value&quot;:98.4,&quot;delta&quot;:null,&quot;reference_value&quot;:null,&quot;affected_value&quot;:null}"/>
          <p:cNvSpPr/>
          <p:nvPr/>
        </p:nvSpPr>
        <p:spPr>
          <a:xfrm>
            <a:off x="4679453" y="2510768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VIZ::Affected die yield::die-72" descr="VisualizerSemanticDie:{&quot;index&quot;:71,&quot;x&quot;:3,&quot;y&quot;:3,&quot;value&quot;:98.1,&quot;delta&quot;:null,&quot;reference_value&quot;:null,&quot;affected_value&quot;:null}"/>
          <p:cNvSpPr/>
          <p:nvPr/>
        </p:nvSpPr>
        <p:spPr>
          <a:xfrm>
            <a:off x="4732470" y="2510768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VIZ::Affected die yield::die-73" descr="VisualizerSemanticDie:{&quot;index&quot;:72,&quot;x&quot;:4,&quot;y&quot;:3,&quot;value&quot;:98.6,&quot;delta&quot;:null,&quot;reference_value&quot;:null,&quot;affected_value&quot;:null}"/>
          <p:cNvSpPr/>
          <p:nvPr/>
        </p:nvSpPr>
        <p:spPr>
          <a:xfrm>
            <a:off x="4785487" y="2510768"/>
            <a:ext cx="44577" cy="44577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VIZ::Affected die yield::die-74" descr="VisualizerSemanticDie:{&quot;index&quot;:73,&quot;x&quot;:-3,&quot;y&quot;:4,&quot;value&quot;:98.6,&quot;delta&quot;:null,&quot;reference_value&quot;:null,&quot;affected_value&quot;:null}"/>
          <p:cNvSpPr/>
          <p:nvPr/>
        </p:nvSpPr>
        <p:spPr>
          <a:xfrm>
            <a:off x="4414369" y="2457751"/>
            <a:ext cx="44577" cy="44577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VIZ::Affected die yield::die-75" descr="VisualizerSemanticDie:{&quot;index&quot;:74,&quot;x&quot;:-2,&quot;y&quot;:4,&quot;value&quot;:98.3,&quot;delta&quot;:null,&quot;reference_value&quot;:null,&quot;affected_value&quot;:null}"/>
          <p:cNvSpPr/>
          <p:nvPr/>
        </p:nvSpPr>
        <p:spPr>
          <a:xfrm>
            <a:off x="4467385" y="2457751"/>
            <a:ext cx="44577" cy="44577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VIZ::Affected die yield::die-76" descr="VisualizerSemanticDie:{&quot;index&quot;:75,&quot;x&quot;:-1,&quot;y&quot;:4,&quot;value&quot;:98.8,&quot;delta&quot;:null,&quot;reference_value&quot;:null,&quot;affected_value&quot;:null}"/>
          <p:cNvSpPr/>
          <p:nvPr/>
        </p:nvSpPr>
        <p:spPr>
          <a:xfrm>
            <a:off x="4520402" y="2457751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VIZ::Affected die yield::die-77" descr="VisualizerSemanticDie:{&quot;index&quot;:76,&quot;x&quot;:0,&quot;y&quot;:4,&quot;value&quot;:98.5,&quot;delta&quot;:null,&quot;reference_value&quot;:null,&quot;affected_value&quot;:null}"/>
          <p:cNvSpPr/>
          <p:nvPr/>
        </p:nvSpPr>
        <p:spPr>
          <a:xfrm>
            <a:off x="4573419" y="2457751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VIZ::Affected die yield::die-78" descr="VisualizerSemanticDie:{&quot;index&quot;:77,&quot;x&quot;:1,&quot;y&quot;:4,&quot;value&quot;:98.2,&quot;delta&quot;:null,&quot;reference_value&quot;:null,&quot;affected_value&quot;:null}"/>
          <p:cNvSpPr/>
          <p:nvPr/>
        </p:nvSpPr>
        <p:spPr>
          <a:xfrm>
            <a:off x="4626436" y="2457751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VIZ::Affected die yield::die-79" descr="VisualizerSemanticDie:{&quot;index&quot;:78,&quot;x&quot;:2,&quot;y&quot;:4,&quot;value&quot;:98.7,&quot;delta&quot;:null,&quot;reference_value&quot;:null,&quot;affected_value&quot;:null}"/>
          <p:cNvSpPr/>
          <p:nvPr/>
        </p:nvSpPr>
        <p:spPr>
          <a:xfrm>
            <a:off x="4679453" y="2457751"/>
            <a:ext cx="44577" cy="44577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VIZ::Affected die yield::die-80" descr="VisualizerSemanticDie:{&quot;index&quot;:79,&quot;x&quot;:3,&quot;y&quot;:4,&quot;value&quot;:98.4,&quot;delta&quot;:null,&quot;reference_value&quot;:null,&quot;affected_value&quot;:null}"/>
          <p:cNvSpPr/>
          <p:nvPr/>
        </p:nvSpPr>
        <p:spPr>
          <a:xfrm>
            <a:off x="4732470" y="2457751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VIZ::Affected die yield::die-81" descr="VisualizerSemanticDie:{&quot;index&quot;:80,&quot;x&quot;:0,&quot;y&quot;:5,&quot;value&quot;:98.8,&quot;delta&quot;:null,&quot;reference_value&quot;:null,&quot;affected_value&quot;:null}"/>
          <p:cNvSpPr/>
          <p:nvPr/>
        </p:nvSpPr>
        <p:spPr>
          <a:xfrm>
            <a:off x="4573419" y="2404734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VIZ::Affected die yield::legend-title"/>
          <p:cNvSpPr txBox="1"/>
          <p:nvPr/>
        </p:nvSpPr>
        <p:spPr>
          <a:xfrm>
            <a:off x="3233928" y="2952368"/>
            <a:ext cx="2676144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1">
                <a:solidFill>
                  <a:srgbClr val="3A485B"/>
                </a:solidFill>
              </a:defRPr>
            </a:pPr>
            <a:r>
              <a:t>MEASURED VALUE</a:t>
            </a:r>
          </a:p>
        </p:txBody>
      </p:sp>
      <p:sp>
        <p:nvSpPr>
          <p:cNvPr id="101" name="VIZ::Affected die yield::legend-1"/>
          <p:cNvSpPr/>
          <p:nvPr/>
        </p:nvSpPr>
        <p:spPr>
          <a:xfrm>
            <a:off x="3233928" y="3162680"/>
            <a:ext cx="277029" cy="91440"/>
          </a:xfrm>
          <a:prstGeom prst="rect">
            <a:avLst/>
          </a:prstGeom>
          <a:solidFill>
            <a:srgbClr val="365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VIZ::Affected die yield::legend-2"/>
          <p:cNvSpPr/>
          <p:nvPr/>
        </p:nvSpPr>
        <p:spPr>
          <a:xfrm>
            <a:off x="3533817" y="3162680"/>
            <a:ext cx="277029" cy="91440"/>
          </a:xfrm>
          <a:prstGeom prst="rect">
            <a:avLst/>
          </a:prstGeom>
          <a:solidFill>
            <a:srgbClr val="485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VIZ::Affected die yield::legend-3"/>
          <p:cNvSpPr/>
          <p:nvPr/>
        </p:nvSpPr>
        <p:spPr>
          <a:xfrm>
            <a:off x="3833706" y="3162680"/>
            <a:ext cx="277029" cy="91440"/>
          </a:xfrm>
          <a:prstGeom prst="rect">
            <a:avLst/>
          </a:prstGeom>
          <a:solidFill>
            <a:srgbClr val="5B5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VIZ::Affected die yield::legend-4"/>
          <p:cNvSpPr/>
          <p:nvPr/>
        </p:nvSpPr>
        <p:spPr>
          <a:xfrm>
            <a:off x="4133596" y="3162680"/>
            <a:ext cx="277029" cy="91440"/>
          </a:xfrm>
          <a:prstGeom prst="rect">
            <a:avLst/>
          </a:prstGeom>
          <a:solidFill>
            <a:srgbClr val="6D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VIZ::Affected die yield::legend-5"/>
          <p:cNvSpPr/>
          <p:nvPr/>
        </p:nvSpPr>
        <p:spPr>
          <a:xfrm>
            <a:off x="4433485" y="3162680"/>
            <a:ext cx="277029" cy="91440"/>
          </a:xfrm>
          <a:prstGeom prst="rect">
            <a:avLst/>
          </a:prstGeom>
          <a:solidFill>
            <a:srgbClr val="8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VIZ::Affected die yield::legend-6"/>
          <p:cNvSpPr/>
          <p:nvPr/>
        </p:nvSpPr>
        <p:spPr>
          <a:xfrm>
            <a:off x="4733374" y="3162680"/>
            <a:ext cx="277029" cy="91440"/>
          </a:xfrm>
          <a:prstGeom prst="rect">
            <a:avLst/>
          </a:prstGeom>
          <a:solidFill>
            <a:srgbClr val="92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VIZ::Affected die yield::legend-7"/>
          <p:cNvSpPr/>
          <p:nvPr/>
        </p:nvSpPr>
        <p:spPr>
          <a:xfrm>
            <a:off x="5033264" y="3162680"/>
            <a:ext cx="277029" cy="91440"/>
          </a:xfrm>
          <a:prstGeom prst="rect">
            <a:avLst/>
          </a:prstGeom>
          <a:solidFill>
            <a:srgbClr val="A45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VIZ::Affected die yield::legend-8"/>
          <p:cNvSpPr/>
          <p:nvPr/>
        </p:nvSpPr>
        <p:spPr>
          <a:xfrm>
            <a:off x="5333153" y="3162680"/>
            <a:ext cx="277029" cy="91440"/>
          </a:xfrm>
          <a:prstGeom prst="rect">
            <a:avLst/>
          </a:prstGeom>
          <a:solidFill>
            <a:srgbClr val="B7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VIZ::Affected die yield::legend-9"/>
          <p:cNvSpPr/>
          <p:nvPr/>
        </p:nvSpPr>
        <p:spPr>
          <a:xfrm>
            <a:off x="5633042" y="3162680"/>
            <a:ext cx="277029" cy="91440"/>
          </a:xfrm>
          <a:prstGeom prst="rect">
            <a:avLst/>
          </a:prstGeom>
          <a:solidFill>
            <a:srgbClr val="C9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VIZ::Affected die yield::legend-low"/>
          <p:cNvSpPr txBox="1"/>
          <p:nvPr/>
        </p:nvSpPr>
        <p:spPr>
          <a:xfrm>
            <a:off x="3233928" y="3276980"/>
            <a:ext cx="802843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88.5</a:t>
            </a:r>
          </a:p>
        </p:txBody>
      </p:sp>
      <p:sp>
        <p:nvSpPr>
          <p:cNvPr id="111" name="VIZ::Affected die yield::legend-high"/>
          <p:cNvSpPr txBox="1"/>
          <p:nvPr/>
        </p:nvSpPr>
        <p:spPr>
          <a:xfrm>
            <a:off x="5107228" y="3276980"/>
            <a:ext cx="802843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98.8</a:t>
            </a:r>
          </a:p>
        </p:txBody>
      </p:sp>
      <p:graphicFrame>
        <p:nvGraphicFramePr>
          <p:cNvPr id="112" name="VIZ::Clean Table" descr="VisualizerSemantic: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}"/>
          <p:cNvGraphicFramePr>
            <a:graphicFrameLocks noGrp="1"/>
          </p:cNvGraphicFramePr>
          <p:nvPr/>
        </p:nvGraphicFramePr>
        <p:xfrm>
          <a:off x="6248400" y="3549015"/>
          <a:ext cx="2895600" cy="15344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</a:tblGrid>
              <a:tr h="383619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Affected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Interpretation</a:t>
                      </a:r>
                    </a:p>
                  </a:txBody>
                  <a:tcPr/>
                </a:tc>
              </a:tr>
              <a:tr h="383619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Mean of observed cohorts</a:t>
                      </a:r>
                    </a:p>
                  </a:txBody>
                  <a:tcPr/>
                </a:tc>
              </a:tr>
              <a:tr h="383619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Affected lot L2407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Localized die loss</a:t>
                      </a:r>
                    </a:p>
                  </a:txBody>
                  <a:tcPr/>
                </a:tc>
              </a:tr>
              <a:tr h="3836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 /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 +2.1%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Verify chamber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die_x_1&quot;,&quot;name&quot;:&quot;Die X&quot;,&quot;nullable&quot;:false,&quot;profile&quot;:{&quot;distinct&quot;:11,&quot;missing&quot;:0},&quot;semantic_tags&quot;:[&quot;die_x&quot;],&quot;type&quot;:&quot;integer&quot;,&quot;unit&quot;:&quot;&quot;},{&quot;id&quot;:&quot;die_y_2&quot;,&quot;name&quot;:&quot;Die Y&quot;,&quot;nullable&quot;:false,&quot;profile&quot;:{&quot;distinct&quot;:11,&quot;missing&quot;:0},&quot;semantic_tags&quot;:[&quot;die_y&quot;],&quot;type&quot;:&quot;integer&quot;,&quot;unit&quot;:&quot;&quot;},{&quot;id&quot;:&quot;yield_3&quot;,&quot;name&quot;:&quot;Yield&quot;,&quot;nullable&quot;:false,&quot;profile&quot;:{&quot;distinct&quot;:11,&quot;missing&quot;:0},&quot;semantic_tags&quot;:[&quot;value&quot;],&quot;type&quot;:&quot;number&quot;,&quot;unit&quot;:&quot;&quot;}],&quot;id&quot;:&quot;dataset-muheqld9-g1jnw2&quot;,&quot;metadata&quot;:{&quot;header&quot;:{&quot;confidence&quot;:1,&quot;present&quot;:true,&quot;source_row&quot;:0}},&quot;name&quot;:&quot;Pasted data&quot;,&quot;revision&quot;:1,&quot;rows&quot;:[[0,-5,98.2],[-3,-4,98.6],[-2,-4,98.3],[-1,-4,98.8],[0,-4,98.5],[1,-4,98.2],[2,-4,98.7],[3,-4,98.4],[-4,-3,98.4],[-3,-3,98.1],[-2,-3,98.6],[-1,-3,98.3],[0,-3,98.8],[1,-3,98.5],[2,-3,98.2],[3,-3,98.7],[4,-3,98.4],[-4,-2,98.7],[-3,-2,98.4],[-2,-2,98.1],[-1,-2,98.6],[0,-2,98.3],[1,-2,98.8],[2,-2,98.5],[3,-2,98.2],[4,-2,98.7],[-4,-1,98.2],[-3,-1,98.7],[-2,-1,98.4],[-1,-1,98.1],[0,-1,98.6],[1,-1,98.3],[2,-1,98.8],[3,-1,98.5],[4,-1,98.2],[-5,0,98.8],[-4,0,98.5],[-3,0,98.2],[-2,0,98.7],[-1,0,98.4],[0,0,98.1],[1,0,98.6],[2,0,88.6],[3,0,88.7],[4,0,98.5],[5,0,98.2],[-4,1,98.8],[-3,1,98.5],[-2,1,98.2],[-1,1,98.7],[0,1,98.4],[1,1,98.1],[2,1,88.5],[3,1,88.6],[4,1,98.8],[-4,2,98.3],[-3,2,98.8],[-2,2,98.5],[-1,2,98.2],[0,2,98.7],[1,2,98.4],[2,2,98.1],[3,2,98.6],[4,2,98.3],[-4,3,98.6],[-3,3,98.3],[-2,3,98.8],[-1,3,98.5],[0,3,98.2],[1,3,98.7],[2,3,98.4],[3,3,98.1],[4,3,98.6],[-3,4,98.6],[-2,4,98.3],[-1,4,98.8],[0,4,98.5],[1,4,98.2],[2,4,98.7],[3,4,98.4],[0,5,98.8]],&quot;source&quot;:{&quot;imported_at&quot;:&quot;2026-09-25T20:22:40.557Z&quot;,&quot;kind&quot;:&quot;clipboard&quot;,&quot;label&quot;:&quot;TSV&quot;},&quot;warnings&quot;:[]},{&quot;fields&quot;:[{&quot;id&quot;:&quot;population_1&quot;,&quot;name&quot;:&quot;Population&quot;,&quot;nullable&quot;:false,&quot;profile&quot;:{&quot;distinct&quot;:2,&quot;missing&quot;:0},&quot;semantic_tags&quot;:[&quot;cohort&quot;],&quot;type&quot;:&quot;categorical&quot;},{&quot;id&quot;:&quot;yield_2&quot;,&quot;name&quot;:&quot;Yield&quot;,&quot;nullable&quot;:false,&quot;profile&quot;:{&quot;distinct&quot;:6,&quot;missing&quot;:0},&quot;semantic_tags&quot;:[&quot;value&quot;],&quot;type&quot;:&quot;number&quot;,&quot;unit&quot;:&quot;&quot;}],&quot;id&quot;:&quot;dataset-muheqnmo-8bts7b&quot;,&quot;metadata&quot;:{&quot;header&quot;:{&quot;confidence&quot;:1,&quot;present&quot;:true,&quot;source_row&quot;:0}},&quot;name&quot;:&quot;Pasted data&quot;,&quot;revision&quot;:1,&quot;rows&quot;:[[&quot;Reference&quot;,98.8],[&quot;Reference&quot;,98.5],[&quot;Reference&quot;,98.6],[&quot;Affected&quot;,94.1],[&quot;Affected&quot;,94.6],[&quot;Affected&quot;,93.8]],&quot;source&quot;:{&quot;imported_at&quot;:&quot;2026-09-25T20:22:43.488Z&quot;,&quot;kind&quot;:&quot;clipboard&quot;,&quot;label&quot;:&quot;TSV&quot;},&quot;warnings&quot;:[]}],&quot;groups&quot;:{},&quot;items&quot;:[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},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},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},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},{&quot;chamber&quot;:&quot;&quot;,&quot;composition_role&quot;:&quot;primary_analysis&quot;,&quot;dataset_id&quot;:&quot;dataset-muheqld9-g1jnw2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],&quot;order&quot;:4,&quot;route&quot;:&quot;&quot;,&quot;section_id&quot;:&quot;analysis&quot;,&quot;section_title&quot;:&quot;Analysis&quot;,&quot;title&quot;:&quot;Affected die yield&quot;,&quot;tool&quot;:&quot;&quot;,&quot;type&quot;:&quot;wafer&quot;,&quot;weight&quot;:1,&quot;z&quot;:4},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},{&quot;composition_role&quot;:&quot;primary_analysis&quot;,&quot;data&quot;:[],&quot;dataset_id&quot;:&quot;dataset-muheqnmo-8bts7b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},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},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},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},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}],&quot;layoutPreset&quot;:&quot;investigation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512064" y="384048"/>
            <a:ext cx="8119872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 · Continued 1/1</a:t>
            </a:r>
          </a:p>
        </p:txBody>
      </p:sp>
      <p:sp>
        <p:nvSpPr>
          <p:cNvPr id="3" name="VIZ::Process Flow::Excursion signal::node-1" descr="VisualizerDiagramNode:{&quot;item_id&quot;:&quot;c8&quot;,&quot;node_index&quot;:0,&quot;label&quot;:&quot;Excursion signal&quot;,&quot;page&quot;:1,&quot;page_count&quot;:1,&quot;direction&quot;:&quot;right&quot;}"/>
          <p:cNvSpPr/>
          <p:nvPr/>
        </p:nvSpPr>
        <p:spPr>
          <a:xfrm>
            <a:off x="512064" y="3300984"/>
            <a:ext cx="1879092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Excursion signal</a:t>
            </a:r>
          </a:p>
        </p:txBody>
      </p:sp>
      <p:sp>
        <p:nvSpPr>
          <p:cNvPr id="4" name="VIZ::Process Flow::Compare affected and reference::node-2" descr="VisualizerDiagramNode:{&quot;item_id&quot;:&quot;c8&quot;,&quot;node_index&quot;:1,&quot;label&quot;:&quot;Compare affected and reference&quot;,&quot;page&quot;:1,&quot;page_count&quot;:1,&quot;direction&quot;:&quot;right&quot;}"/>
          <p:cNvSpPr/>
          <p:nvPr/>
        </p:nvSpPr>
        <p:spPr>
          <a:xfrm>
            <a:off x="2592324" y="3300984"/>
            <a:ext cx="1879092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Compare affected and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reference</a:t>
            </a:r>
          </a:p>
        </p:txBody>
      </p:sp>
      <p:sp>
        <p:nvSpPr>
          <p:cNvPr id="5" name="VIZ::Process Flow::Verify chamber mechanism::node-3" descr="VisualizerDiagramNode:{&quot;item_id&quot;:&quot;c8&quot;,&quot;node_index&quot;:2,&quot;label&quot;:&quot;Verify chamber mechanism&quot;,&quot;page&quot;:1,&quot;page_count&quot;:1,&quot;direction&quot;:&quot;right&quot;}"/>
          <p:cNvSpPr/>
          <p:nvPr/>
        </p:nvSpPr>
        <p:spPr>
          <a:xfrm>
            <a:off x="4672584" y="3300984"/>
            <a:ext cx="1879092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 chamber mechanism</a:t>
            </a:r>
          </a:p>
        </p:txBody>
      </p:sp>
      <p:sp>
        <p:nvSpPr>
          <p:cNvPr id="6" name="VIZ::Process Flow::Confirm corrective action::node-4" descr="VisualizerDiagramNode:{&quot;item_id&quot;:&quot;c8&quot;,&quot;node_index&quot;:3,&quot;label&quot;:&quot;Confirm corrective action&quot;,&quot;page&quot;:1,&quot;page_count&quot;:1,&quot;direction&quot;:&quot;right&quot;}"/>
          <p:cNvSpPr/>
          <p:nvPr/>
        </p:nvSpPr>
        <p:spPr>
          <a:xfrm>
            <a:off x="6752844" y="3300984"/>
            <a:ext cx="1879092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 corrective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action</a:t>
            </a:r>
          </a:p>
        </p:txBody>
      </p:sp>
      <p:cxnSp>
        <p:nvCxnSpPr>
          <p:cNvPr id="7" name="VIZ::DiagramEdge::Process Flow::1" descr="VisualizerSemanticEdge:{&quot;item_id&quot;:&quot;c8&quot;,&quot;edge_index&quot;:0,&quot;source&quot;:&quot;Excursion signal&quot;,&quot;target&quot;:&quot;Compare affected and reference&quot;,&quot;continuation&quot;:false}"/>
          <p:cNvCxnSpPr/>
          <p:nvPr/>
        </p:nvCxnSpPr>
        <p:spPr>
          <a:xfrm>
            <a:off x="2395728" y="3547872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VIZ::DiagramEdge::Process Flow::2" descr="VisualizerSemanticEdge:{&quot;item_id&quot;:&quot;c8&quot;,&quot;edge_index&quot;:1,&quot;source&quot;:&quot;Compare affected and reference&quot;,&quot;target&quot;:&quot;Verify chamber mechanism&quot;,&quot;continuation&quot;:false}"/>
          <p:cNvCxnSpPr/>
          <p:nvPr/>
        </p:nvCxnSpPr>
        <p:spPr>
          <a:xfrm>
            <a:off x="4475988" y="3547872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IZ::DiagramEdge::Process Flow::3" descr="VisualizerSemanticEdge:{&quot;item_id&quot;:&quot;c8&quot;,&quot;edge_index&quot;:2,&quot;source&quot;:&quot;Verify chamber mechanism&quot;,&quot;target&quot;:&quot;Confirm corrective action&quot;,&quot;continuation&quot;:false}"/>
          <p:cNvCxnSpPr/>
          <p:nvPr/>
        </p:nvCxnSpPr>
        <p:spPr>
          <a:xfrm>
            <a:off x="6556248" y="3547872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