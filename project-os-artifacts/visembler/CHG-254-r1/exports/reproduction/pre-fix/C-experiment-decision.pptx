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"/>
          <p:cNvSpPr/>
          <p:nvPr/>
        </p:nvSpPr>
        <p:spPr>
          <a:xfrm>
            <a:off x="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title="Visembler report text roles: text heading, context subhead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"/>
          <p:cNvSpPr/>
          <p:nvPr/>
        </p:nvSpPr>
        <p:spPr>
          <a:xfrm>
            <a:off x="312420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Hypothesis and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title="Visembler report text roles: metric title, metric value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"/>
          <p:cNvSpPr/>
          <p:nvPr/>
        </p:nvSpPr>
        <p:spPr>
          <a:xfrm>
            <a:off x="6248400" y="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9.8%</a:t>
            </a:r>
          </a:p>
        </p:txBody>
      </p:sp>
      <p:sp>
        <p:nvSpPr>
          <p:cNvPr id="5" name="VIZ::Treatment conversion · Week 1 to 4 KPI" title="Visembler report text roles: metric title, comparison value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"/>
          <p:cNvSpPr/>
          <p:nvPr/>
        </p:nvSpPr>
        <p:spPr>
          <a:xfrm>
            <a:off x="0" y="236601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Treatment conversion · Week 1 to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8.2% → 9.8%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}"/>
          <p:cNvGraphicFramePr>
            <a:graphicFrameLocks noGrp="1"/>
          </p:cNvGraphicFramePr>
          <p:nvPr/>
        </p:nvGraphicFramePr>
        <p:xfrm>
          <a:off x="3124200" y="2366010"/>
          <a:ext cx="2895600" cy="21259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}"/>
          <p:cNvGraphicFramePr>
            <a:graphicFrameLocks noGrp="1"/>
          </p:cNvGraphicFramePr>
          <p:nvPr/>
        </p:nvGraphicFramePr>
        <p:xfrm>
          <a:off x="6248400" y="2366010"/>
          <a:ext cx="2895600" cy="21259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title="Visembler report text roles: text heading, narrative 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"/>
          <p:cNvSpPr/>
          <p:nvPr/>
        </p:nvSpPr>
        <p:spPr>
          <a:xfrm>
            <a:off x="0" y="473202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Interpretation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title="Visembler report text roles: text heading, conclusion next step, risk decision, action status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"/>
          <p:cNvSpPr/>
          <p:nvPr/>
        </p:nvSpPr>
        <p:spPr>
          <a:xfrm>
            <a:off x="6248400" y="4732020"/>
            <a:ext cx="2895600" cy="21259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Recommendation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Stage a limited treatment rollout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Pause expansion if the quality guardrail moves outside its agreed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"/>
          <p:cNvGraphicFramePr>
            <a:graphicFrameLocks noGrp="1"/>
          </p:cNvGraphicFramePr>
          <p:nvPr/>
        </p:nvGraphicFramePr>
        <p:xfrm>
          <a:off x="3124200" y="4732020"/>
          <a:ext cx="2895600" cy="212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</a:tblGrid>
              <a:tr h="53149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5314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heqvtd-5x6uv1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5T20:22:54.097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heqy1r-lrd3ft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5T20:22:56.991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heqy1r-lrd3ft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heqvtd-5x6uv1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