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Line throughput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45.0</c:v>
                </c:pt>
                <c:pt idx="2">
                  <c:v>43.0</c:v>
                </c:pt>
                <c:pt idx="3">
                  <c:v>47.0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39.0</c:v>
                </c:pt>
                <c:pt idx="1">
                  <c:v>41.0</c:v>
                </c:pt>
                <c:pt idx="2">
                  <c:v>44.0</c:v>
                </c:pt>
                <c:pt idx="3">
                  <c:v>43.0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7.4"/>
          <c:min val="38.6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Units per hour</a:t>
                </a:r>
              </a:p>
            </c:rich>
          </c:tx>
          <c:layout/>
          <c:overlay val="0"/>
        </c:title>
        <c:numFmt formatCode="#,##0.0&quot; units/hour&quot;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VIZ::Line throughput by shift" descr="VisualizerSemantic:{&quot;id&quot;:&quot;c1&quot;,&quot;type&quot;:&quot;chart&quot;,&quot;engine&quot;:&quot;CoreChartEngine&quot;,&quot;element&quot;:&quot;Multi-Line&quot;,&quot;title&quot;:&quot;Line throughput by shift&quot;,&quot;order&quot;:0,&quot;dataset_id&quot;:&quot;lane-throughput-readings&quot;,&quot;mapping&quot;:{&quot;x&quot;:&quot;shift&quot;,&quot;category&quot;:&quot;shift&quot;,&quot;series&quot;:&quot;line&quot;,&quot;y&quot;:&quot;units&quot;,&quot;value&quot;:&quot;units&quot;},&quot;chart_studio&quot;:{&quot;chart_type&quot;:&quot;Multi-Line&quot;,&quot;mapping&quot;:{&quot;x&quot;:&quot;shift&quot;,&quot;series&quot;:&quot;line&quot;,&quot;y&quot;:&quot;units&quot;},&quot;axes&quot;:{&quot;x&quot;:{&quot;title&quot;:&quot;Shift&quot;},&quot;y&quot;:{&quot;title&quot;:&quot;Units per hour&quot;,&quot;auto&quot;:true,&quot;zeroBaseline&quot;:false,&quot;unit&quot;:&quot;units/hour&quot;}},&quot;legend&quot;:{&quot;show&quot;:true,&quot;position&quot;:&quot;bottom&quot;,&quot;order&quot;:&quot;input&quot;},&quot;series&quot;:[{&quot;key&quot;:&quot;North&quot;,&quot;label&quot;:&quot;North&quot;,&quot;visible&quot;:true,&quot;legend&quot;:true,&quot;axis&quot;:&quot;primary&quot;},{&quot;key&quot;:&quot;South&quot;,&quot;label&quot;:&quot;South&quot;,&quot;visible&quot;:true,&quot;legend&quot;:true,&quot;axis&quot;:&quot;primary&quot;}]},&quot;data&quot;:[[&quot;Mon&quot;,42],[&quot;Mon&quot;,39],[&quot;Tue&quot;,45],[&quot;Tue&quot;,41],[&quot;Wed&quot;,43],[&quot;Wed&quot;,44],[&quot;Thu&quot;,47],[&quot;Thu&quot;,43]],&quot;rows&quot;:[{&quot;label&quot;:&quot;Mon&quot;,&quot;value&quot;:42},{&quot;label&quot;:&quot;Mon&quot;,&quot;value&quot;:39},{&quot;label&quot;:&quot;Tue&quot;,&quot;value&quot;:45},{&quot;label&quot;:&quot;Tue&quot;,&quot;value&quot;:41},{&quot;label&quot;:&quot;Wed&quot;,&quot;value&quot;:43},{&quot;label&quot;:&quot;Wed&quot;,&quot;value&quot;:44},{&quot;label&quot;:&quot;Thu&quot;,&quot;value&quot;:47},{&quot;label&quot;:&quot;Thu&quot;,&quot;value&quot;:43}],&quot;observations&quot;:[{&quot;label&quot;:&quot;Mon&quot;,&quot;value&quot;:42},{&quot;label&quot;:&quot;Mon&quot;,&quot;value&quot;:39},{&quot;label&quot;:&quot;Tue&quot;,&quot;value&quot;:45},{&quot;label&quot;:&quot;Tue&quot;,&quot;value&quot;:41},{&quot;label&quot;:&quot;Wed&quot;,&quot;value&quot;:43},{&quot;label&quot;:&quot;Wed&quot;,&quot;value&quot;:44},{&quot;label&quot;:&quot;Thu&quot;,&quot;value&quot;:47},{&quot;label&quot;:&quot;Thu&quot;,&quot;value&quot;:43}]}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shift&quot;,&quot;name&quot;:&quot;Shift&quot;,&quot;type&quot;:&quot;categorical&quot;},{&quot;id&quot;:&quot;line&quot;,&quot;name&quot;:&quot;Production line&quot;,&quot;type&quot;:&quot;categorical&quot;},{&quot;id&quot;:&quot;units&quot;,&quot;name&quot;:&quot;Units per hour&quot;,&quot;type&quot;:&quot;number&quot;}],&quot;id&quot;:&quot;lane-throughput-readings&quot;,&quot;name&quot;:&quot;Line speed observations&quot;,&quot;rows&quot;:[[&quot;Mon&quot;,&quot;North&quot;,42],[&quot;Mon&quot;,&quot;South&quot;,39],[&quot;Tue&quot;,&quot;North&quot;,45],[&quot;Tue&quot;,&quot;South&quot;,41],[&quot;Wed&quot;,&quot;North&quot;,43],[&quot;Wed&quot;,&quot;South&quot;,44],[&quot;Thu&quot;,&quot;North&quot;,47],[&quot;Thu&quot;,&quot;South&quot;,43]]}],&quot;groups&quot;:{},&quot;items&quot;:[{&quot;chart_studio&quot;:{&quot;axes&quot;:{&quot;x&quot;:{&quot;title&quot;:&quot;Shift&quot;},&quot;y&quot;:{&quot;auto&quot;:true,&quot;title&quot;:&quot;Units per hour&quot;,&quot;unit&quot;:&quot;units/hour&quot;,&quot;zeroBaseline&quot;:false}},&quot;chart_type&quot;:&quot;Multi-Line&quot;,&quot;legend&quot;:{&quot;order&quot;:&quot;input&quot;,&quot;position&quot;:&quot;bottom&quot;,&quot;show&quot;:true},&quot;mapping&quot;:{&quot;series&quot;:&quot;line&quot;,&quot;x&quot;:&quot;shift&quot;,&quot;y&quot;:&quot;units&quot;},&quot;series&quot;:[{&quot;axis&quot;:&quot;primary&quot;,&quot;key&quot;:&quot;North&quot;,&quot;label&quot;:&quot;North&quot;,&quot;legend&quot;:true,&quot;visible&quot;:true},{&quot;axis&quot;:&quot;primary&quot;,&quot;key&quot;:&quot;South&quot;,&quot;label&quot;:&quot;South&quot;,&quot;legend&quot;:true,&quot;visible&quot;:true}]},&quot;dataset_id&quot;:&quot;lane-throughput-readings&quot;,&quot;element&quot;:&quot;Multi-Line&quot;,&quot;engine&quot;:&quot;CoreChartEngine&quot;,&quot;id&quot;:&quot;c1&quot;,&quot;mapping&quot;:{&quot;category&quot;:&quot;shift&quot;,&quot;series&quot;:&quot;line&quot;,&quot;value&quot;:&quot;units&quot;,&quot;x&quot;:&quot;shift&quot;,&quot;y&quot;:&quot;units&quot;},&quot;order&quot;:0,&quot;title&quot;:&quot;Line throughput by shift&quot;,&quot;type&quot;:&quot;chart&quot;}],&quot;layoutPreset&quot;:&quot;editorial&quot;,&quot;mode&quot;:&quot;guided&quot;,&quot;nextId&quot;: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