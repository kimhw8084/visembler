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75285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Keep Bridge C-08 closed until Span 4 crack gauge data is verified.&quot;,&quot;composition_role&quot;:&quot;report_headline&quot;,&quot;element&quot;:&quot;Hero Title&quot;,&quot;engine&quot;:&quot;TextEngine&quot;,&quot;groupId&quot;:null,&quot;h&quot;:122.93120000000002,&quot;id&quot;:&quot;c1&quot;,&quot;locked&quot;:false,&quot;message_role&quot;:&quot;Headline&quot;,&quot;order&quot;:0,&quot;section_id&quot;:&quot;situation&quot;,&quot;section_title&quot;:&quot;Situation&quot;,&quot;showTitle&quot;:false,&quot;text&quot;:&quot;Keep Bridge C-08 closed until Span 4 crack gauge data is verified.&quot;,&quot;textAlign&quot;:&quot;left&quot;,&quot;title&quot;:&quot;Hero Title&quot;,&quot;type&quot;:&quot;text&quot;,&quot;w&quot;:1059.44,&quot;weight&quot;:1.1,&quot;x&quot;:14.0,&quot;y&quot;:40.0,&quot;z&quot;:1}"/>
          <p:cNvSpPr/>
          <p:nvPr/>
        </p:nvSpPr>
        <p:spPr>
          <a:xfrm>
            <a:off x="106680" y="304799"/>
            <a:ext cx="8072932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Keep Bridge C-08 closed until Span 4 crack gauge data is verified.</a:t>
            </a:r>
          </a:p>
        </p:txBody>
      </p:sp>
      <p:sp>
        <p:nvSpPr>
          <p:cNvPr id="3" name="VIZ::Body Narrative" title="Visembler report text roles: text heading, narrative interpretation" descr="VisualizerSemantic:{&quot;body&quot;:&quot;Overnight load testing cleared two required checks. The Span 4 crack gauge export has not synchronized; water level is still receding, so the reopening decision remains pending.&quot;,&quot;composition_role&quot;:&quot;context&quot;,&quot;element&quot;:&quot;Body Narrative&quot;,&quot;engine&quot;:&quot;TextEngine&quot;,&quot;groupId&quot;:null,&quot;h&quot;:103.0,&quot;id&quot;:&quot;c2&quot;,&quot;locked&quot;:false,&quot;message_role&quot;:&quot;Context&quot;,&quot;order&quot;:1,&quot;section_id&quot;:&quot;situation&quot;,&quot;section_title&quot;:&quot;Situation&quot;,&quot;showTitle&quot;:false,&quot;text&quot;:&quot;Overnight load testing cleared two required checks. The Span 4 crack gauge export has not synchronized; water level is still receding, so the reopening decision remains pending.&quot;,&quot;textAlign&quot;:&quot;left&quot;,&quot;title&quot;:&quot;Body Narrative&quot;,&quot;type&quot;:&quot;text&quot;,&quot;w&quot;:498.56,&quot;weight&quot;:1.1,&quot;x&quot;:1087.44,&quot;y&quot;:49.96560000000001,&quot;z&quot;:2}"/>
          <p:cNvSpPr/>
          <p:nvPr/>
        </p:nvSpPr>
        <p:spPr>
          <a:xfrm>
            <a:off x="8286291" y="380737"/>
            <a:ext cx="3799026" cy="78486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 Narrow"/>
              </a:rPr>
              <a:t>Overnight load testing cleared two required checks. The Span 4 crack gauge export has not synchronized; water level is still receding, so the reopening decision remains pending.</a:t>
            </a:r>
          </a:p>
        </p:txBody>
      </p:sp>
      <p:sp>
        <p:nvSpPr>
          <p:cNvPr id="4" name="VIZ::Verified load checks KPI" title="Visembler report text roles: metric title, metric value" descr="VisualizerSemantic:{&quot;capability_overrides&quot;:{&quot;target&quot;:3},&quot;composition_role&quot;:&quot;hero_metric&quot;,&quot;delta&quot;:&quot;1 pending · Span 4&quot;,&quot;element&quot;:&quot;Hero KPI&quot;,&quot;engine&quot;:&quot;MetricEngine&quot;,&quot;groupId&quot;:null,&quot;h&quot;:186.0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/ 3 required&quot;},&quot;order&quot;:2,&quot;period&quot;:&quot;vs prior period&quot;,&quot;section_id&quot;:&quot;inspection-evidence&quot;,&quot;section_title&quot;:&quot;Inspection evidence&quot;,&quot;showTitle&quot;:true,&quot;target&quot;:3,&quot;textAlign&quot;:&quot;left&quot;,&quot;title&quot;:&quot;Verified load checks&quot;,&quot;type&quot;:&quot;metric&quot;,&quot;unit&quot;:&quot;/ 3 required&quot;,&quot;value&quot;:2,&quot;w&quot;:1572.0,&quot;weight&quot;:1.15,&quot;x&quot;:14.0,&quot;y&quot;:787.4512,&quot;z&quot;:3}"/>
          <p:cNvSpPr/>
          <p:nvPr/>
        </p:nvSpPr>
        <p:spPr>
          <a:xfrm>
            <a:off x="106680" y="6000377"/>
            <a:ext cx="1197863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Verified load checks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 / 3 required</a:t>
            </a:r>
          </a:p>
        </p:txBody>
      </p:sp>
      <p:sp>
        <p:nvSpPr>
          <p:cNvPr id="6" name="VIZ::Reopening gate" title="Visembler report text roles: text heading, risk decision, evidence detail, action status" descr="VisualizerSemantic:{&quot;composition_role&quot;:&quot;decision_risk&quot;,&quot;detail&quot;:&quot;The required Span 4 crack-gauge result is unavailable. Passing load checks at the approach joint and Pier 2 do not establish Span 4 clearance.&quot;,&quot;element&quot;:&quot;Risk Callout&quot;,&quot;engine&quot;:&quot;DecisionCompositeEngine&quot;,&quot;groupId&quot;:null,&quot;h&quot;:174.0,&quot;id&quot;:&quot;c5&quot;,&quot;locked&quot;:false,&quot;message_role&quot;:&quot;Risk&quot;,&quot;order&quot;:4,&quot;section_id&quot;:&quot;disposition&quot;,&quot;section_title&quot;:&quot;Disposition&quot;,&quot;showTitle&quot;:true,&quot;statement&quot;:&quot;Do not reopen Bridge C-08 yet.&quot;,&quot;status&quot;:&quot;HOLD · one required result missing&quot;,&quot;textAlign&quot;:&quot;left&quot;,&quot;title&quot;:&quot;Reopening gate&quot;,&quot;type&quot;:&quot;decision&quot;,&quot;w&quot;:1572.0,&quot;weight&quot;:1.15,&quot;x&quot;:14.0,&quot;y&quot;:196.93120000000002,&quot;z&quot;:5}"/>
          <p:cNvSpPr/>
          <p:nvPr/>
        </p:nvSpPr>
        <p:spPr>
          <a:xfrm>
            <a:off x="106680" y="1500615"/>
            <a:ext cx="1197863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Reopening gate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Do not reopen Bridge C-08 yet.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required Span 4 crack-gauge result is unavailable. Passing load checks at the approach joint and Pier 2 do not establish Span 4 clearance.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HOLD · one required result missing</a:t>
            </a:r>
          </a:p>
        </p:txBody>
      </p:sp>
      <p:sp>
        <p:nvSpPr>
          <p:cNvPr id="7" name="VIZ::Key Takeaway" title="Visembler report text roles: text heading, conclusion next step" descr="VisualizerSemantic:{&quot;body&quot;:&quot;Next step: synchronize the Span 4 gauge file, verify the crack trend, and repeat disposition before the 06:00 maintenance handover.&quot;,&quot;composition_role&quot;:&quot;conclusion&quot;,&quot;element&quot;:&quot;Key Takeaway&quot;,&quot;engine&quot;:&quot;TextEngine&quot;,&quot;groupId&quot;:null,&quot;h&quot;:107.52000000000001,&quot;id&quot;:&quot;c6&quot;,&quot;locked&quot;:false,&quot;message_role&quot;:&quot;Action&quot;,&quot;order&quot;:5,&quot;section_id&quot;:&quot;disposition&quot;,&quot;section_title&quot;:&quot;Disposition&quot;,&quot;showTitle&quot;:false,&quot;text&quot;:&quot;Next step: synchronize the Span 4 gauge file, verify the crack trend, and repeat disposition before the 06:00 maintenance handover.&quot;,&quot;textAlign&quot;:&quot;left&quot;,&quot;title&quot;:&quot;Key Takeaway&quot;,&quot;type&quot;:&quot;text&quot;,&quot;w&quot;:1572.0,&quot;weight&quot;:1.1,&quot;x&quot;:14.0,&quot;y&quot;:378.9312,&quot;z&quot;:6}"/>
          <p:cNvSpPr/>
          <p:nvPr/>
        </p:nvSpPr>
        <p:spPr>
          <a:xfrm>
            <a:off x="106680" y="2887455"/>
            <a:ext cx="11978638" cy="81930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synchronize the Span 4 gauge file, verify the crack trend, and repeat disposition before the 06:00 maintenance handover.</a:t>
            </a:r>
          </a:p>
        </p:txBody>
      </p:sp>
      <p:graphicFrame>
        <p:nvGraphicFramePr>
          <p:cNvPr id="8" name="VIZ::Overnight inspection record" descr="VisualizerSemantic:{&quot;composition_role&quot;:&quot;detailed_evidence&quot;,&quot;customTable&quot;:{&quot;headers&quot;:[&quot;Location&quot;,&quot;Observed load&quot;,&quot;Required&quot;,&quot;Disposition&quot;],&quot;rows&quot;:[[&quot;Approach slab joint&quot;,&quot;1.34×&quot;,&quot;≥ 1.25×&quot;,&quot;Pass&quot;],[&quot;Pier 2 bearing&quot;,&quot;1.29×&quot;,&quot;≥ 1.25×&quot;,&quot;Pass&quot;],[&quot;Span 4 crack gauge&quot;,&quot;Not synced&quot;,&quot;Verified reading&quot;,&quot;Open&quot;]]},&quot;element&quot;:&quot;Clean Table&quot;,&quot;engine&quot;:&quot;TableEngine&quot;,&quot;groupId&quot;:null,&quot;h&quot;:259.0,&quot;id&quot;:&quot;c4&quot;,&quot;locked&quot;:false,&quot;message_role&quot;:&quot;Primary Evidence&quot;,&quot;order&quot;:3,&quot;rows&quot;:[[&quot;Approach slab joint&quot;,&quot;1.34×&quot;,&quot;≥ 1.25×&quot;,&quot;Pass&quot;],[&quot;Pier 2 bearing&quot;,&quot;1.29×&quot;,&quot;≥ 1.25×&quot;,&quot;Pass&quot;],[&quot;Span 4 crack gauge&quot;,&quot;Not synced&quot;,&quot;Verified reading&quot;,&quot;Open&quot;]],&quot;section_id&quot;:&quot;inspection-evidence&quot;,&quot;section_title&quot;:&quot;Inspection evidence&quot;,&quot;showTitle&quot;:true,&quot;textAlign&quot;:&quot;left&quot;,&quot;title&quot;:&quot;Overnight inspection record&quot;,&quot;type&quot;:&quot;table&quot;,&quot;w&quot;:1572.0,&quot;weight&quot;:1.55,&quot;x&quot;:14.0,&quot;y&quot;:520.4512,&quot;z&quot;:4}"/>
          <p:cNvGraphicFramePr>
            <a:graphicFrameLocks noGrp="1"/>
          </p:cNvGraphicFramePr>
          <p:nvPr/>
        </p:nvGraphicFramePr>
        <p:xfrm>
          <a:off x="106680" y="3965837"/>
          <a:ext cx="11978638" cy="197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49339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Observed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Disposition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Approach slab 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1.34×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≥ 1.25×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Pier 2 bearing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1.29×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≥ 1.25×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933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Span 4 crack gauge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Not synced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Verified 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body&quot;:&quot;Keep Bridge C-08 closed until Span 4 crack gauge data is verified.&quot;,&quot;composition_role&quot;:&quot;report_headline&quot;,&quot;element&quot;:&quot;Hero Title&quot;,&quot;engine&quot;:&quot;TextEngine&quot;,&quot;groupId&quot;:null,&quot;h&quot;:109.76,&quot;id&quot;:&quot;c1&quot;,&quot;locked&quot;:false,&quot;message_role&quot;:&quot;Headline&quot;,&quot;order&quot;:0,&quot;section_id&quot;:&quot;situation&quot;,&quot;section_title&quot;:&quot;Situation&quot;,&quot;showTitle&quot;:false,&quot;text&quot;:&quot;Keep Bridge C-08 closed until Span 4 crack gauge data is verified.&quot;,&quot;textAlign&quot;:&quot;left&quot;,&quot;title&quot;:&quot;Hero Title&quot;,&quot;type&quot;:&quot;text&quot;,&quot;w&quot;:520,&quot;weight&quot;:1.1,&quot;x&quot;:14,&quot;y&quot;:14,&quot;z&quot;:1},{&quot;body&quot;:&quot;Overnight load testing cleared two required checks. The Span 4 crack gauge export has not synchronized; water level is still receding, so the reopening decision remains pending.&quot;,&quot;composition_role&quot;:&quot;context&quot;,&quot;element&quot;:&quot;Body Narrative&quot;,&quot;engine&quot;:&quot;TextEngine&quot;,&quot;groupId&quot;:null,&quot;h&quot;:116,&quot;id&quot;:&quot;c2&quot;,&quot;locked&quot;:false,&quot;message_role&quot;:&quot;Context&quot;,&quot;order&quot;:1,&quot;section_id&quot;:&quot;situation&quot;,&quot;section_title&quot;:&quot;Situation&quot;,&quot;showTitle&quot;:false,&quot;text&quot;:&quot;Overnight load testing cleared two required checks. The Span 4 crack gauge export has not synchronized; water level is still receding, so the reopening decision remains pending.&quot;,&quot;textAlign&quot;:&quot;left&quot;,&quot;title&quot;:&quot;Body Narrative&quot;,&quot;type&quot;:&quot;text&quot;,&quot;w&quot;:500,&quot;weight&quot;:1.1,&quot;x&quot;:548,&quot;y&quot;:14,&quot;z&quot;:2},{&quot;capability_overrides&quot;:{&quot;target&quot;:3},&quot;composition_role&quot;:&quot;hero_metric&quot;,&quot;delta&quot;:&quot;1 pending · Span 4&quot;,&quot;element&quot;:&quot;Hero KPI&quot;,&quot;engine&quot;:&quot;MetricEngine&quot;,&quot;groupId&quot;:null,&quot;h&quot;:152.32000000000002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/ 3 required&quot;},&quot;order&quot;:2,&quot;period&quot;:&quot;vs prior period&quot;,&quot;section_id&quot;:&quot;inspection-evidence&quot;,&quot;section_title&quot;:&quot;Inspection evidence&quot;,&quot;showTitle&quot;:true,&quot;target&quot;:3,&quot;textAlign&quot;:&quot;left&quot;,&quot;title&quot;:&quot;Verified load checks&quot;,&quot;type&quot;:&quot;metric&quot;,&quot;unit&quot;:&quot;/ 3 required&quot;,&quot;value&quot;:2,&quot;w&quot;:520,&quot;weight&quot;:1.15,&quot;x&quot;:1062,&quot;y&quot;:14,&quot;z&quot;:3},{&quot;composition_role&quot;:&quot;detailed_evidence&quot;,&quot;customTable&quot;:{&quot;headers&quot;:[&quot;Location&quot;,&quot;Observed load&quot;,&quot;Required&quot;,&quot;Disposition&quot;],&quot;rows&quot;:[[&quot;Approach slab joint&quot;,&quot;1.34×&quot;,&quot;≥ 1.25×&quot;,&quot;Pass&quot;],[&quot;Pier 2 bearing&quot;,&quot;1.29×&quot;,&quot;≥ 1.25×&quot;,&quot;Pass&quot;],[&quot;Span 4 crack gauge&quot;,&quot;Not synced&quot;,&quot;Verified reading&quot;,&quot;Open&quot;]]},&quot;element&quot;:&quot;Clean Table&quot;,&quot;engine&quot;:&quot;TableEngine&quot;,&quot;groupId&quot;:null,&quot;h&quot;:259,&quot;id&quot;:&quot;c4&quot;,&quot;locked&quot;:false,&quot;message_role&quot;:&quot;Primary Evidence&quot;,&quot;order&quot;:3,&quot;rows&quot;:[[&quot;Approach slab joint&quot;,&quot;1.34×&quot;,&quot;≥ 1.25×&quot;,&quot;Pass&quot;],[&quot;Pier 2 bearing&quot;,&quot;1.29×&quot;,&quot;≥ 1.25×&quot;,&quot;Pass&quot;],[&quot;Span 4 crack gauge&quot;,&quot;Not synced&quot;,&quot;Verified reading&quot;,&quot;Open&quot;]],&quot;section_id&quot;:&quot;inspection-evidence&quot;,&quot;section_title&quot;:&quot;Inspection evidence&quot;,&quot;showTitle&quot;:true,&quot;textAlign&quot;:&quot;left&quot;,&quot;title&quot;:&quot;Overnight inspection record&quot;,&quot;type&quot;:&quot;table&quot;,&quot;w&quot;:480,&quot;weight&quot;:1.55,&quot;x&quot;:14,&quot;y&quot;:137.76,&quot;z&quot;:4},{&quot;composition_role&quot;:&quot;decision_risk&quot;,&quot;detail&quot;:&quot;The required Span 4 crack-gauge result is unavailable. Passing load checks at the approach joint and Pier 2 do not establish Span 4 clearance.&quot;,&quot;element&quot;:&quot;Risk Callout&quot;,&quot;engine&quot;:&quot;DecisionCompositeEngine&quot;,&quot;groupId&quot;:null,&quot;h&quot;:94,&quot;id&quot;:&quot;c5&quot;,&quot;locked&quot;:false,&quot;message_role&quot;:&quot;Risk&quot;,&quot;order&quot;:4,&quot;section_id&quot;:&quot;disposition&quot;,&quot;section_title&quot;:&quot;Disposition&quot;,&quot;showTitle&quot;:true,&quot;statement&quot;:&quot;Do not reopen Bridge C-08 yet.&quot;,&quot;status&quot;:&quot;HOLD · one required result missing&quot;,&quot;textAlign&quot;:&quot;left&quot;,&quot;title&quot;:&quot;Reopening gate&quot;,&quot;type&quot;:&quot;decision&quot;,&quot;w&quot;:400,&quot;weight&quot;:1.15,&quot;x&quot;:508,&quot;y&quot;:144,&quot;z&quot;:5},{&quot;body&quot;:&quot;Next step: synchronize the Span 4 gauge file, verify the crack trend, and repeat disposition before the 06:00 maintenance handover.&quot;,&quot;composition_role&quot;:&quot;conclusion&quot;,&quot;element&quot;:&quot;Key Takeaway&quot;,&quot;engine&quot;:&quot;TextEngine&quot;,&quot;groupId&quot;:null,&quot;h&quot;:107.52000000000001,&quot;id&quot;:&quot;c6&quot;,&quot;locked&quot;:false,&quot;message_role&quot;:&quot;Action&quot;,&quot;order&quot;:5,&quot;section_id&quot;:&quot;disposition&quot;,&quot;section_title&quot;:&quot;Disposition&quot;,&quot;showTitle&quot;:false,&quot;text&quot;:&quot;Next step: synchronize the Span 4 gauge file, verify the crack trend, and repeat disposition before the 06:00 maintenance handover.&quot;,&quot;textAlign&quot;:&quot;left&quot;,&quot;title&quot;:&quot;Key Takeaway&quot;,&quot;type&quot;:&quot;text&quot;,&quot;w&quot;:515.4240000000001,&quot;weight&quot;:1.1,&quot;x&quot;:922,&quot;y&quot;:180.32000000000002,&quot;z&quot;:6}],&quot;layoutPreset&quot;:&quot;editorial&quot;,&quot;mode&quot;:&quot;smart&quot;,&quot;nextId&quot;:7,&quot;schema_version&quot;:1,&quot;visualDirectionChoice&quot;:&quot;sparse-decision&quot;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