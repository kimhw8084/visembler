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W1</c:v>
                </c:pt>
                <c:pt idx="2">
                  <c:v>W2</c:v>
                </c:pt>
                <c:pt idx="3">
                  <c:v>W2</c:v>
                </c:pt>
                <c:pt idx="4">
                  <c:v>W3</c:v>
                </c:pt>
                <c:pt idx="5">
                  <c:v>W3</c:v>
                </c:pt>
                <c:pt idx="6">
                  <c:v>W4</c:v>
                </c:pt>
                <c:pt idx="7">
                  <c:v>W4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8.2</c:v>
                </c:pt>
                <c:pt idx="2">
                  <c:v>8.1</c:v>
                </c:pt>
                <c:pt idx="3">
                  <c:v>8.7</c:v>
                </c:pt>
                <c:pt idx="4">
                  <c:v>8.4</c:v>
                </c:pt>
                <c:pt idx="5">
                  <c:v>9.4</c:v>
                </c:pt>
                <c:pt idx="6">
                  <c:v>8.5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Outcome distribution by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 by cohort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Treatment</c:v>
                </c:pt>
                <c:pt idx="5">
                  <c:v>Treatment</c:v>
                </c:pt>
                <c:pt idx="6">
                  <c:v>Treatment</c:v>
                </c:pt>
                <c:pt idx="7">
                  <c:v>Treatment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  <c:pt idx="4">
                  <c:v>8.2</c:v>
                </c:pt>
                <c:pt idx="5">
                  <c:v>8.7</c:v>
                </c:pt>
                <c:pt idx="6">
                  <c:v>9.4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heqvtd-5x6uv1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heqy1r-lrd3f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GraphicFramePr>
            <a:graphicFrameLocks noGrp="1"/>
          </p:cNvGraphicFramePr>
          <p:nvPr/>
        </p:nvGraphicFramePr>
        <p:xfrm>
          <a:off x="2543263" y="4372854"/>
          <a:ext cx="6092384" cy="295659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11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heqvtd-5x6uv1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5T20:22:54.097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heqy1r-lrd3ft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5T20:22:56.991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heqy1r-lrd3f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heqvtd-5x6uv1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