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A&quot;,94.1],[&quot;B&quot;,94.6],[&quot;C&quot;,95]],&quot;dataset_id&quot;:&quot;dataset-muher5ae-0chb04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her7hp-czs0vk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4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5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6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7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8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19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her5ae-0chb04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5T20:23:06.374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her7hp-czs0vk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5T20:23:09.229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her5ae-0chb04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her7hp-czs0vk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