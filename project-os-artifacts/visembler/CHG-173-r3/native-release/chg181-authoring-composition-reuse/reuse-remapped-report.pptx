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set_id&quot;:&quot;dataset-muheropj-d8xhiv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set_id&quot;:&quot;dataset-muheropj-d8xhiv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2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heropj-d8xhiv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5T20:23:31.543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heropj-d8xhiv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heropj-d8xhiv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