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Affected</c:v>
                </c:pt>
                <c:pt idx="4">
                  <c:v>Affected</c:v>
                </c:pt>
                <c:pt idx="5">
                  <c:v>Affected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98.5</c:v>
                </c:pt>
                <c:pt idx="2">
                  <c:v>98.6</c:v>
                </c:pt>
                <c:pt idx="3">
                  <c:v>94.1</c:v>
                </c:pt>
                <c:pt idx="4">
                  <c:v>94.6</c:v>
                </c:pt>
                <c:pt idx="5">
                  <c:v>93.8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heqnmo-8bts7b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GraphicFramePr>
            <a:graphicFrameLocks noGrp="1"/>
          </p:cNvGraphicFramePr>
          <p:nvPr/>
        </p:nvGraphicFramePr>
        <p:xfrm>
          <a:off x="6790855" y="6966517"/>
          <a:ext cx="2913678" cy="14827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heqld9-g1jnw2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12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14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15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16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17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18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heqld9-g1jnw2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5T20:22:40.557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heqnmo-8bts7b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5T20:22:43.488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heqld9-g1jnw2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heqnmo-8bts7b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