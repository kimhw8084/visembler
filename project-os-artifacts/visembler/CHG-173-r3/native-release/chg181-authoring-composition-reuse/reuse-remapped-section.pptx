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Vertical Bar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Vertical Bar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 copy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 copy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</c:v>
                </c:pt>
                <c:pt idx="1">
                  <c:v>305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 descr="VisualizerSemantic:{&quot;brush&quot;:[0,4],&quot;cross&quot;:null,&quot;data&quot;:[[&quot;East&quot;,280],[&quot;West&quot;,305]],&quot;dataset_id&quot;:&quot;dataset-muherx5l-dyhkt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 descr="VisualizerSemantic:{&quot;brush&quot;:[0,4],&quot;composition_role&quot;:&quot;supporting_analysis&quot;,&quot;cross&quot;:null,&quot;dataset_id&quot;:&quot;dataset-muherx5l-dyhkt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Chart 3" descr="VisualizerSemantic:{&quot;brush&quot;:[0,4],&quot;composition_role&quot;:&quot;supporting_analysis&quot;,&quot;cross&quot;:null,&quot;dataset_id&quot;:&quot;dataset-muherx5l-dyhkt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herx5l-dyhktl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09-25T20:23:42.489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herx5l-dyhktl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herx5l-dyhktl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herx5l-dyhktl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