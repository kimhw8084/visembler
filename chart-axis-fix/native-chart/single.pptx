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0274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VIZ::c1::box-plot-title" descr="VisualizerSemantic:{&quot;composition_role&quot;:&quot;primary_analysis&quot;,&quot;dataset_id&quot;:&quot;groups&quot;,&quot;element&quot;:&quot;Box Plot&quot;,&quot;engine&quot;:&quot;CoreChartEngine&quot;,&quot;id&quot;:&quot;c1&quot;,&quot;mapping&quot;:{&quot;category&quot;:&quot;group&quot;,&quot;value&quot;:&quot;v&quot;,&quot;x&quot;:&quot;v&quot;,&quot;y&quot;:&quot;v&quot;},&quot;order&quot;:0,&quot;showTitle&quot;:true,&quot;title&quot;:&quot;Population comparison&quot;,&quot;type&quot;:&quot;chart&quot;,&quot;data&quot;:[[&quot;Pilot group&quot;,93.8],[&quot;Pilot group&quot;,94.1],[&quot;Pilot group&quot;,94.6]],&quot;rows&quot;:[{&quot;label&quot;:&quot;Pilot group&quot;,&quot;value&quot;:93.8},{&quot;label&quot;:&quot;Pilot group&quot;,&quot;value&quot;:94.1},{&quot;label&quot;:&quot;Pilot group&quot;,&quot;value&quot;:94.6}],&quot;observations&quot;:[{&quot;label&quot;:&quot;Pilot group&quot;,&quot;value&quot;:93.8},{&quot;label&quot;:&quot;Pilot group&quot;,&quot;value&quot;:94.1},{&quot;label&quot;:&quot;Pilot group&quot;,&quot;value&quot;:94.6}],&quot;x&quot;:14.0,&quot;y&quot;:14.0,&quot;w&quot;:1572.0,&quot;h&quot;:762.8823529411765}"/>
          <p:cNvSpPr txBox="1"/>
          <p:nvPr/>
        </p:nvSpPr>
        <p:spPr>
          <a:xfrm>
            <a:off x="585824" y="193877"/>
            <a:ext cx="11020347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Population comparison</a:t>
            </a:r>
          </a:p>
        </p:txBody>
      </p:sp>
      <p:cxnSp>
        <p:nvCxnSpPr>
          <p:cNvPr id="4" name="VIZ::c1::box-plot-grid-0"/>
          <p:cNvCxnSpPr/>
          <p:nvPr/>
        </p:nvCxnSpPr>
        <p:spPr>
          <a:xfrm>
            <a:off x="2023261" y="4466552"/>
            <a:ext cx="9702697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VIZ::c1::box-plot-axis-0"/>
          <p:cNvSpPr txBox="1"/>
          <p:nvPr/>
        </p:nvSpPr>
        <p:spPr>
          <a:xfrm>
            <a:off x="106679" y="4403052"/>
            <a:ext cx="161711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93.76</a:t>
            </a:r>
          </a:p>
        </p:txBody>
      </p:sp>
      <p:cxnSp>
        <p:nvCxnSpPr>
          <p:cNvPr id="6" name="VIZ::c1::box-plot-grid-1"/>
          <p:cNvCxnSpPr/>
          <p:nvPr/>
        </p:nvCxnSpPr>
        <p:spPr>
          <a:xfrm>
            <a:off x="2023261" y="3667242"/>
            <a:ext cx="9702697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VIZ::c1::box-plot-axis-1"/>
          <p:cNvSpPr txBox="1"/>
          <p:nvPr/>
        </p:nvSpPr>
        <p:spPr>
          <a:xfrm>
            <a:off x="106679" y="3603742"/>
            <a:ext cx="161711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93.98</a:t>
            </a:r>
          </a:p>
        </p:txBody>
      </p:sp>
      <p:cxnSp>
        <p:nvCxnSpPr>
          <p:cNvPr id="8" name="VIZ::c1::box-plot-grid-2"/>
          <p:cNvCxnSpPr/>
          <p:nvPr/>
        </p:nvCxnSpPr>
        <p:spPr>
          <a:xfrm>
            <a:off x="2023261" y="2867932"/>
            <a:ext cx="9702697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Z::c1::box-plot-axis-2"/>
          <p:cNvSpPr txBox="1"/>
          <p:nvPr/>
        </p:nvSpPr>
        <p:spPr>
          <a:xfrm>
            <a:off x="106679" y="2804432"/>
            <a:ext cx="161711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94.2</a:t>
            </a:r>
          </a:p>
        </p:txBody>
      </p:sp>
      <p:cxnSp>
        <p:nvCxnSpPr>
          <p:cNvPr id="10" name="VIZ::c1::box-plot-grid-3"/>
          <p:cNvCxnSpPr/>
          <p:nvPr/>
        </p:nvCxnSpPr>
        <p:spPr>
          <a:xfrm>
            <a:off x="2023261" y="2068622"/>
            <a:ext cx="9702697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VIZ::c1::box-plot-axis-3"/>
          <p:cNvSpPr txBox="1"/>
          <p:nvPr/>
        </p:nvSpPr>
        <p:spPr>
          <a:xfrm>
            <a:off x="106679" y="2005122"/>
            <a:ext cx="161711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94.42</a:t>
            </a:r>
          </a:p>
        </p:txBody>
      </p:sp>
      <p:cxnSp>
        <p:nvCxnSpPr>
          <p:cNvPr id="12" name="VIZ::c1::box-plot-grid-4"/>
          <p:cNvCxnSpPr/>
          <p:nvPr/>
        </p:nvCxnSpPr>
        <p:spPr>
          <a:xfrm>
            <a:off x="2023261" y="1269312"/>
            <a:ext cx="9702697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Z::c1::box-plot-axis-4"/>
          <p:cNvSpPr txBox="1"/>
          <p:nvPr/>
        </p:nvSpPr>
        <p:spPr>
          <a:xfrm>
            <a:off x="106679" y="1205812"/>
            <a:ext cx="161711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94.64</a:t>
            </a:r>
          </a:p>
        </p:txBody>
      </p:sp>
      <p:cxnSp>
        <p:nvCxnSpPr>
          <p:cNvPr id="14" name="VIZ::c1::box-plot-0-whisker"/>
          <p:cNvCxnSpPr/>
          <p:nvPr/>
        </p:nvCxnSpPr>
        <p:spPr>
          <a:xfrm>
            <a:off x="6874609.5" y="1414641"/>
            <a:ext cx="0.0" cy="2906582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VIZ::c1::box-plot-0-whisker-cap-0"/>
          <p:cNvCxnSpPr/>
          <p:nvPr/>
        </p:nvCxnSpPr>
        <p:spPr>
          <a:xfrm>
            <a:off x="6618577.5" y="4321223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VIZ::c1::box-plot-0-whisker-cap-1"/>
          <p:cNvCxnSpPr/>
          <p:nvPr/>
        </p:nvCxnSpPr>
        <p:spPr>
          <a:xfrm>
            <a:off x="6618577.5" y="1414641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Z::c1::box-plot-0-quartiles"/>
          <p:cNvSpPr/>
          <p:nvPr/>
        </p:nvSpPr>
        <p:spPr>
          <a:xfrm>
            <a:off x="6618577" y="2322948"/>
            <a:ext cx="512064" cy="1453291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VIZ::c1::box-plot-0-median"/>
          <p:cNvCxnSpPr/>
          <p:nvPr/>
        </p:nvCxnSpPr>
        <p:spPr>
          <a:xfrm>
            <a:off x="6618577.5" y="3231255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Z::c1::box-plot-0-category" title="{&quot;category&quot;:&quot;Pilot group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6325969" y="4728144"/>
            <a:ext cx="1097280" cy="755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Pilot group</a:t>
            </a:r>
          </a:p>
        </p:txBody>
      </p:sp>
      <p:sp>
        <p:nvSpPr>
          <p:cNvPr id="20" name="VIZ::SemanticReport" descr="VisualizerSemanticReport:{&quot;authoring_schema&quot;:&quot;authoring-p0-v1&quot;,&quot;canvas&quot;:{&quot;height&quot;:900,&quot;width&quot;:1600},&quot;crossFilter&quot;:null,&quot;datasets&quot;:[{&quot;fields&quot;:[{&quot;id&quot;:&quot;group&quot;,&quot;name&quot;:&quot;Population&quot;,&quot;type&quot;:&quot;categorical&quot;},{&quot;id&quot;:&quot;v&quot;,&quot;name&quot;:&quot;Yield&quot;,&quot;type&quot;:&quot;number&quot;}],&quot;id&quot;:&quot;groups&quot;,&quot;name&quot;:&quot;Group observations&quot;,&quot;rows&quot;:[[&quot;Pilot group&quot;,93.8],[&quot;Pilot group&quot;,94.1],[&quot;Pilot group&quot;,94.6]]}],&quot;groups&quot;:{},&quot;items&quot;:[{&quot;composition_role&quot;:&quot;primary_analysis&quot;,&quot;dataset_id&quot;:&quot;groups&quot;,&quot;element&quot;:&quot;Box Plot&quot;,&quot;engine&quot;:&quot;CoreChartEngine&quot;,&quot;id&quot;:&quot;c1&quot;,&quot;mapping&quot;:{&quot;category&quot;:&quot;group&quot;,&quot;value&quot;:&quot;v&quot;,&quot;x&quot;:&quot;v&quot;,&quot;y&quot;:&quot;v&quot;},&quot;order&quot;:0,&quot;showTitle&quot;:true,&quot;title&quot;:&quot;Population comparison&quot;,&quot;type&quot;:&quot;chart&quot;}],&quot;layoutPreset&quot;:&quot;editorial&quot;,&quot;mode&quot;:&quot;smart&quot;,&quot;nextId&quot;: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