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0852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Sheet1!$A$2:$A$13</c:f>
              <c:strCache>
                <c:ptCount val="12"/>
                <c:pt idx="0">
                  <c:v>Week 01</c:v>
                </c:pt>
                <c:pt idx="1">
                  <c:v>Week 02</c:v>
                </c:pt>
                <c:pt idx="2">
                  <c:v>Week 03</c:v>
                </c:pt>
                <c:pt idx="3">
                  <c:v>Week 04</c:v>
                </c:pt>
                <c:pt idx="4">
                  <c:v>Week 05</c:v>
                </c:pt>
                <c:pt idx="5">
                  <c:v>Week 06</c:v>
                </c:pt>
                <c:pt idx="6">
                  <c:v>Week 07</c:v>
                </c:pt>
                <c:pt idx="7">
                  <c:v>Week 08</c:v>
                </c:pt>
                <c:pt idx="8">
                  <c:v>Week 09</c:v>
                </c:pt>
                <c:pt idx="9">
                  <c:v>Week 10</c:v>
                </c:pt>
                <c:pt idx="10">
                  <c:v>Week 11</c:v>
                </c:pt>
                <c:pt idx="11">
                  <c:v>Week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8.0</c:v>
                </c:pt>
                <c:pt idx="1">
                  <c:v>8.045</c:v>
                </c:pt>
                <c:pt idx="2">
                  <c:v>8.091</c:v>
                </c:pt>
                <c:pt idx="3">
                  <c:v>8.136</c:v>
                </c:pt>
                <c:pt idx="4">
                  <c:v>8.182</c:v>
                </c:pt>
                <c:pt idx="5">
                  <c:v>8.227</c:v>
                </c:pt>
                <c:pt idx="6">
                  <c:v>8.273</c:v>
                </c:pt>
                <c:pt idx="7">
                  <c:v>8.318</c:v>
                </c:pt>
                <c:pt idx="8">
                  <c:v>8.364</c:v>
                </c:pt>
                <c:pt idx="9">
                  <c:v>8.409</c:v>
                </c:pt>
                <c:pt idx="10">
                  <c:v>8.455</c:v>
                </c:pt>
                <c:pt idx="11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Sheet1!$A$2:$A$13</c:f>
              <c:strCache>
                <c:ptCount val="12"/>
                <c:pt idx="0">
                  <c:v>Week 01</c:v>
                </c:pt>
                <c:pt idx="1">
                  <c:v>Week 02</c:v>
                </c:pt>
                <c:pt idx="2">
                  <c:v>Week 03</c:v>
                </c:pt>
                <c:pt idx="3">
                  <c:v>Week 04</c:v>
                </c:pt>
                <c:pt idx="4">
                  <c:v>Week 05</c:v>
                </c:pt>
                <c:pt idx="5">
                  <c:v>Week 06</c:v>
                </c:pt>
                <c:pt idx="6">
                  <c:v>Week 07</c:v>
                </c:pt>
                <c:pt idx="7">
                  <c:v>Week 08</c:v>
                </c:pt>
                <c:pt idx="8">
                  <c:v>Week 09</c:v>
                </c:pt>
                <c:pt idx="9">
                  <c:v>Week 10</c:v>
                </c:pt>
                <c:pt idx="10">
                  <c:v>Week 11</c:v>
                </c:pt>
                <c:pt idx="11">
                  <c:v>Week 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8.2</c:v>
                </c:pt>
                <c:pt idx="1">
                  <c:v>8.345</c:v>
                </c:pt>
                <c:pt idx="2">
                  <c:v>8.491</c:v>
                </c:pt>
                <c:pt idx="3">
                  <c:v>8.636</c:v>
                </c:pt>
                <c:pt idx="4">
                  <c:v>8.782</c:v>
                </c:pt>
                <c:pt idx="5">
                  <c:v>8.927</c:v>
                </c:pt>
                <c:pt idx="6">
                  <c:v>9.073</c:v>
                </c:pt>
                <c:pt idx="7">
                  <c:v>9.218</c:v>
                </c:pt>
                <c:pt idx="8">
                  <c:v>9.364</c:v>
                </c:pt>
                <c:pt idx="9">
                  <c:v>9.509</c:v>
                </c:pt>
                <c:pt idx="10">
                  <c:v>9.655</c:v>
                </c:pt>
                <c:pt idx="11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1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8950" y="282713"/>
            <a:ext cx="7487936" cy="85492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685836" y="455733"/>
            <a:ext cx="3523735" cy="50888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185.0}"/>
          <p:cNvSpPr/>
          <p:nvPr/>
        </p:nvSpPr>
        <p:spPr>
          <a:xfrm>
            <a:off x="6364435" y="10745356"/>
            <a:ext cx="4845135" cy="13075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195.0}"/>
          <p:cNvSpPr/>
          <p:nvPr/>
        </p:nvSpPr>
        <p:spPr>
          <a:xfrm>
            <a:off x="98950" y="10710017"/>
            <a:ext cx="6166536" cy="137822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Control&quot;,8],[&quot;Treatment&quot;,8.2],[&quot;Control&quot;,8.045],[&quot;Treatment&quot;,8.345],[&quot;Control&quot;,8.091],[&quot;Treatment&quot;,8.491],[&quot;Control&quot;,8.136],[&quot;Treatment&quot;,8.636],[&quot;Control&quot;,8.182],[&quot;Treatment&quot;,8.782],[&quot;Control&quot;,8.227],[&quot;Treatment&quot;,8.927],[&quot;Control&quot;,8.273],[&quot;Treatment&quot;,9.073],[&quot;Control&quot;,8.318],[&quot;Treatment&quot;,9.218],[&quot;Control&quot;,8.364],[&quot;Treatment&quot;,9.364],[&quot;Control&quot;,8.409],[&quot;Treatment&quot;,9.509],[&quot;Control&quot;,8.455],[&quot;Treatment&quot;,9.655],[&quot;Control&quot;,8.5],[&quot;Treatment&quot;,9.8]],&quot;dataset_id&quot;:&quot;dataset-mupla2eu-oldmd5&quot;,&quot;element&quot;:&quot;Line Chart&quot;,&quot;engine&quot;:&quot;CoreChartEngine&quot;,&quot;groupId&quot;:null,&quot;id&quot;:&quot;c6&quot;,&quot;locked&quot;:false,&quot;mapping&quot;:{&quot;category&quot;:&quot;cohort_2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Control&quot;,&quot;value&quot;:8},{&quot;label&quot;:&quot;Treatment&quot;,&quot;value&quot;:8.2},{&quot;label&quot;:&quot;Control&quot;,&quot;value&quot;:8.045},{&quot;label&quot;:&quot;Treatment&quot;,&quot;value&quot;:8.345},{&quot;label&quot;:&quot;Control&quot;,&quot;value&quot;:8.091},{&quot;label&quot;:&quot;Treatment&quot;,&quot;value&quot;:8.491},{&quot;label&quot;:&quot;Control&quot;,&quot;value&quot;:8.136},{&quot;label&quot;:&quot;Treatment&quot;,&quot;value&quot;:8.636},{&quot;label&quot;:&quot;Control&quot;,&quot;value&quot;:8.182},{&quot;label&quot;:&quot;Treatment&quot;,&quot;value&quot;:8.782},{&quot;label&quot;:&quot;Control&quot;,&quot;value&quot;:8.227},{&quot;label&quot;:&quot;Treatment&quot;,&quot;value&quot;:8.927},{&quot;label&quot;:&quot;Control&quot;,&quot;value&quot;:8.273},{&quot;label&quot;:&quot;Treatment&quot;,&quot;value&quot;:9.073},{&quot;label&quot;:&quot;Control&quot;,&quot;value&quot;:8.318},{&quot;label&quot;:&quot;Treatment&quot;,&quot;value&quot;:9.218},{&quot;label&quot;:&quot;Control&quot;,&quot;value&quot;:8.364},{&quot;label&quot;:&quot;Treatment&quot;,&quot;value&quot;:9.364},{&quot;label&quot;:&quot;Control&quot;,&quot;value&quot;:8.409},{&quot;label&quot;:&quot;Treatment&quot;,&quot;value&quot;:9.509},{&quot;label&quot;:&quot;Control&quot;,&quot;value&quot;:8.455},{&quot;label&quot;:&quot;Treatment&quot;,&quot;value&quot;:9.655},{&quot;label&quot;:&quot;Control&quot;,&quot;value&quot;:8.5},{&quot;label&quot;:&quot;Treatment&quot;,&quot;value&quot;:9.8}],&quot;observations&quot;:[{&quot;label&quot;:&quot;Control&quot;,&quot;value&quot;:8},{&quot;label&quot;:&quot;Treatment&quot;,&quot;value&quot;:8.2},{&quot;label&quot;:&quot;Control&quot;,&quot;value&quot;:8.045},{&quot;label&quot;:&quot;Treatment&quot;,&quot;value&quot;:8.345},{&quot;label&quot;:&quot;Control&quot;,&quot;value&quot;:8.091},{&quot;label&quot;:&quot;Treatment&quot;,&quot;value&quot;:8.491},{&quot;label&quot;:&quot;Control&quot;,&quot;value&quot;:8.136},{&quot;label&quot;:&quot;Treatment&quot;,&quot;value&quot;:8.636},{&quot;label&quot;:&quot;Control&quot;,&quot;value&quot;:8.182},{&quot;label&quot;:&quot;Treatment&quot;,&quot;value&quot;:8.782},{&quot;label&quot;:&quot;Control&quot;,&quot;value&quot;:8.227},{&quot;label&quot;:&quot;Treatment&quot;,&quot;value&quot;:8.927},{&quot;label&quot;:&quot;Control&quot;,&quot;value&quot;:8.273},{&quot;label&quot;:&quot;Treatment&quot;,&quot;value&quot;:9.073},{&quot;label&quot;:&quot;Control&quot;,&quot;value&quot;:8.318},{&quot;label&quot;:&quot;Treatment&quot;,&quot;value&quot;:9.218},{&quot;label&quot;:&quot;Control&quot;,&quot;value&quot;:8.364},{&quot;label&quot;:&quot;Treatment&quot;,&quot;value&quot;:9.364},{&quot;label&quot;:&quot;Control&quot;,&quot;value&quot;:8.409},{&quot;label&quot;:&quot;Treatment&quot;,&quot;value&quot;:9.509},{&quot;label&quot;:&quot;Control&quot;,&quot;value&quot;:8.455},{&quot;label&quot;:&quot;Treatment&quot;,&quot;value&quot;:9.655},{&quot;label&quot;:&quot;Control&quot;,&quot;value&quot;:8.5},{&quot;label&quot;:&quot;Treatment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32922" y="1377943"/>
          <a:ext cx="6159292" cy="298906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pla4jy-z0zz0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819270" y="4468417"/>
            <a:ext cx="5669978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25" name="VIZ::c5::box-plot-grid-0"/>
          <p:cNvCxnSpPr/>
          <p:nvPr/>
        </p:nvCxnSpPr>
        <p:spPr>
          <a:xfrm>
            <a:off x="3558833" y="6666711"/>
            <a:ext cx="4992046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axis-0"/>
          <p:cNvSpPr txBox="1"/>
          <p:nvPr/>
        </p:nvSpPr>
        <p:spPr>
          <a:xfrm>
            <a:off x="2572750" y="6603211"/>
            <a:ext cx="83200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27" name="VIZ::c5::box-plot-grid-1"/>
          <p:cNvCxnSpPr/>
          <p:nvPr/>
        </p:nvCxnSpPr>
        <p:spPr>
          <a:xfrm>
            <a:off x="3558833" y="6255465"/>
            <a:ext cx="4992046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axis-1"/>
          <p:cNvSpPr txBox="1"/>
          <p:nvPr/>
        </p:nvSpPr>
        <p:spPr>
          <a:xfrm>
            <a:off x="2572750" y="6191965"/>
            <a:ext cx="83200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29" name="VIZ::c5::box-plot-grid-2"/>
          <p:cNvCxnSpPr/>
          <p:nvPr/>
        </p:nvCxnSpPr>
        <p:spPr>
          <a:xfrm>
            <a:off x="3558833" y="5844220"/>
            <a:ext cx="4992046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5::box-plot-axis-2"/>
          <p:cNvSpPr txBox="1"/>
          <p:nvPr/>
        </p:nvSpPr>
        <p:spPr>
          <a:xfrm>
            <a:off x="2572750" y="5780720"/>
            <a:ext cx="83200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31" name="VIZ::c5::box-plot-grid-3"/>
          <p:cNvCxnSpPr/>
          <p:nvPr/>
        </p:nvCxnSpPr>
        <p:spPr>
          <a:xfrm>
            <a:off x="3558833" y="5432975"/>
            <a:ext cx="4992046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axis-3"/>
          <p:cNvSpPr txBox="1"/>
          <p:nvPr/>
        </p:nvSpPr>
        <p:spPr>
          <a:xfrm>
            <a:off x="2572750" y="5369475"/>
            <a:ext cx="83200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33" name="VIZ::c5::box-plot-grid-4"/>
          <p:cNvCxnSpPr/>
          <p:nvPr/>
        </p:nvCxnSpPr>
        <p:spPr>
          <a:xfrm>
            <a:off x="3558833" y="5021729"/>
            <a:ext cx="4992046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axis-4"/>
          <p:cNvSpPr txBox="1"/>
          <p:nvPr/>
        </p:nvSpPr>
        <p:spPr>
          <a:xfrm>
            <a:off x="2572750" y="4958229"/>
            <a:ext cx="83200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35" name="VIZ::c5::box-plot-0-whisker"/>
          <p:cNvCxnSpPr/>
          <p:nvPr/>
        </p:nvCxnSpPr>
        <p:spPr>
          <a:xfrm>
            <a:off x="4806844.5" y="6176540"/>
            <a:ext cx="0.0" cy="41539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Z::c5::box-plot-0-whisker-cap-0"/>
          <p:cNvCxnSpPr/>
          <p:nvPr/>
        </p:nvCxnSpPr>
        <p:spPr>
          <a:xfrm>
            <a:off x="4550812.5" y="6591939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Z::c5::box-plot-0-whisker-cap-1"/>
          <p:cNvCxnSpPr/>
          <p:nvPr/>
        </p:nvCxnSpPr>
        <p:spPr>
          <a:xfrm>
            <a:off x="4550812.5" y="6176540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VIZ::c5::box-plot-0-quartiles"/>
          <p:cNvSpPr/>
          <p:nvPr/>
        </p:nvSpPr>
        <p:spPr>
          <a:xfrm>
            <a:off x="4550812" y="6238850"/>
            <a:ext cx="512064" cy="290779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VIZ::c5::box-plot-0-median"/>
          <p:cNvCxnSpPr/>
          <p:nvPr/>
        </p:nvCxnSpPr>
        <p:spPr>
          <a:xfrm>
            <a:off x="4550812.5" y="6384239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58204" y="6801300"/>
            <a:ext cx="1097280" cy="38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41" name="VIZ::c5::box-plot-1-whisker"/>
          <p:cNvCxnSpPr/>
          <p:nvPr/>
        </p:nvCxnSpPr>
        <p:spPr>
          <a:xfrm>
            <a:off x="7302867.5" y="5096501"/>
            <a:ext cx="0.0" cy="1329278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IZ::c5::box-plot-1-whisker-cap-0"/>
          <p:cNvCxnSpPr/>
          <p:nvPr/>
        </p:nvCxnSpPr>
        <p:spPr>
          <a:xfrm>
            <a:off x="7046835.5" y="6425779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Z::c5::box-plot-1-whisker-cap-1"/>
          <p:cNvCxnSpPr/>
          <p:nvPr/>
        </p:nvCxnSpPr>
        <p:spPr>
          <a:xfrm>
            <a:off x="7046835.5" y="5096501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IZ::c5::box-plot-1-quartiles"/>
          <p:cNvSpPr/>
          <p:nvPr/>
        </p:nvSpPr>
        <p:spPr>
          <a:xfrm>
            <a:off x="7046835" y="5345741"/>
            <a:ext cx="512064" cy="76848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VIZ::c5::box-plot-1-median"/>
          <p:cNvCxnSpPr/>
          <p:nvPr/>
        </p:nvCxnSpPr>
        <p:spPr>
          <a:xfrm>
            <a:off x="7046835.5" y="5719600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754227" y="6801300"/>
            <a:ext cx="1097280" cy="38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eaches 9.8% across twelve weekly cohorts; control reaches 8.5%. These observed cohorts support a limited rollout with the quality guardrail retained. They do not establish a long-term retention benefit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eaches 9.8% across twelve weekly cohorts; control reaches 8.5%. These observed cohorts support a limited rollout with the quality guardrail retained. They do not establish a long-term retention benefit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91163" y="2396954"/>
            <a:ext cx="4184435" cy="9510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Treatment conversion reaches 9.8% across twelve weekly cohorts; control reaches 8.5%. These observed cohorts support a limited rollout with the quality guardrail retained. They do not establish a long-term retention benefit.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8950" y="9725610"/>
            <a:ext cx="11110621" cy="74410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Conversion by week::chart-label-band"/>
          <p:cNvSpPr/>
          <p:nvPr/>
        </p:nvSpPr>
        <p:spPr>
          <a:xfrm>
            <a:off x="556107" y="3694470"/>
            <a:ext cx="6036106" cy="672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VIZ::Conversion by week::category-label-axis"/>
          <p:cNvCxnSpPr/>
          <p:nvPr/>
        </p:nvCxnSpPr>
        <p:spPr>
          <a:xfrm>
            <a:off x="1233629" y="3709416"/>
            <a:ext cx="5112213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onversion by week::category-label-0"/>
          <p:cNvSpPr txBox="1"/>
          <p:nvPr/>
        </p:nvSpPr>
        <p:spPr>
          <a:xfrm>
            <a:off x="1265580" y="3739306"/>
            <a:ext cx="575123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Week 01</a:t>
            </a:r>
          </a:p>
        </p:txBody>
      </p:sp>
      <p:sp>
        <p:nvSpPr>
          <p:cNvPr id="15" name="VIZ::Conversion by week::category-label-2"/>
          <p:cNvSpPr txBox="1"/>
          <p:nvPr/>
        </p:nvSpPr>
        <p:spPr>
          <a:xfrm>
            <a:off x="1915257" y="3739306"/>
            <a:ext cx="76683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Week 03</a:t>
            </a:r>
          </a:p>
        </p:txBody>
      </p:sp>
      <p:sp>
        <p:nvSpPr>
          <p:cNvPr id="16" name="VIZ::Conversion by week::category-label-4"/>
          <p:cNvSpPr txBox="1"/>
          <p:nvPr/>
        </p:nvSpPr>
        <p:spPr>
          <a:xfrm>
            <a:off x="2767292" y="3739306"/>
            <a:ext cx="76683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Week 05</a:t>
            </a:r>
          </a:p>
        </p:txBody>
      </p:sp>
      <p:sp>
        <p:nvSpPr>
          <p:cNvPr id="17" name="VIZ::Conversion by week::category-label-6"/>
          <p:cNvSpPr txBox="1"/>
          <p:nvPr/>
        </p:nvSpPr>
        <p:spPr>
          <a:xfrm>
            <a:off x="3619328" y="3739306"/>
            <a:ext cx="76683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Week 07</a:t>
            </a:r>
          </a:p>
        </p:txBody>
      </p:sp>
      <p:sp>
        <p:nvSpPr>
          <p:cNvPr id="18" name="VIZ::Conversion by week::category-label-8"/>
          <p:cNvSpPr txBox="1"/>
          <p:nvPr/>
        </p:nvSpPr>
        <p:spPr>
          <a:xfrm>
            <a:off x="4471363" y="3739306"/>
            <a:ext cx="76683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Week 09</a:t>
            </a:r>
          </a:p>
        </p:txBody>
      </p:sp>
      <p:sp>
        <p:nvSpPr>
          <p:cNvPr id="19" name="VIZ::Conversion by week::category-label-10"/>
          <p:cNvSpPr txBox="1"/>
          <p:nvPr/>
        </p:nvSpPr>
        <p:spPr>
          <a:xfrm>
            <a:off x="5334049" y="3739306"/>
            <a:ext cx="95853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Week 11</a:t>
            </a:r>
          </a:p>
        </p:txBody>
      </p:sp>
      <p:sp>
        <p:nvSpPr>
          <p:cNvPr id="20" name="VIZ::Conversion by week::legend-marker-0"/>
          <p:cNvSpPr/>
          <p:nvPr/>
        </p:nvSpPr>
        <p:spPr>
          <a:xfrm>
            <a:off x="1320622" y="4185807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Conversion by week::legend-label-0"/>
          <p:cNvSpPr txBox="1"/>
          <p:nvPr/>
        </p:nvSpPr>
        <p:spPr>
          <a:xfrm>
            <a:off x="1422222" y="4068104"/>
            <a:ext cx="2309409" cy="2989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Control</a:t>
            </a:r>
          </a:p>
        </p:txBody>
      </p:sp>
      <p:sp>
        <p:nvSpPr>
          <p:cNvPr id="22" name="VIZ::Conversion by week::legend-marker-1"/>
          <p:cNvSpPr/>
          <p:nvPr/>
        </p:nvSpPr>
        <p:spPr>
          <a:xfrm>
            <a:off x="3845931" y="4185807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Conversion by week::legend-label-1"/>
          <p:cNvSpPr txBox="1"/>
          <p:nvPr/>
        </p:nvSpPr>
        <p:spPr>
          <a:xfrm>
            <a:off x="3947531" y="4068104"/>
            <a:ext cx="2309409" cy="2989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Treatment</a:t>
            </a:r>
          </a:p>
        </p:txBody>
      </p:sp>
      <p:graphicFrame>
        <p:nvGraphicFramePr>
          <p:cNvPr id="47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8950" y="7654737"/>
          <a:ext cx="11110621" cy="1830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655"/>
                <a:gridCol w="2777655"/>
                <a:gridCol w="2777655"/>
                <a:gridCol w="2777656"/>
              </a:tblGrid>
              <a:tr h="45764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764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764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7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12,&quot;missing&quot;:0,&quot;type_override&quot;:true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24,&quot;missing&quot;:0},&quot;semantic_tags&quot;:[],&quot;type&quot;:&quot;number&quot;,&quot;unit&quot;:&quot;&quot;}],&quot;id&quot;:&quot;dataset-mupla2eu-oldmd5&quot;,&quot;metadata&quot;:{&quot;header&quot;:{&quot;confidence&quot;:0.8333333333333334,&quot;present&quot;:true,&quot;source_row&quot;:0}},&quot;name&quot;:&quot;Pasted data&quot;,&quot;revision&quot;:9,&quot;rows&quot;:[[&quot;Week 01&quot;,&quot;Control&quot;,8],[&quot;Week 01&quot;,&quot;Treatment&quot;,8.2],[&quot;Week 02&quot;,&quot;Control&quot;,8.045],[&quot;Week 02&quot;,&quot;Treatment&quot;,8.345],[&quot;Week 03&quot;,&quot;Control&quot;,8.091],[&quot;Week 03&quot;,&quot;Treatment&quot;,8.491],[&quot;Week 04&quot;,&quot;Control&quot;,8.136],[&quot;Week 04&quot;,&quot;Treatment&quot;,8.636],[&quot;Week 05&quot;,&quot;Control&quot;,8.182],[&quot;Week 05&quot;,&quot;Treatment&quot;,8.782],[&quot;Week 06&quot;,&quot;Control&quot;,8.227],[&quot;Week 06&quot;,&quot;Treatment&quot;,8.927],[&quot;Week 07&quot;,&quot;Control&quot;,8.273],[&quot;Week 07&quot;,&quot;Treatment&quot;,9.073],[&quot;Week 08&quot;,&quot;Control&quot;,8.318],[&quot;Week 08&quot;,&quot;Treatment&quot;,9.218],[&quot;Week 09&quot;,&quot;Control&quot;,8.364],[&quot;Week 09&quot;,&quot;Treatment&quot;,9.364],[&quot;Week 10&quot;,&quot;Control&quot;,8.409],[&quot;Week 10&quot;,&quot;Treatment&quot;,9.509],[&quot;Week 11&quot;,&quot;Control&quot;,8.455],[&quot;Week 11&quot;,&quot;Treatment&quot;,9.655],[&quot;Week 12&quot;,&quot;Control&quot;,8.5],[&quot;Week 12&quot;,&quot;Treatment&quot;,9.8]],&quot;source&quot;:{&quot;imported_at&quot;:&quot;2026-10-01T14:04:07.055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pla4jy-z0zz0t&quot;,&quot;metadata&quot;:{&quot;header&quot;:{&quot;confidence&quot;:1,&quot;present&quot;:true,&quot;source_row&quot;:0}},&quot;name&quot;:&quot;Pasted data&quot;,&quot;revision&quot;:5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10-01T13:47:58.990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pla4jy-z0zz0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pla2eu-oldmd5&quot;,&quot;element&quot;:&quot;Line Chart&quot;,&quot;engine&quot;:&quot;CoreChartEngine&quot;,&quot;groupId&quot;:null,&quot;id&quot;:&quot;c6&quot;,&quot;locked&quot;:false,&quot;mapping&quot;:{&quot;category&quot;:&quot;cohort_2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eaches 9.8% across twelve weekly cohorts; control reaches 8.5%. These observed cohorts support a limited rollout with the quality guardrail retained. They do not establish a long-term retention benefit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eaches 9.8% across twelve weekly cohorts; control reaches 8.5%. These observed cohorts support a limited rollout with the quality guardrail retained. They do not establish a long-term retention benefit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