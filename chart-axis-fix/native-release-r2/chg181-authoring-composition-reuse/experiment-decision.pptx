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pndnpm-wsudcb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pndpud-ky5d0m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pndnpm-wsudcb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10-01T14:46:43.018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pndpud-ky5d0m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10-01T14:46:45.781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pndpud-ky5d0m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pndnpm-wsudcb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