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pnf2mf-tiw0fm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pnf2mf-tiw0fm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nf2mf-tiw0fm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1T14:47:48.999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nf2mf-tiw0fm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nf2mf-tiw0fm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