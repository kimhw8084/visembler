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3250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80.0</c:v>
                </c:pt>
                <c:pt idx="1">
                  <c:v>95.0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5.7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80.0</c:v>
                </c:pt>
                <c:pt idx="1">
                  <c:v>95.0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5.7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15 units in the regional review.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source extract captured for the first report.</a:t>
            </a:r>
          </a:p>
        </p:txBody>
      </p:sp>
      <p:sp>
        <p:nvSpPr>
          <p:cNvPr id="4" name="VIZ::Regional revenue total KPI" title="Visembler report text roles: metric title, metric value" descr="VisualizerSemantic: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,&quot;x&quot;:14.0,&quot;y&quot;:202.43120000000002,&quot;w&quot;:648.48,&quot;h&quot;:205.0}"/>
          <p:cNvSpPr/>
          <p:nvPr/>
        </p:nvSpPr>
        <p:spPr>
          <a:xfrm>
            <a:off x="106679" y="1542525"/>
            <a:ext cx="4941417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175 units</a:t>
            </a:r>
          </a:p>
        </p:txBody>
      </p:sp>
      <p:sp>
        <p:nvSpPr>
          <p:cNvPr id="5" name="VIZ::West lead over East KPI" title="Visembler report text roles: metric title, metric value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,&quot;x&quot;:676.48,&quot;y&quot;:204.93120000000002,&quot;w&quot;:447.76,&quot;h&quot;:200.0}"/>
          <p:cNvSpPr/>
          <p:nvPr/>
        </p:nvSpPr>
        <p:spPr>
          <a:xfrm>
            <a:off x="5154777" y="1561575"/>
            <a:ext cx="3411931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138.24,&quot;y&quot;:196.93120000000002,&quot;w&quot;:447.76,&quot;h&quot;:216.0}"/>
          <p:cNvSpPr/>
          <p:nvPr/>
        </p:nvSpPr>
        <p:spPr>
          <a:xfrm>
            <a:off x="8673387" y="1500615"/>
            <a:ext cx="3411931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80 units → 95 units</a:t>
            </a:r>
          </a:p>
        </p:txBody>
      </p:sp>
      <p:graphicFrame>
        <p:nvGraphicFramePr>
          <p:cNvPr id="12" name="VIZ::Regional revenue by area" descr="VisualizerSemantic:{&quot;brush&quot;:[0,4],&quot;composition_role&quot;:&quot;supporting_analysis&quot;,&quot;cross&quot;:null,&quot;data&quot;:[[&quot;East&quot;,80],[&quot;West&quot;,95]],&quot;dataset_id&quot;:&quot;dataset-mupne4vy-8n6he2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observations&quot;:[{&quot;label&quot;:&quot;East&quot;,&quot;value&quot;:80},{&quot;label&quot;:&quot;West&quot;,&quot;value&quot;:95}],&quot;x&quot;:133.60606060606062,&quot;y&quot;:446.9312,&quot;w&quot;:659.3939393939394,&quot;h&quot;:320.0}"/>
          <p:cNvGraphicFramePr>
            <a:graphicFrameLocks noGrp="1"/>
          </p:cNvGraphicFramePr>
          <p:nvPr/>
        </p:nvGraphicFramePr>
        <p:xfrm>
          <a:off x="1018078" y="340561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3" name="VIZ::Regional revenue comparison" descr="VisualizerSemantic:{&quot;brush&quot;:[0,4],&quot;composition_role&quot;:&quot;supporting_analysis&quot;,&quot;cross&quot;:null,&quot;data&quot;:[[&quot;East&quot;,80],[&quot;West&quot;,95]],&quot;dataset_id&quot;:&quot;dataset-mupne4vy-8n6he2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observations&quot;:[{&quot;label&quot;:&quot;East&quot;,&quot;value&quot;:80},{&quot;label&quot;:&quot;West&quot;,&quot;value&quot;:95}],&quot;x&quot;:807.0,&quot;y&quot;:446.9312,&quot;w&quot;:659.3939393939394,&quot;h&quot;:320.0}"/>
          <p:cNvGraphicFramePr>
            <a:graphicFrameLocks noGrp="1"/>
          </p:cNvGraphicFramePr>
          <p:nvPr/>
        </p:nvGraphicFramePr>
        <p:xfrm>
          <a:off x="6149339" y="340561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092.4512,&quot;w&quot;:1572.0,&quot;h&quot;:113.70240000000003}"/>
          <p:cNvSpPr/>
          <p:nvPr/>
        </p:nvSpPr>
        <p:spPr>
          <a:xfrm>
            <a:off x="106679" y="832447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current review compares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1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240.1536,&quot;w&quot;:1572.0,&quot;h&quot;:100.80000000000001}"/>
          <p:cNvSpPr/>
          <p:nvPr/>
        </p:nvSpPr>
        <p:spPr>
          <a:xfrm>
            <a:off x="106679" y="944996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4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800.9312,&quot;w&quot;:1572.0,&quot;h&quot;:257.52}"/>
          <p:cNvGraphicFramePr>
            <a:graphicFrameLocks noGrp="1"/>
          </p:cNvGraphicFramePr>
          <p:nvPr/>
        </p:nvGraphicFramePr>
        <p:xfrm>
          <a:off x="106679" y="610309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pne4vy-8n6he2&quot;,&quot;metadata&quot;:{&quot;header&quot;:{&quot;confidence&quot;:0.75,&quot;present&quot;:true,&quot;source_row&quot;:0}},&quot;name&quot;:&quot;Pasted data&quot;,&quot;revision&quot;:1,&quot;rows&quot;:[[&quot;East&quot;,80],[&quot;West&quot;,95]],&quot;source&quot;:{&quot;imported_at&quot;:&quot;2026-10-01T14:47:05.279Z&quot;,&quot;kind&quot;:&quot;clipboard&quot;,&quot;label&quot;:&quot;TSV&quot;},&quot;warnings&quot;:[]}],&quot;groups&quot;:{},&quot;items&quot;:[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},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},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},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pne4vy-8n6he2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pne4vy-8n6he2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