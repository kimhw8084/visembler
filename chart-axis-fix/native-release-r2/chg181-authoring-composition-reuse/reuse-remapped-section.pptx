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Vertical Bar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VIZ::Vertical Bar" descr="VisualizerSemantic:{&quot;brush&quot;:[0,4],&quot;cross&quot;:null,&quot;data&quot;:[[&quot;East&quot;,280],[&quot;West&quot;,305]],&quot;dataset_id&quot;:&quot;dataset-mupnel9a-mjtcc4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" name="VIZ::Regional revenue by area copy" descr="VisualizerSemantic:{&quot;brush&quot;:[0,4],&quot;composition_role&quot;:&quot;supporting_analysis&quot;,&quot;cross&quot;:null,&quot;dataset_id&quot;:&quot;dataset-mupnel9a-mjtcc4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VIZ::Regional revenue comparison copy" descr="VisualizerSemantic:{&quot;brush&quot;:[0,4],&quot;composition_role&quot;:&quot;supporting_analysis&quot;,&quot;cross&quot;:null,&quot;dataset_id&quot;:&quot;dataset-mupnel9a-mjtcc4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pnel9a-mjtcc4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10-01T14:47:26.495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pnel9a-mjtcc4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pnel9a-mjtcc4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pnel9a-mjtcc4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