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pnfal1-xsjrn0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pnfal1-xsjrn0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pnfal1-xsjrn0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10-01T14:47:59.317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pnfal1-xsjrn0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nfal1-xsjrn0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