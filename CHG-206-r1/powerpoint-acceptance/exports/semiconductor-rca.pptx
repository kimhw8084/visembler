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337678" cy="12191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Process stability and specification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Process stability and specification</c:v>
                </c:pt>
              </c:strCache>
            </c:strRef>
          </c:tx>
          <c:cat>
            <c:strRef>
              <c:f>Sheet1!$A$2:$A$6</c:f>
              <c:strCache>
                <c:ptCount val="5"/>
                <c:pt idx="0">
                  <c:v>W36-1</c:v>
                </c:pt>
                <c:pt idx="1">
                  <c:v>W36-2</c:v>
                </c:pt>
                <c:pt idx="2">
                  <c:v>W36-3</c:v>
                </c:pt>
                <c:pt idx="3">
                  <c:v>W36-4</c:v>
                </c:pt>
                <c:pt idx="4">
                  <c:v>W36-5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801.4</c:v>
                </c:pt>
                <c:pt idx="1">
                  <c:v>802</c:v>
                </c:pt>
                <c:pt idx="2">
                  <c:v>799.8</c:v>
                </c:pt>
                <c:pt idx="3">
                  <c:v>798.2</c:v>
                </c:pt>
                <c:pt idx="4">
                  <c:v>797.1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Control versus affected distribution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Control versus affected distribution</c:v>
                </c:pt>
              </c:strCache>
            </c:strRef>
          </c:tx>
          <c:cat>
            <c:strRef>
              <c:f>Sheet1!$A$2:$A$17</c:f>
              <c:strCache>
                <c:ptCount val="16"/>
                <c:pt idx="0">
                  <c:v>Reference</c:v>
                </c:pt>
                <c:pt idx="1">
                  <c:v>Reference</c:v>
                </c:pt>
                <c:pt idx="2">
                  <c:v>Reference</c:v>
                </c:pt>
                <c:pt idx="3">
                  <c:v>Reference</c:v>
                </c:pt>
                <c:pt idx="4">
                  <c:v>Reference</c:v>
                </c:pt>
                <c:pt idx="5">
                  <c:v>Reference</c:v>
                </c:pt>
                <c:pt idx="6">
                  <c:v>Reference</c:v>
                </c:pt>
                <c:pt idx="7">
                  <c:v>Reference</c:v>
                </c:pt>
                <c:pt idx="8">
                  <c:v>Affected</c:v>
                </c:pt>
                <c:pt idx="9">
                  <c:v>Affected</c:v>
                </c:pt>
                <c:pt idx="10">
                  <c:v>Affected</c:v>
                </c:pt>
                <c:pt idx="11">
                  <c:v>Affected</c:v>
                </c:pt>
                <c:pt idx="12">
                  <c:v>Affected</c:v>
                </c:pt>
                <c:pt idx="13">
                  <c:v>Affected</c:v>
                </c:pt>
                <c:pt idx="14">
                  <c:v>Affected</c:v>
                </c:pt>
                <c:pt idx="15">
                  <c:v>Affected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801.4</c:v>
                </c:pt>
                <c:pt idx="1">
                  <c:v>803.1</c:v>
                </c:pt>
                <c:pt idx="2">
                  <c:v>800.8</c:v>
                </c:pt>
                <c:pt idx="3">
                  <c:v>802.7</c:v>
                </c:pt>
                <c:pt idx="4">
                  <c:v>801.9</c:v>
                </c:pt>
                <c:pt idx="5">
                  <c:v>803.4</c:v>
                </c:pt>
                <c:pt idx="6">
                  <c:v>800.5</c:v>
                </c:pt>
                <c:pt idx="7">
                  <c:v>802.2</c:v>
                </c:pt>
                <c:pt idx="8">
                  <c:v>798</c:v>
                </c:pt>
                <c:pt idx="9">
                  <c:v>797.2</c:v>
                </c:pt>
                <c:pt idx="10">
                  <c:v>799.1</c:v>
                </c:pt>
                <c:pt idx="11">
                  <c:v>796.8</c:v>
                </c:pt>
                <c:pt idx="12">
                  <c:v>798.7</c:v>
                </c:pt>
                <c:pt idx="13">
                  <c:v>797.5</c:v>
                </c:pt>
                <c:pt idx="14">
                  <c:v>799.3</c:v>
                </c:pt>
                <c:pt idx="15">
                  <c:v>796.9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IZ::Executive Statement" title="Visembler report text roles: text heading, report headline" descr="VisualizerSemantic:{&quot;body&quot;:&quot;Lot WQ-7314 shows a localized edge-band yield loss after the September 18 ETCH-08 chamber A ru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Lot WQ-7314 shows a localized edge-band yield loss after the September 18 ETCH-08 chamber A run.&quot;,&quot;title&quot;:&quot;Executive Statement&quot;,&quot;type&quot;:&quot;text&quot;,&quot;weight&quot;:1,&quot;z&quot;:1,&quot;x&quot;:14.0,&quot;y&quot;:40.0,&quot;w&quot;:1059.44,&quot;h&quot;:109.76}"/>
          <p:cNvSpPr/>
          <p:nvPr/>
        </p:nvSpPr>
        <p:spPr>
          <a:xfrm>
            <a:off x="90454" y="258442"/>
            <a:ext cx="6845093" cy="709164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Executive Statement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750" b="1" i="0">
                <a:solidFill>
                  <a:srgbClr val="172B43"/>
                </a:solidFill>
                <a:latin typeface="Arial"/>
              </a:rPr>
              <a:t>Lot WQ-7314 shows a localized edge-band yield loss after the September 18 ETCH-08 chamber A run.</a:t>
            </a:r>
          </a:p>
        </p:txBody>
      </p:sp>
      <p:sp>
        <p:nvSpPr>
          <p:cNvPr id="3" name="VIZ::Affected scope" title="Visembler report text roles: text heading, context subhead" descr="VisualizerSemantic:{&quot;body&quot;:&quot;Wafer WQ-7314 · route R17B · ETCH-08 / chamber A · inline metrology sample 4,812 · paired reference wafer WQ-7298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Wafer WQ-7314 · route R17B · ETCH-08 / chamber A · inline metrology sample 4,812 · paired reference wafer WQ-7298.&quot;,&quot;title&quot;:&quot;Affected scope&quot;,&quot;type&quot;:&quot;text&quot;,&quot;weight&quot;:1,&quot;z&quot;:2,&quot;x&quot;:1087.44,&quot;y&quot;:58.88,&quot;w&quot;:498.56,&quot;h&quot;:72.0}"/>
          <p:cNvSpPr/>
          <p:nvPr/>
        </p:nvSpPr>
        <p:spPr>
          <a:xfrm>
            <a:off x="7026002" y="380426"/>
            <a:ext cx="3221220" cy="46519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1D1D1F"/>
                </a:solidFill>
                <a:latin typeface="Arial"/>
              </a:defRPr>
            </a:pPr>
            <a:r>
              <a:rPr sz="950" b="1" i="0">
                <a:solidFill>
                  <a:srgbClr val="1C2B3E"/>
                </a:solidFill>
                <a:latin typeface="Arial"/>
              </a:rPr>
              <a:t>Affected scope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374A60"/>
                </a:solidFill>
                <a:latin typeface="Arial Narrow"/>
              </a:rPr>
              <a:t>Wafer WQ-7314 · route R17B · ETCH-08 / chamber A · inline metrology sample 4,812 · paired reference wafer WQ-7298.</a:t>
            </a:r>
          </a:p>
        </p:txBody>
      </p:sp>
      <p:sp>
        <p:nvSpPr>
          <p:cNvPr id="4" name="VIZ::Affected edge-band yield KPI" title="Visembler report text roles: metric title, metric value" descr="VisualizerSemantic:{&quot;capability_overrides&quot;:{&quot;target&quot;:96},&quot;composition_role&quot;:&quot;hero_metric&quot;,&quot;delta&quot;:-4.2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Affected edge-band yield&quot;,&quot;type&quot;:&quot;metric&quot;,&quot;unit&quot;:&quot;%&quot;,&quot;value&quot;:91.8,&quot;weight&quot;:1,&quot;z&quot;:3,&quot;x&quot;:900.4800000000001,&quot;y&quot;:188.76,&quot;w&quot;:685.52,&quot;h&quot;:186.0}"/>
          <p:cNvSpPr/>
          <p:nvPr/>
        </p:nvSpPr>
        <p:spPr>
          <a:xfrm>
            <a:off x="5818045" y="1219587"/>
            <a:ext cx="4429178" cy="120175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edge-band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400" b="1" i="0">
                <a:solidFill>
                  <a:srgbClr val="17324E"/>
                </a:solidFill>
                <a:latin typeface="Arial"/>
              </a:rPr>
              <a:t>91.8%</a:t>
            </a:r>
          </a:p>
        </p:txBody>
      </p:sp>
      <p:sp>
        <p:nvSpPr>
          <p:cNvPr id="5" name="VIZ::Affected vs paired-reference yield KPI" title="Visembler report text roles: metric title, comparison value" descr="VisualizerSemantic:{&quot;after&quot;:91.8,&quot;before&quot;:98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s paired-reference yield&quot;,&quot;type&quot;:&quot;comparison&quot;,&quot;unit&quot;:&quot;%&quot;,&quot;weight&quot;:1,&quot;z&quot;:4,&quot;x&quot;:14.0,&quot;y&quot;:183.76,&quot;w&quot;:872.4800000000001,&quot;h&quot;:196.0}"/>
          <p:cNvSpPr/>
          <p:nvPr/>
        </p:nvSpPr>
        <p:spPr>
          <a:xfrm>
            <a:off x="90454" y="1187282"/>
            <a:ext cx="5637135" cy="1266365"/>
          </a:xfrm>
          <a:prstGeom prst="roundRect">
            <a:avLst/>
          </a:prstGeom>
          <a:solidFill>
            <a:srgbClr val="FFFFFF"/>
          </a:solidFill>
          <a:ln>
            <a:solidFill>
              <a:srgbClr val="1B66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" rIns="27432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defRPr sz="1000" b="1">
                <a:solidFill>
                  <a:srgbClr val="6E6E73"/>
                </a:solidFill>
                <a:latin typeface="Arial"/>
              </a:defRPr>
            </a:pPr>
            <a:r>
              <a:rPr sz="1050" b="1" i="0">
                <a:solidFill>
                  <a:srgbClr val="374A60"/>
                </a:solidFill>
                <a:latin typeface="Arial"/>
              </a:rPr>
              <a:t>Affected vs paired-reference yield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2000" b="1" i="0">
                <a:solidFill>
                  <a:srgbClr val="17324E"/>
                </a:solidFill>
                <a:latin typeface="Arial"/>
              </a:rPr>
              <a:t>98% → 91.8%</a:t>
            </a:r>
          </a:p>
        </p:txBody>
      </p:sp>
      <p:graphicFrame>
        <p:nvGraphicFramePr>
          <p:cNvPr id="7" name="Chart 6" descr="VisualizerSemantic: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36-1&quot;,&quot;value&quot;:801.4},{&quot;label&quot;:&quot;W36-2&quot;,&quot;value&quot;:802},{&quot;label&quot;:&quot;W36-3&quot;,&quot;value&quot;:799.8},{&quot;label&quot;:&quot;W36-4&quot;,&quot;value&quot;:798.2},{&quot;label&quot;:&quot;W36-5&quot;,&quot;value&quot;:797.1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,&quot;x&quot;:484.0799999999999,&quot;y&quot;:445.1264705882353,&quot;w&quot;:509.52000000000004,&quot;h&quot;:247.26705882352942}"/>
          <p:cNvGraphicFramePr>
            <a:graphicFrameLocks noGrp="1"/>
          </p:cNvGraphicFramePr>
          <p:nvPr/>
        </p:nvGraphicFramePr>
        <p:xfrm>
          <a:off x="3127664" y="2875983"/>
          <a:ext cx="3292033" cy="1597604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 descr="VisualizerSemantic:{&quot;composition_role&quot;:&quot;primary_analysis&quot;,&quot;data&quot;:[[&quot;Reference&quot;,801.4],[&quot;Reference&quot;,803.1],[&quot;Reference&quot;,800.8],[&quot;Reference&quot;,802.7],[&quot;Reference&quot;,801.9],[&quot;Reference&quot;,803.4],[&quot;Reference&quot;,800.5],[&quot;Reference&quot;,802.2],[&quot;Affected&quot;,798],[&quot;Affected&quot;,797.2],[&quot;Affected&quot;,799.1],[&quot;Affected&quot;,796.8],[&quot;Affected&quot;,798.7],[&quot;Affected&quot;,797.5],[&quot;Affected&quot;,799.3],[&quot;Affected&quot;,796.9]],&quot;dataset_id&quot;:&quot;dataset-mufvh8t7-xuoxpc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thickness_nm_2&quot;,&quot;x&quot;:&quot;thickness_nm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,&quot;rows&quot;:[{&quot;label&quot;:&quot;Reference&quot;,&quot;value&quot;:801.4},{&quot;label&quot;:&quot;Reference&quot;,&quot;value&quot;:803.1},{&quot;label&quot;:&quot;Reference&quot;,&quot;value&quot;:800.8},{&quot;label&quot;:&quot;Reference&quot;,&quot;value&quot;:802.7},{&quot;label&quot;:&quot;Reference&quot;,&quot;value&quot;:801.9},{&quot;label&quot;:&quot;Reference&quot;,&quot;value&quot;:803.4},{&quot;label&quot;:&quot;Reference&quot;,&quot;value&quot;:800.5},{&quot;label&quot;:&quot;Reference&quot;,&quot;value&quot;:802.2},{&quot;label&quot;:&quot;Affected&quot;,&quot;value&quot;:798},{&quot;label&quot;:&quot;Affected&quot;,&quot;value&quot;:797.2},{&quot;label&quot;:&quot;Affected&quot;,&quot;value&quot;:799.1},{&quot;label&quot;:&quot;Affected&quot;,&quot;value&quot;:796.8},{&quot;label&quot;:&quot;Affected&quot;,&quot;value&quot;:798.7},{&quot;label&quot;:&quot;Affected&quot;,&quot;value&quot;:797.5},{&quot;label&quot;:&quot;Affected&quot;,&quot;value&quot;:799.3},{&quot;label&quot;:&quot;Affected&quot;,&quot;value&quot;:796.9}],&quot;observations&quot;:[{&quot;label&quot;:&quot;Reference&quot;,&quot;value&quot;:801.4},{&quot;label&quot;:&quot;Reference&quot;,&quot;value&quot;:803.1},{&quot;label&quot;:&quot;Reference&quot;,&quot;value&quot;:800.8},{&quot;label&quot;:&quot;Reference&quot;,&quot;value&quot;:802.7},{&quot;label&quot;:&quot;Reference&quot;,&quot;value&quot;:801.9},{&quot;label&quot;:&quot;Reference&quot;,&quot;value&quot;:803.4},{&quot;label&quot;:&quot;Reference&quot;,&quot;value&quot;:800.5},{&quot;label&quot;:&quot;Reference&quot;,&quot;value&quot;:802.2},{&quot;label&quot;:&quot;Affected&quot;,&quot;value&quot;:798},{&quot;label&quot;:&quot;Affected&quot;,&quot;value&quot;:797.2},{&quot;label&quot;:&quot;Affected&quot;,&quot;value&quot;:799.1},{&quot;label&quot;:&quot;Affected&quot;,&quot;value&quot;:796.8},{&quot;label&quot;:&quot;Affected&quot;,&quot;value&quot;:798.7},{&quot;label&quot;:&quot;Affected&quot;,&quot;value&quot;:797.5},{&quot;label&quot;:&quot;Affected&quot;,&quot;value&quot;:799.3},{&quot;label&quot;:&quot;Affected&quot;,&quot;value&quot;:796.9}],&quot;x&quot;:1007.5999999999999,&quot;y&quot;:458.76,&quot;w&quot;:432.32000000000005,&quot;h&quot;:220.0}"/>
          <p:cNvGraphicFramePr>
            <a:graphicFrameLocks noGrp="1"/>
          </p:cNvGraphicFramePr>
          <p:nvPr/>
        </p:nvGraphicFramePr>
        <p:xfrm>
          <a:off x="6510152" y="2964070"/>
          <a:ext cx="2793240" cy="142143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VIZ::Verified finding" title="Visembler report text roles: text heading, narrative interpretation, evidence detail, action status" descr="VisualizerSemantic:{&quot;composition_role&quot;:&quot;narrative_interpretation&quot;,&quot;detail&quot;:&quot;Nine lower-right edge-band records average 91.8% versus a 98.0% paired-reference mean. Pressure shift begins after PM-44719; cause remains unconfirmed. Keep the lot contained through endpoint calibration and matched rerun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Signal · WQ-7314 edge-band yield is below the paired reference.&quot;,&quot;status&quot;:&quot;Needs verification&quot;,&quot;title&quot;:&quot;Verified finding&quot;,&quot;type&quot;:&quot;evidence&quot;,&quot;weight&quot;:1,&quot;z&quot;:9,&quot;x&quot;:14.0,&quot;y&quot;:731.76,&quot;w&quot;:1572.0,&quot;h&quot;:237.60000000000002}"/>
          <p:cNvSpPr/>
          <p:nvPr/>
        </p:nvSpPr>
        <p:spPr>
          <a:xfrm>
            <a:off x="90454" y="4727936"/>
            <a:ext cx="10156768" cy="1535145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78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Verified finding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50" b="0" i="0">
                <a:solidFill>
                  <a:srgbClr val="253649"/>
                </a:solidFill>
                <a:latin typeface="Arial"/>
              </a:rPr>
              <a:t>Signal · WQ-7314 edge-band yield is below the paired reference.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050" b="0" i="0">
                <a:solidFill>
                  <a:srgbClr val="37485C"/>
                </a:solidFill>
                <a:latin typeface="Arial"/>
              </a:rPr>
              <a:t>Nine lower-right edge-band records average 91.8% versus a 98.0% paired-reference mean. Pressure shift begins after PM-44719; cause remains unconfirmed. Keep the lot contained through endpoint calibration and matched rerun.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Needs verification</a:t>
            </a:r>
          </a:p>
        </p:txBody>
      </p:sp>
      <p:sp>
        <p:nvSpPr>
          <p:cNvPr id="11" name="VIZ::Process Flow"/>
          <p:cNvSpPr/>
          <p:nvPr/>
        </p:nvSpPr>
        <p:spPr>
          <a:xfrm>
            <a:off x="821328" y="6482757"/>
            <a:ext cx="6241114" cy="1098378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82296" bIns="82296"/>
          <a:lstStyle/>
          <a:p>
            <a:pPr algn="ctr">
              <a:defRPr sz="1201" b="1">
                <a:solidFill>
                  <a:srgbClr val="1D1D1F"/>
                </a:solidFill>
                <a:latin typeface="Arial"/>
              </a:defRPr>
            </a:pPr>
          </a:p>
        </p:txBody>
      </p:sp>
      <p:sp>
        <p:nvSpPr>
          <p:cNvPr id="12" name="VIZ::Corrective action" title="Visembler report text roles: text heading, risk decision, conclusion next step, action status" descr="VisualizerSemantic:{&quot;composition_role&quot;:&quot;action_status&quot;,&quot;detail&quot;:&quot;Do not release the lot from one correlated pressure trace. Verify endpoint calibration and a matched chamber B rerun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WQ-7314 pending chamber requalification&quot;,&quot;status&quot;:&quot;Contain&quot;,&quot;title&quot;:&quot;Corrective action&quot;,&quot;type&quot;:&quot;project&quot;,&quot;weight&quot;:1,&quot;z&quot;:10,&quot;x&quot;:14.0,&quot;y&quot;:1716.7799999999997,&quot;w&quot;:1572.0,&quot;h&quot;:156.0}"/>
          <p:cNvSpPr/>
          <p:nvPr/>
        </p:nvSpPr>
        <p:spPr>
          <a:xfrm>
            <a:off x="90454" y="11092199"/>
            <a:ext cx="10156768" cy="1007923"/>
          </a:xfrm>
          <a:prstGeom prst="roundRect">
            <a:avLst/>
          </a:prstGeom>
          <a:solidFill>
            <a:srgbClr val="FFFFFF"/>
          </a:solidFill>
          <a:ln>
            <a:solidFill>
              <a:srgbClr val="DCDE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7432" rIns="27432" tIns="0" bIns="0"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102" b="1">
                <a:solidFill>
                  <a:srgbClr val="1D1D1F"/>
                </a:solidFill>
                <a:latin typeface="Arial"/>
              </a:defRPr>
            </a:pPr>
            <a:r>
              <a:rPr sz="1050" b="1" i="0">
                <a:solidFill>
                  <a:srgbClr val="1C2B3E"/>
                </a:solidFill>
                <a:latin typeface="Arial"/>
              </a:rPr>
              <a:t>Corrective action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100" b="1" i="0">
                <a:solidFill>
                  <a:srgbClr val="682B31"/>
                </a:solidFill>
                <a:latin typeface="Arial"/>
              </a:rPr>
              <a:t>Contain WQ-7314 pending chamber requalification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</a:pPr>
            <a:r>
              <a:rPr sz="1250" b="1" i="0">
                <a:solidFill>
                  <a:srgbClr val="17324E"/>
                </a:solidFill>
                <a:latin typeface="Arial"/>
              </a:rPr>
              <a:t>Do not release the lot from one correlated pressure trace. Verify endpoint calibration and a matched chamber B rerun.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2B4F43"/>
                </a:solidFill>
                <a:latin typeface="Arial"/>
              </a:rPr>
              <a:t>Contain</a:t>
            </a:r>
          </a:p>
        </p:txBody>
      </p:sp>
      <p:sp>
        <p:nvSpPr>
          <p:cNvPr id="14" name="VIZ::Affected die yield::spatial-panel" descr="VisualizerSemantic:{&quot;chamber&quot;:null,&quot;composition_role&quot;:&quot;primary_analysis&quot;,&quot;dataset_id&quot;:&quot;dataset-mufvh6l3-bl0d00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{&quot;x&quot;:0,&quot;y&quot;:-6,&quot;value&quot;:98},{&quot;x&quot;:-3,&quot;y&quot;:-5,&quot;value&quot;:98},{&quot;x&quot;:-2,&quot;y&quot;:-5,&quot;value&quot;:98},{&quot;x&quot;:-1,&quot;y&quot;:-5,&quot;value&quot;:98},{&quot;x&quot;:0,&quot;y&quot;:-5,&quot;value&quot;:98},{&quot;x&quot;:1,&quot;y&quot;:-5,&quot;value&quot;:98},{&quot;x&quot;:2,&quot;y&quot;:-5,&quot;value&quot;:98},{&quot;x&quot;:3,&quot;y&quot;:-5,&quot;value&quot;:91.8},{&quot;x&quot;:-4,&quot;y&quot;:-4,&quot;value&quot;:98},{&quot;x&quot;:-3,&quot;y&quot;:-4,&quot;value&quot;:98},{&quot;x&quot;:-2,&quot;y&quot;:-4,&quot;value&quot;:98},{&quot;x&quot;:-1,&quot;y&quot;:-4,&quot;value&quot;:98},{&quot;x&quot;:0,&quot;y&quot;:-4,&quot;value&quot;:98},{&quot;x&quot;:1,&quot;y&quot;:-4,&quot;value&quot;:98},{&quot;x&quot;:2,&quot;y&quot;:-4,&quot;value&quot;:98},{&quot;x&quot;:3,&quot;y&quot;:-4,&quot;value&quot;:91.8},{&quot;x&quot;:4,&quot;y&quot;:-4,&quot;value&quot;:91.8},{&quot;x&quot;:-5,&quot;y&quot;:-3,&quot;value&quot;:98},{&quot;x&quot;:-4,&quot;y&quot;:-3,&quot;value&quot;:98},{&quot;x&quot;:-3,&quot;y&quot;:-3,&quot;value&quot;:98},{&quot;x&quot;:-2,&quot;y&quot;:-3,&quot;value&quot;:98},{&quot;x&quot;:-1,&quot;y&quot;:-3,&quot;value&quot;:98},{&quot;x&quot;:0,&quot;y&quot;:-3,&quot;value&quot;:98},{&quot;x&quot;:1,&quot;y&quot;:-3,&quot;value&quot;:98},{&quot;x&quot;:2,&quot;y&quot;:-3,&quot;value&quot;:98},{&quot;x&quot;:3,&quot;y&quot;:-3,&quot;value&quot;:91.8},{&quot;x&quot;:4,&quot;y&quot;:-3,&quot;value&quot;:91.8},{&quot;x&quot;:5,&quot;y&quot;:-3,&quot;value&quot;:91.8},{&quot;x&quot;:-5,&quot;y&quot;:-2,&quot;value&quot;:98},{&quot;x&quot;:-4,&quot;y&quot;:-2,&quot;value&quot;:98},{&quot;x&quot;:-3,&quot;y&quot;:-2,&quot;value&quot;:98},{&quot;x&quot;:-2,&quot;y&quot;:-2,&quot;value&quot;:98},{&quot;x&quot;:-1,&quot;y&quot;:-2,&quot;value&quot;:98},{&quot;x&quot;:0,&quot;y&quot;:-2,&quot;value&quot;:98},{&quot;x&quot;:1,&quot;y&quot;:-2,&quot;value&quot;:98},{&quot;x&quot;:2,&quot;y&quot;:-2,&quot;value&quot;:98},{&quot;x&quot;:3,&quot;y&quot;:-2,&quot;value&quot;:91.8},{&quot;x&quot;:4,&quot;y&quot;:-2,&quot;value&quot;:91.8},{&quot;x&quot;:5,&quot;y&quot;:-2,&quot;value&quot;:91.8},{&quot;x&quot;:-5,&quot;y&quot;:-1,&quot;value&quot;:98},{&quot;x&quot;:-4,&quot;y&quot;:-1,&quot;value&quot;:98},{&quot;x&quot;:-3,&quot;y&quot;:-1,&quot;value&quot;:98},{&quot;x&quot;:-2,&quot;y&quot;:-1,&quot;value&quot;:98},{&quot;x&quot;:-1,&quot;y&quot;:-1,&quot;value&quot;:98},{&quot;x&quot;:0,&quot;y&quot;:-1,&quot;value&quot;:98},{&quot;x&quot;:1,&quot;y&quot;:-1,&quot;value&quot;:98},{&quot;x&quot;:2,&quot;y&quot;:-1,&quot;value&quot;:98},{&quot;x&quot;:3,&quot;y&quot;:-1,&quot;value&quot;:98},{&quot;x&quot;:4,&quot;y&quot;:-1,&quot;value&quot;:98},{&quot;x&quot;:5,&quot;y&quot;:-1,&quot;value&quot;:98},{&quot;x&quot;:-6,&quot;y&quot;:0,&quot;value&quot;:98},{&quot;x&quot;:-5,&quot;y&quot;:0,&quot;value&quot;:98},{&quot;x&quot;:-4,&quot;y&quot;:0,&quot;value&quot;:98},{&quot;x&quot;:-3,&quot;y&quot;:0,&quot;value&quot;:98},{&quot;x&quot;:-2,&quot;y&quot;:0,&quot;value&quot;:98},{&quot;x&quot;:-1,&quot;y&quot;:0,&quot;value&quot;:98},{&quot;x&quot;:0,&quot;y&quot;:0,&quot;value&quot;:98},{&quot;x&quot;:1,&quot;y&quot;:0,&quot;value&quot;:98},{&quot;x&quot;:2,&quot;y&quot;:0,&quot;value&quot;:98},{&quot;x&quot;:3,&quot;y&quot;:0,&quot;value&quot;:98},{&quot;x&quot;:4,&quot;y&quot;:0,&quot;value&quot;:98},{&quot;x&quot;:5,&quot;y&quot;:0,&quot;value&quot;:98},{&quot;x&quot;:6,&quot;y&quot;:0,&quot;value&quot;:98},{&quot;x&quot;:-5,&quot;y&quot;:1,&quot;value&quot;:98},{&quot;x&quot;:-4,&quot;y&quot;:1,&quot;value&quot;:98},{&quot;x&quot;:-3,&quot;y&quot;:1,&quot;value&quot;:98},{&quot;x&quot;:-2,&quot;y&quot;:1,&quot;value&quot;:98},{&quot;x&quot;:-1,&quot;y&quot;:1,&quot;value&quot;:98},{&quot;x&quot;:0,&quot;y&quot;:1,&quot;value&quot;:98},{&quot;x&quot;:1,&quot;y&quot;:1,&quot;value&quot;:98},{&quot;x&quot;:2,&quot;y&quot;:1,&quot;value&quot;:98},{&quot;x&quot;:3,&quot;y&quot;:1,&quot;value&quot;:98},{&quot;x&quot;:4,&quot;y&quot;:1,&quot;value&quot;:98},{&quot;x&quot;:5,&quot;y&quot;:1,&quot;value&quot;:98},{&quot;x&quot;:-5,&quot;y&quot;:2,&quot;value&quot;:98},{&quot;x&quot;:-4,&quot;y&quot;:2,&quot;value&quot;:98},{&quot;x&quot;:-3,&quot;y&quot;:2,&quot;value&quot;:98},{&quot;x&quot;:-2,&quot;y&quot;:2,&quot;value&quot;:98},{&quot;x&quot;:-1,&quot;y&quot;:2,&quot;value&quot;:98},{&quot;x&quot;:0,&quot;y&quot;:2,&quot;value&quot;:98},{&quot;x&quot;:1,&quot;y&quot;:2,&quot;value&quot;:98},{&quot;x&quot;:2,&quot;y&quot;:2,&quot;value&quot;:98},{&quot;x&quot;:3,&quot;y&quot;:2,&quot;value&quot;:98},{&quot;x&quot;:4,&quot;y&quot;:2,&quot;value&quot;:98},{&quot;x&quot;:5,&quot;y&quot;:2,&quot;value&quot;:98},{&quot;x&quot;:-5,&quot;y&quot;:3,&quot;value&quot;:98},{&quot;x&quot;:-4,&quot;y&quot;:3,&quot;value&quot;:98},{&quot;x&quot;:-3,&quot;y&quot;:3,&quot;value&quot;:98},{&quot;x&quot;:-2,&quot;y&quot;:3,&quot;value&quot;:98},{&quot;x&quot;:-1,&quot;y&quot;:3,&quot;value&quot;:98},{&quot;x&quot;:0,&quot;y&quot;:3,&quot;value&quot;:98},{&quot;x&quot;:1,&quot;y&quot;:3,&quot;value&quot;:98},{&quot;x&quot;:2,&quot;y&quot;:3,&quot;value&quot;:98},{&quot;x&quot;:3,&quot;y&quot;:3,&quot;value&quot;:98},{&quot;x&quot;:4,&quot;y&quot;:3,&quot;value&quot;:98},{&quot;x&quot;:5,&quot;y&quot;:3,&quot;value&quot;:98},{&quot;x&quot;:-4,&quot;y&quot;:4,&quot;value&quot;:98},{&quot;x&quot;:-3,&quot;y&quot;:4,&quot;value&quot;:98},{&quot;x&quot;:-2,&quot;y&quot;:4,&quot;value&quot;:98},{&quot;x&quot;:-1,&quot;y&quot;:4,&quot;value&quot;:98},{&quot;x&quot;:0,&quot;y&quot;:4,&quot;value&quot;:98},{&quot;x&quot;:1,&quot;y&quot;:4,&quot;value&quot;:98},{&quot;x&quot;:2,&quot;y&quot;:4,&quot;value&quot;:98},{&quot;x&quot;:3,&quot;y&quot;:4,&quot;value&quot;:98},{&quot;x&quot;:4,&quot;y&quot;:4,&quot;value&quot;:98},{&quot;x&quot;:-3,&quot;y&quot;:5,&quot;value&quot;:98},{&quot;x&quot;:-2,&quot;y&quot;:5,&quot;value&quot;:98},{&quot;x&quot;:-1,&quot;y&quot;:5,&quot;value&quot;:98},{&quot;x&quot;:0,&quot;y&quot;:5,&quot;value&quot;:98},{&quot;x&quot;:1,&quot;y&quot;:5,&quot;value&quot;:98},{&quot;x&quot;:2,&quot;y&quot;:5,&quot;value&quot;:98},{&quot;x&quot;:3,&quot;y&quot;:5,&quot;value&quot;:98},{&quot;x&quot;:0,&quot;y&quot;:6,&quot;value&quot;:98}],&quot;order&quot;:4,&quot;route&quot;:&quot;&quot;,&quot;section_id&quot;:&quot;analysis&quot;,&quot;section_title&quot;:&quot;Analysis&quot;,&quot;title&quot;:&quot;Affected die yield&quot;,&quot;tool&quot;:null,&quot;type&quot;:&quot;wafer&quot;,&quot;weight&quot;:1,&quot;z&quot;:4,&quot;wafer_id&quot;:null,&quot;lot_id&quot;:null,&quot;recipe&quot;:null,&quot;process&quot;:null,&quot;x&quot;:160.07999999999993,&quot;y&quot;:413.76,&quot;w&quot;:310.0,&quot;h&quot;:310.0}"/>
          <p:cNvSpPr/>
          <p:nvPr/>
        </p:nvSpPr>
        <p:spPr>
          <a:xfrm>
            <a:off x="1034284" y="2673323"/>
            <a:ext cx="2002925" cy="2002925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IZ::Affected die yield::title"/>
          <p:cNvSpPr txBox="1"/>
          <p:nvPr/>
        </p:nvSpPr>
        <p:spPr>
          <a:xfrm>
            <a:off x="1114401" y="2755619"/>
            <a:ext cx="1842691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Affected die yield</a:t>
            </a:r>
          </a:p>
        </p:txBody>
      </p:sp>
      <p:sp>
        <p:nvSpPr>
          <p:cNvPr id="16" name="VIZ::Affected die yield::metadata"/>
          <p:cNvSpPr txBox="1"/>
          <p:nvPr/>
        </p:nvSpPr>
        <p:spPr>
          <a:xfrm>
            <a:off x="1114401" y="3011651"/>
            <a:ext cx="1842691" cy="3204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113 observations · 0 missing · Value 91.8 to 98</a:t>
            </a:r>
          </a:p>
        </p:txBody>
      </p:sp>
      <p:sp>
        <p:nvSpPr>
          <p:cNvPr id="17" name="VIZ::Affected die yield::wafer-outline"/>
          <p:cNvSpPr/>
          <p:nvPr/>
        </p:nvSpPr>
        <p:spPr>
          <a:xfrm>
            <a:off x="1628486" y="3423187"/>
            <a:ext cx="814521" cy="814521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VIZ::Affected die yield::orientation-notch"/>
          <p:cNvSpPr/>
          <p:nvPr/>
        </p:nvSpPr>
        <p:spPr>
          <a:xfrm>
            <a:off x="1990026" y="3419530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IZ::Affected die yield::orientation"/>
          <p:cNvSpPr txBox="1"/>
          <p:nvPr/>
        </p:nvSpPr>
        <p:spPr>
          <a:xfrm>
            <a:off x="1929858" y="3276883"/>
            <a:ext cx="570164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20" name="VIZ::Affected die yield::die-1" descr="VisualizerSemanticDie:{&quot;index&quot;:0,&quot;x&quot;:0,&quot;y&quot;:-6,&quot;value&quot;:98,&quot;delta&quot;:null,&quot;reference_value&quot;:null,&quot;affected_value&quot;:null}"/>
          <p:cNvSpPr/>
          <p:nvPr/>
        </p:nvSpPr>
        <p:spPr>
          <a:xfrm>
            <a:off x="2005201" y="4163179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VIZ::Affected die yield::die-2" descr="VisualizerSemanticDie:{&quot;index&quot;:1,&quot;x&quot;:-3,&quot;y&quot;:-5,&quot;value&quot;:98,&quot;delta&quot;:null,&quot;reference_value&quot;:null,&quot;affected_value&quot;:null}"/>
          <p:cNvSpPr/>
          <p:nvPr/>
        </p:nvSpPr>
        <p:spPr>
          <a:xfrm>
            <a:off x="1823563" y="4102633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VIZ::Affected die yield::die-3" descr="VisualizerSemanticDie:{&quot;index&quot;:2,&quot;x&quot;:-2,&quot;y&quot;:-5,&quot;value&quot;:98,&quot;delta&quot;:null,&quot;reference_value&quot;:null,&quot;affected_value&quot;:null}"/>
          <p:cNvSpPr/>
          <p:nvPr/>
        </p:nvSpPr>
        <p:spPr>
          <a:xfrm>
            <a:off x="1884109" y="4102633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VIZ::Affected die yield::die-4" descr="VisualizerSemanticDie:{&quot;index&quot;:3,&quot;x&quot;:-1,&quot;y&quot;:-5,&quot;value&quot;:98,&quot;delta&quot;:null,&quot;reference_value&quot;:null,&quot;affected_value&quot;:null}"/>
          <p:cNvSpPr/>
          <p:nvPr/>
        </p:nvSpPr>
        <p:spPr>
          <a:xfrm>
            <a:off x="1944655" y="4102633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VIZ::Affected die yield::die-5" descr="VisualizerSemanticDie:{&quot;index&quot;:4,&quot;x&quot;:0,&quot;y&quot;:-5,&quot;value&quot;:98,&quot;delta&quot;:null,&quot;reference_value&quot;:null,&quot;affected_value&quot;:null}"/>
          <p:cNvSpPr/>
          <p:nvPr/>
        </p:nvSpPr>
        <p:spPr>
          <a:xfrm>
            <a:off x="2005201" y="4102633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VIZ::Affected die yield::die-6" descr="VisualizerSemanticDie:{&quot;index&quot;:5,&quot;x&quot;:1,&quot;y&quot;:-5,&quot;value&quot;:98,&quot;delta&quot;:null,&quot;reference_value&quot;:null,&quot;affected_value&quot;:null}"/>
          <p:cNvSpPr/>
          <p:nvPr/>
        </p:nvSpPr>
        <p:spPr>
          <a:xfrm>
            <a:off x="2065748" y="4102633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VIZ::Affected die yield::die-7" descr="VisualizerSemanticDie:{&quot;index&quot;:6,&quot;x&quot;:2,&quot;y&quot;:-5,&quot;value&quot;:98,&quot;delta&quot;:null,&quot;reference_value&quot;:null,&quot;affected_value&quot;:null}"/>
          <p:cNvSpPr/>
          <p:nvPr/>
        </p:nvSpPr>
        <p:spPr>
          <a:xfrm>
            <a:off x="2126294" y="4102633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VIZ::Affected die yield::die-8" descr="VisualizerSemanticDie:{&quot;index&quot;:7,&quot;x&quot;:3,&quot;y&quot;:-5,&quot;value&quot;:91.8,&quot;delta&quot;:null,&quot;reference_value&quot;:null,&quot;affected_value&quot;:null}"/>
          <p:cNvSpPr/>
          <p:nvPr/>
        </p:nvSpPr>
        <p:spPr>
          <a:xfrm>
            <a:off x="2186840" y="4102633"/>
            <a:ext cx="61089" cy="61089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VIZ::Affected die yield::die-9" descr="VisualizerSemanticDie:{&quot;index&quot;:8,&quot;x&quot;:-4,&quot;y&quot;:-4,&quot;value&quot;:98,&quot;delta&quot;:null,&quot;reference_value&quot;:null,&quot;affected_value&quot;:null}"/>
          <p:cNvSpPr/>
          <p:nvPr/>
        </p:nvSpPr>
        <p:spPr>
          <a:xfrm>
            <a:off x="1763017" y="4042087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Z::Affected die yield::die-10" descr="VisualizerSemanticDie:{&quot;index&quot;:9,&quot;x&quot;:-3,&quot;y&quot;:-4,&quot;value&quot;:98,&quot;delta&quot;:null,&quot;reference_value&quot;:null,&quot;affected_value&quot;:null}"/>
          <p:cNvSpPr/>
          <p:nvPr/>
        </p:nvSpPr>
        <p:spPr>
          <a:xfrm>
            <a:off x="1823563" y="4042087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VIZ::Affected die yield::die-11" descr="VisualizerSemanticDie:{&quot;index&quot;:10,&quot;x&quot;:-2,&quot;y&quot;:-4,&quot;value&quot;:98,&quot;delta&quot;:null,&quot;reference_value&quot;:null,&quot;affected_value&quot;:null}"/>
          <p:cNvSpPr/>
          <p:nvPr/>
        </p:nvSpPr>
        <p:spPr>
          <a:xfrm>
            <a:off x="1884109" y="4042087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VIZ::Affected die yield::die-12" descr="VisualizerSemanticDie:{&quot;index&quot;:11,&quot;x&quot;:-1,&quot;y&quot;:-4,&quot;value&quot;:98,&quot;delta&quot;:null,&quot;reference_value&quot;:null,&quot;affected_value&quot;:null}"/>
          <p:cNvSpPr/>
          <p:nvPr/>
        </p:nvSpPr>
        <p:spPr>
          <a:xfrm>
            <a:off x="1944655" y="4042087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VIZ::Affected die yield::die-13" descr="VisualizerSemanticDie:{&quot;index&quot;:12,&quot;x&quot;:0,&quot;y&quot;:-4,&quot;value&quot;:98,&quot;delta&quot;:null,&quot;reference_value&quot;:null,&quot;affected_value&quot;:null}"/>
          <p:cNvSpPr/>
          <p:nvPr/>
        </p:nvSpPr>
        <p:spPr>
          <a:xfrm>
            <a:off x="2005201" y="4042087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VIZ::Affected die yield::die-14" descr="VisualizerSemanticDie:{&quot;index&quot;:13,&quot;x&quot;:1,&quot;y&quot;:-4,&quot;value&quot;:98,&quot;delta&quot;:null,&quot;reference_value&quot;:null,&quot;affected_value&quot;:null}"/>
          <p:cNvSpPr/>
          <p:nvPr/>
        </p:nvSpPr>
        <p:spPr>
          <a:xfrm>
            <a:off x="2065748" y="4042087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VIZ::Affected die yield::die-15" descr="VisualizerSemanticDie:{&quot;index&quot;:14,&quot;x&quot;:2,&quot;y&quot;:-4,&quot;value&quot;:98,&quot;delta&quot;:null,&quot;reference_value&quot;:null,&quot;affected_value&quot;:null}"/>
          <p:cNvSpPr/>
          <p:nvPr/>
        </p:nvSpPr>
        <p:spPr>
          <a:xfrm>
            <a:off x="2126294" y="4042087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VIZ::Affected die yield::die-16" descr="VisualizerSemanticDie:{&quot;index&quot;:15,&quot;x&quot;:3,&quot;y&quot;:-4,&quot;value&quot;:91.8,&quot;delta&quot;:null,&quot;reference_value&quot;:null,&quot;affected_value&quot;:null}"/>
          <p:cNvSpPr/>
          <p:nvPr/>
        </p:nvSpPr>
        <p:spPr>
          <a:xfrm>
            <a:off x="2186840" y="4042087"/>
            <a:ext cx="61089" cy="61089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VIZ::Affected die yield::die-17" descr="VisualizerSemanticDie:{&quot;index&quot;:16,&quot;x&quot;:4,&quot;y&quot;:-4,&quot;value&quot;:91.8,&quot;delta&quot;:null,&quot;reference_value&quot;:null,&quot;affected_value&quot;:null}"/>
          <p:cNvSpPr/>
          <p:nvPr/>
        </p:nvSpPr>
        <p:spPr>
          <a:xfrm>
            <a:off x="2247386" y="4042087"/>
            <a:ext cx="61089" cy="61089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VIZ::Affected die yield::die-18" descr="VisualizerSemanticDie:{&quot;index&quot;:17,&quot;x&quot;:-5,&quot;y&quot;:-3,&quot;value&quot;:98,&quot;delta&quot;:null,&quot;reference_value&quot;:null,&quot;affected_value&quot;:null}"/>
          <p:cNvSpPr/>
          <p:nvPr/>
        </p:nvSpPr>
        <p:spPr>
          <a:xfrm>
            <a:off x="1702471" y="3981541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VIZ::Affected die yield::die-19" descr="VisualizerSemanticDie:{&quot;index&quot;:18,&quot;x&quot;:-4,&quot;y&quot;:-3,&quot;value&quot;:98,&quot;delta&quot;:null,&quot;reference_value&quot;:null,&quot;affected_value&quot;:null}"/>
          <p:cNvSpPr/>
          <p:nvPr/>
        </p:nvSpPr>
        <p:spPr>
          <a:xfrm>
            <a:off x="1763017" y="3981541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VIZ::Affected die yield::die-20" descr="VisualizerSemanticDie:{&quot;index&quot;:19,&quot;x&quot;:-3,&quot;y&quot;:-3,&quot;value&quot;:98,&quot;delta&quot;:null,&quot;reference_value&quot;:null,&quot;affected_value&quot;:null}"/>
          <p:cNvSpPr/>
          <p:nvPr/>
        </p:nvSpPr>
        <p:spPr>
          <a:xfrm>
            <a:off x="1823563" y="3981541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VIZ::Affected die yield::die-21" descr="VisualizerSemanticDie:{&quot;index&quot;:20,&quot;x&quot;:-2,&quot;y&quot;:-3,&quot;value&quot;:98,&quot;delta&quot;:null,&quot;reference_value&quot;:null,&quot;affected_value&quot;:null}"/>
          <p:cNvSpPr/>
          <p:nvPr/>
        </p:nvSpPr>
        <p:spPr>
          <a:xfrm>
            <a:off x="1884109" y="3981541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VIZ::Affected die yield::die-22" descr="VisualizerSemanticDie:{&quot;index&quot;:21,&quot;x&quot;:-1,&quot;y&quot;:-3,&quot;value&quot;:98,&quot;delta&quot;:null,&quot;reference_value&quot;:null,&quot;affected_value&quot;:null}"/>
          <p:cNvSpPr/>
          <p:nvPr/>
        </p:nvSpPr>
        <p:spPr>
          <a:xfrm>
            <a:off x="1944655" y="3981541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VIZ::Affected die yield::die-23" descr="VisualizerSemanticDie:{&quot;index&quot;:22,&quot;x&quot;:0,&quot;y&quot;:-3,&quot;value&quot;:98,&quot;delta&quot;:null,&quot;reference_value&quot;:null,&quot;affected_value&quot;:null}"/>
          <p:cNvSpPr/>
          <p:nvPr/>
        </p:nvSpPr>
        <p:spPr>
          <a:xfrm>
            <a:off x="2005201" y="3981541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VIZ::Affected die yield::die-24" descr="VisualizerSemanticDie:{&quot;index&quot;:23,&quot;x&quot;:1,&quot;y&quot;:-3,&quot;value&quot;:98,&quot;delta&quot;:null,&quot;reference_value&quot;:null,&quot;affected_value&quot;:null}"/>
          <p:cNvSpPr/>
          <p:nvPr/>
        </p:nvSpPr>
        <p:spPr>
          <a:xfrm>
            <a:off x="2065748" y="3981541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VIZ::Affected die yield::die-25" descr="VisualizerSemanticDie:{&quot;index&quot;:24,&quot;x&quot;:2,&quot;y&quot;:-3,&quot;value&quot;:98,&quot;delta&quot;:null,&quot;reference_value&quot;:null,&quot;affected_value&quot;:null}"/>
          <p:cNvSpPr/>
          <p:nvPr/>
        </p:nvSpPr>
        <p:spPr>
          <a:xfrm>
            <a:off x="2126294" y="3981541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VIZ::Affected die yield::die-26" descr="VisualizerSemanticDie:{&quot;index&quot;:25,&quot;x&quot;:3,&quot;y&quot;:-3,&quot;value&quot;:91.8,&quot;delta&quot;:null,&quot;reference_value&quot;:null,&quot;affected_value&quot;:null}"/>
          <p:cNvSpPr/>
          <p:nvPr/>
        </p:nvSpPr>
        <p:spPr>
          <a:xfrm>
            <a:off x="2186840" y="3981541"/>
            <a:ext cx="61089" cy="61089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VIZ::Affected die yield::die-27" descr="VisualizerSemanticDie:{&quot;index&quot;:26,&quot;x&quot;:4,&quot;y&quot;:-3,&quot;value&quot;:91.8,&quot;delta&quot;:null,&quot;reference_value&quot;:null,&quot;affected_value&quot;:null}"/>
          <p:cNvSpPr/>
          <p:nvPr/>
        </p:nvSpPr>
        <p:spPr>
          <a:xfrm>
            <a:off x="2247386" y="3981541"/>
            <a:ext cx="61089" cy="61089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VIZ::Affected die yield::die-28" descr="VisualizerSemanticDie:{&quot;index&quot;:27,&quot;x&quot;:5,&quot;y&quot;:-3,&quot;value&quot;:91.8,&quot;delta&quot;:null,&quot;reference_value&quot;:null,&quot;affected_value&quot;:null}"/>
          <p:cNvSpPr/>
          <p:nvPr/>
        </p:nvSpPr>
        <p:spPr>
          <a:xfrm>
            <a:off x="2307932" y="3981541"/>
            <a:ext cx="61089" cy="61089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VIZ::Affected die yield::die-29" descr="VisualizerSemanticDie:{&quot;index&quot;:28,&quot;x&quot;:-5,&quot;y&quot;:-2,&quot;value&quot;:98,&quot;delta&quot;:null,&quot;reference_value&quot;:null,&quot;affected_value&quot;:null}"/>
          <p:cNvSpPr/>
          <p:nvPr/>
        </p:nvSpPr>
        <p:spPr>
          <a:xfrm>
            <a:off x="1702471" y="3920995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VIZ::Affected die yield::die-30" descr="VisualizerSemanticDie:{&quot;index&quot;:29,&quot;x&quot;:-4,&quot;y&quot;:-2,&quot;value&quot;:98,&quot;delta&quot;:null,&quot;reference_value&quot;:null,&quot;affected_value&quot;:null}"/>
          <p:cNvSpPr/>
          <p:nvPr/>
        </p:nvSpPr>
        <p:spPr>
          <a:xfrm>
            <a:off x="1763017" y="3920995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VIZ::Affected die yield::die-31" descr="VisualizerSemanticDie:{&quot;index&quot;:30,&quot;x&quot;:-3,&quot;y&quot;:-2,&quot;value&quot;:98,&quot;delta&quot;:null,&quot;reference_value&quot;:null,&quot;affected_value&quot;:null}"/>
          <p:cNvSpPr/>
          <p:nvPr/>
        </p:nvSpPr>
        <p:spPr>
          <a:xfrm>
            <a:off x="1823563" y="3920995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VIZ::Affected die yield::die-32" descr="VisualizerSemanticDie:{&quot;index&quot;:31,&quot;x&quot;:-2,&quot;y&quot;:-2,&quot;value&quot;:98,&quot;delta&quot;:null,&quot;reference_value&quot;:null,&quot;affected_value&quot;:null}"/>
          <p:cNvSpPr/>
          <p:nvPr/>
        </p:nvSpPr>
        <p:spPr>
          <a:xfrm>
            <a:off x="1884109" y="3920995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VIZ::Affected die yield::die-33" descr="VisualizerSemanticDie:{&quot;index&quot;:32,&quot;x&quot;:-1,&quot;y&quot;:-2,&quot;value&quot;:98,&quot;delta&quot;:null,&quot;reference_value&quot;:null,&quot;affected_value&quot;:null}"/>
          <p:cNvSpPr/>
          <p:nvPr/>
        </p:nvSpPr>
        <p:spPr>
          <a:xfrm>
            <a:off x="1944655" y="3920995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VIZ::Affected die yield::die-34" descr="VisualizerSemanticDie:{&quot;index&quot;:33,&quot;x&quot;:0,&quot;y&quot;:-2,&quot;value&quot;:98,&quot;delta&quot;:null,&quot;reference_value&quot;:null,&quot;affected_value&quot;:null}"/>
          <p:cNvSpPr/>
          <p:nvPr/>
        </p:nvSpPr>
        <p:spPr>
          <a:xfrm>
            <a:off x="2005201" y="3920995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VIZ::Affected die yield::die-35" descr="VisualizerSemanticDie:{&quot;index&quot;:34,&quot;x&quot;:1,&quot;y&quot;:-2,&quot;value&quot;:98,&quot;delta&quot;:null,&quot;reference_value&quot;:null,&quot;affected_value&quot;:null}"/>
          <p:cNvSpPr/>
          <p:nvPr/>
        </p:nvSpPr>
        <p:spPr>
          <a:xfrm>
            <a:off x="2065748" y="3920995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VIZ::Affected die yield::die-36" descr="VisualizerSemanticDie:{&quot;index&quot;:35,&quot;x&quot;:2,&quot;y&quot;:-2,&quot;value&quot;:98,&quot;delta&quot;:null,&quot;reference_value&quot;:null,&quot;affected_value&quot;:null}"/>
          <p:cNvSpPr/>
          <p:nvPr/>
        </p:nvSpPr>
        <p:spPr>
          <a:xfrm>
            <a:off x="2126294" y="3920995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VIZ::Affected die yield::die-37" descr="VisualizerSemanticDie:{&quot;index&quot;:36,&quot;x&quot;:3,&quot;y&quot;:-2,&quot;value&quot;:91.8,&quot;delta&quot;:null,&quot;reference_value&quot;:null,&quot;affected_value&quot;:null}"/>
          <p:cNvSpPr/>
          <p:nvPr/>
        </p:nvSpPr>
        <p:spPr>
          <a:xfrm>
            <a:off x="2186840" y="3920995"/>
            <a:ext cx="61089" cy="61089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VIZ::Affected die yield::die-38" descr="VisualizerSemanticDie:{&quot;index&quot;:37,&quot;x&quot;:4,&quot;y&quot;:-2,&quot;value&quot;:91.8,&quot;delta&quot;:null,&quot;reference_value&quot;:null,&quot;affected_value&quot;:null}"/>
          <p:cNvSpPr/>
          <p:nvPr/>
        </p:nvSpPr>
        <p:spPr>
          <a:xfrm>
            <a:off x="2247386" y="3920995"/>
            <a:ext cx="61089" cy="61089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VIZ::Affected die yield::die-39" descr="VisualizerSemanticDie:{&quot;index&quot;:38,&quot;x&quot;:5,&quot;y&quot;:-2,&quot;value&quot;:91.8,&quot;delta&quot;:null,&quot;reference_value&quot;:null,&quot;affected_value&quot;:null}"/>
          <p:cNvSpPr/>
          <p:nvPr/>
        </p:nvSpPr>
        <p:spPr>
          <a:xfrm>
            <a:off x="2307932" y="3920995"/>
            <a:ext cx="61089" cy="61089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VIZ::Affected die yield::die-40" descr="VisualizerSemanticDie:{&quot;index&quot;:39,&quot;x&quot;:-5,&quot;y&quot;:-1,&quot;value&quot;:98,&quot;delta&quot;:null,&quot;reference_value&quot;:null,&quot;affected_value&quot;:null}"/>
          <p:cNvSpPr/>
          <p:nvPr/>
        </p:nvSpPr>
        <p:spPr>
          <a:xfrm>
            <a:off x="1702471" y="3860449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VIZ::Affected die yield::die-41" descr="VisualizerSemanticDie:{&quot;index&quot;:40,&quot;x&quot;:-4,&quot;y&quot;:-1,&quot;value&quot;:98,&quot;delta&quot;:null,&quot;reference_value&quot;:null,&quot;affected_value&quot;:null}"/>
          <p:cNvSpPr/>
          <p:nvPr/>
        </p:nvSpPr>
        <p:spPr>
          <a:xfrm>
            <a:off x="1763017" y="3860449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VIZ::Affected die yield::die-42" descr="VisualizerSemanticDie:{&quot;index&quot;:41,&quot;x&quot;:-3,&quot;y&quot;:-1,&quot;value&quot;:98,&quot;delta&quot;:null,&quot;reference_value&quot;:null,&quot;affected_value&quot;:null}"/>
          <p:cNvSpPr/>
          <p:nvPr/>
        </p:nvSpPr>
        <p:spPr>
          <a:xfrm>
            <a:off x="1823563" y="3860449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VIZ::Affected die yield::die-43" descr="VisualizerSemanticDie:{&quot;index&quot;:42,&quot;x&quot;:-2,&quot;y&quot;:-1,&quot;value&quot;:98,&quot;delta&quot;:null,&quot;reference_value&quot;:null,&quot;affected_value&quot;:null}"/>
          <p:cNvSpPr/>
          <p:nvPr/>
        </p:nvSpPr>
        <p:spPr>
          <a:xfrm>
            <a:off x="1884109" y="3860449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VIZ::Affected die yield::die-44" descr="VisualizerSemanticDie:{&quot;index&quot;:43,&quot;x&quot;:-1,&quot;y&quot;:-1,&quot;value&quot;:98,&quot;delta&quot;:null,&quot;reference_value&quot;:null,&quot;affected_value&quot;:null}"/>
          <p:cNvSpPr/>
          <p:nvPr/>
        </p:nvSpPr>
        <p:spPr>
          <a:xfrm>
            <a:off x="1944655" y="3860449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VIZ::Affected die yield::die-45" descr="VisualizerSemanticDie:{&quot;index&quot;:44,&quot;x&quot;:0,&quot;y&quot;:-1,&quot;value&quot;:98,&quot;delta&quot;:null,&quot;reference_value&quot;:null,&quot;affected_value&quot;:null}"/>
          <p:cNvSpPr/>
          <p:nvPr/>
        </p:nvSpPr>
        <p:spPr>
          <a:xfrm>
            <a:off x="2005201" y="3860449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VIZ::Affected die yield::die-46" descr="VisualizerSemanticDie:{&quot;index&quot;:45,&quot;x&quot;:1,&quot;y&quot;:-1,&quot;value&quot;:98,&quot;delta&quot;:null,&quot;reference_value&quot;:null,&quot;affected_value&quot;:null}"/>
          <p:cNvSpPr/>
          <p:nvPr/>
        </p:nvSpPr>
        <p:spPr>
          <a:xfrm>
            <a:off x="2065748" y="3860449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VIZ::Affected die yield::die-47" descr="VisualizerSemanticDie:{&quot;index&quot;:46,&quot;x&quot;:2,&quot;y&quot;:-1,&quot;value&quot;:98,&quot;delta&quot;:null,&quot;reference_value&quot;:null,&quot;affected_value&quot;:null}"/>
          <p:cNvSpPr/>
          <p:nvPr/>
        </p:nvSpPr>
        <p:spPr>
          <a:xfrm>
            <a:off x="2126294" y="3860449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VIZ::Affected die yield::die-48" descr="VisualizerSemanticDie:{&quot;index&quot;:47,&quot;x&quot;:3,&quot;y&quot;:-1,&quot;value&quot;:98,&quot;delta&quot;:null,&quot;reference_value&quot;:null,&quot;affected_value&quot;:null}"/>
          <p:cNvSpPr/>
          <p:nvPr/>
        </p:nvSpPr>
        <p:spPr>
          <a:xfrm>
            <a:off x="2186840" y="3860449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VIZ::Affected die yield::die-49" descr="VisualizerSemanticDie:{&quot;index&quot;:48,&quot;x&quot;:4,&quot;y&quot;:-1,&quot;value&quot;:98,&quot;delta&quot;:null,&quot;reference_value&quot;:null,&quot;affected_value&quot;:null}"/>
          <p:cNvSpPr/>
          <p:nvPr/>
        </p:nvSpPr>
        <p:spPr>
          <a:xfrm>
            <a:off x="2247386" y="3860449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VIZ::Affected die yield::die-50" descr="VisualizerSemanticDie:{&quot;index&quot;:49,&quot;x&quot;:5,&quot;y&quot;:-1,&quot;value&quot;:98,&quot;delta&quot;:null,&quot;reference_value&quot;:null,&quot;affected_value&quot;:null}"/>
          <p:cNvSpPr/>
          <p:nvPr/>
        </p:nvSpPr>
        <p:spPr>
          <a:xfrm>
            <a:off x="2307932" y="3860449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VIZ::Affected die yield::die-51" descr="VisualizerSemanticDie:{&quot;index&quot;:50,&quot;x&quot;:-6,&quot;y&quot;:0,&quot;value&quot;:98,&quot;delta&quot;:null,&quot;reference_value&quot;:null,&quot;affected_value&quot;:null}"/>
          <p:cNvSpPr/>
          <p:nvPr/>
        </p:nvSpPr>
        <p:spPr>
          <a:xfrm>
            <a:off x="1641925" y="3799902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VIZ::Affected die yield::die-52" descr="VisualizerSemanticDie:{&quot;index&quot;:51,&quot;x&quot;:-5,&quot;y&quot;:0,&quot;value&quot;:98,&quot;delta&quot;:null,&quot;reference_value&quot;:null,&quot;affected_value&quot;:null}"/>
          <p:cNvSpPr/>
          <p:nvPr/>
        </p:nvSpPr>
        <p:spPr>
          <a:xfrm>
            <a:off x="1702471" y="3799902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VIZ::Affected die yield::die-53" descr="VisualizerSemanticDie:{&quot;index&quot;:52,&quot;x&quot;:-4,&quot;y&quot;:0,&quot;value&quot;:98,&quot;delta&quot;:null,&quot;reference_value&quot;:null,&quot;affected_value&quot;:null}"/>
          <p:cNvSpPr/>
          <p:nvPr/>
        </p:nvSpPr>
        <p:spPr>
          <a:xfrm>
            <a:off x="1763017" y="3799902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VIZ::Affected die yield::die-54" descr="VisualizerSemanticDie:{&quot;index&quot;:53,&quot;x&quot;:-3,&quot;y&quot;:0,&quot;value&quot;:98,&quot;delta&quot;:null,&quot;reference_value&quot;:null,&quot;affected_value&quot;:null}"/>
          <p:cNvSpPr/>
          <p:nvPr/>
        </p:nvSpPr>
        <p:spPr>
          <a:xfrm>
            <a:off x="1823563" y="3799902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VIZ::Affected die yield::die-55" descr="VisualizerSemanticDie:{&quot;index&quot;:54,&quot;x&quot;:-2,&quot;y&quot;:0,&quot;value&quot;:98,&quot;delta&quot;:null,&quot;reference_value&quot;:null,&quot;affected_value&quot;:null}"/>
          <p:cNvSpPr/>
          <p:nvPr/>
        </p:nvSpPr>
        <p:spPr>
          <a:xfrm>
            <a:off x="1884109" y="3799902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VIZ::Affected die yield::die-56" descr="VisualizerSemanticDie:{&quot;index&quot;:55,&quot;x&quot;:-1,&quot;y&quot;:0,&quot;value&quot;:98,&quot;delta&quot;:null,&quot;reference_value&quot;:null,&quot;affected_value&quot;:null}"/>
          <p:cNvSpPr/>
          <p:nvPr/>
        </p:nvSpPr>
        <p:spPr>
          <a:xfrm>
            <a:off x="1944655" y="3799902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VIZ::Affected die yield::die-57" descr="VisualizerSemanticDie:{&quot;index&quot;:56,&quot;x&quot;:0,&quot;y&quot;:0,&quot;value&quot;:98,&quot;delta&quot;:null,&quot;reference_value&quot;:null,&quot;affected_value&quot;:null}"/>
          <p:cNvSpPr/>
          <p:nvPr/>
        </p:nvSpPr>
        <p:spPr>
          <a:xfrm>
            <a:off x="2005201" y="3799902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VIZ::Affected die yield::die-58" descr="VisualizerSemanticDie:{&quot;index&quot;:57,&quot;x&quot;:1,&quot;y&quot;:0,&quot;value&quot;:98,&quot;delta&quot;:null,&quot;reference_value&quot;:null,&quot;affected_value&quot;:null}"/>
          <p:cNvSpPr/>
          <p:nvPr/>
        </p:nvSpPr>
        <p:spPr>
          <a:xfrm>
            <a:off x="2065748" y="3799902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VIZ::Affected die yield::die-59" descr="VisualizerSemanticDie:{&quot;index&quot;:58,&quot;x&quot;:2,&quot;y&quot;:0,&quot;value&quot;:98,&quot;delta&quot;:null,&quot;reference_value&quot;:null,&quot;affected_value&quot;:null}"/>
          <p:cNvSpPr/>
          <p:nvPr/>
        </p:nvSpPr>
        <p:spPr>
          <a:xfrm>
            <a:off x="2126294" y="3799902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VIZ::Affected die yield::die-60" descr="VisualizerSemanticDie:{&quot;index&quot;:59,&quot;x&quot;:3,&quot;y&quot;:0,&quot;value&quot;:98,&quot;delta&quot;:null,&quot;reference_value&quot;:null,&quot;affected_value&quot;:null}"/>
          <p:cNvSpPr/>
          <p:nvPr/>
        </p:nvSpPr>
        <p:spPr>
          <a:xfrm>
            <a:off x="2186840" y="3799902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VIZ::Affected die yield::die-61" descr="VisualizerSemanticDie:{&quot;index&quot;:60,&quot;x&quot;:4,&quot;y&quot;:0,&quot;value&quot;:98,&quot;delta&quot;:null,&quot;reference_value&quot;:null,&quot;affected_value&quot;:null}"/>
          <p:cNvSpPr/>
          <p:nvPr/>
        </p:nvSpPr>
        <p:spPr>
          <a:xfrm>
            <a:off x="2247386" y="3799902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VIZ::Affected die yield::die-62" descr="VisualizerSemanticDie:{&quot;index&quot;:61,&quot;x&quot;:5,&quot;y&quot;:0,&quot;value&quot;:98,&quot;delta&quot;:null,&quot;reference_value&quot;:null,&quot;affected_value&quot;:null}"/>
          <p:cNvSpPr/>
          <p:nvPr/>
        </p:nvSpPr>
        <p:spPr>
          <a:xfrm>
            <a:off x="2307932" y="3799902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VIZ::Affected die yield::die-63" descr="VisualizerSemanticDie:{&quot;index&quot;:62,&quot;x&quot;:6,&quot;y&quot;:0,&quot;value&quot;:98,&quot;delta&quot;:null,&quot;reference_value&quot;:null,&quot;affected_value&quot;:null}"/>
          <p:cNvSpPr/>
          <p:nvPr/>
        </p:nvSpPr>
        <p:spPr>
          <a:xfrm>
            <a:off x="2368478" y="3799902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VIZ::Affected die yield::die-64" descr="VisualizerSemanticDie:{&quot;index&quot;:63,&quot;x&quot;:-5,&quot;y&quot;:1,&quot;value&quot;:98,&quot;delta&quot;:null,&quot;reference_value&quot;:null,&quot;affected_value&quot;:null}"/>
          <p:cNvSpPr/>
          <p:nvPr/>
        </p:nvSpPr>
        <p:spPr>
          <a:xfrm>
            <a:off x="1702471" y="3739356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VIZ::Affected die yield::die-65" descr="VisualizerSemanticDie:{&quot;index&quot;:64,&quot;x&quot;:-4,&quot;y&quot;:1,&quot;value&quot;:98,&quot;delta&quot;:null,&quot;reference_value&quot;:null,&quot;affected_value&quot;:null}"/>
          <p:cNvSpPr/>
          <p:nvPr/>
        </p:nvSpPr>
        <p:spPr>
          <a:xfrm>
            <a:off x="1763017" y="3739356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VIZ::Affected die yield::die-66" descr="VisualizerSemanticDie:{&quot;index&quot;:65,&quot;x&quot;:-3,&quot;y&quot;:1,&quot;value&quot;:98,&quot;delta&quot;:null,&quot;reference_value&quot;:null,&quot;affected_value&quot;:null}"/>
          <p:cNvSpPr/>
          <p:nvPr/>
        </p:nvSpPr>
        <p:spPr>
          <a:xfrm>
            <a:off x="1823563" y="3739356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VIZ::Affected die yield::die-67" descr="VisualizerSemanticDie:{&quot;index&quot;:66,&quot;x&quot;:-2,&quot;y&quot;:1,&quot;value&quot;:98,&quot;delta&quot;:null,&quot;reference_value&quot;:null,&quot;affected_value&quot;:null}"/>
          <p:cNvSpPr/>
          <p:nvPr/>
        </p:nvSpPr>
        <p:spPr>
          <a:xfrm>
            <a:off x="1884109" y="3739356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VIZ::Affected die yield::die-68" descr="VisualizerSemanticDie:{&quot;index&quot;:67,&quot;x&quot;:-1,&quot;y&quot;:1,&quot;value&quot;:98,&quot;delta&quot;:null,&quot;reference_value&quot;:null,&quot;affected_value&quot;:null}"/>
          <p:cNvSpPr/>
          <p:nvPr/>
        </p:nvSpPr>
        <p:spPr>
          <a:xfrm>
            <a:off x="1944655" y="3739356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VIZ::Affected die yield::die-69" descr="VisualizerSemanticDie:{&quot;index&quot;:68,&quot;x&quot;:0,&quot;y&quot;:1,&quot;value&quot;:98,&quot;delta&quot;:null,&quot;reference_value&quot;:null,&quot;affected_value&quot;:null}"/>
          <p:cNvSpPr/>
          <p:nvPr/>
        </p:nvSpPr>
        <p:spPr>
          <a:xfrm>
            <a:off x="2005201" y="3739356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VIZ::Affected die yield::die-70" descr="VisualizerSemanticDie:{&quot;index&quot;:69,&quot;x&quot;:1,&quot;y&quot;:1,&quot;value&quot;:98,&quot;delta&quot;:null,&quot;reference_value&quot;:null,&quot;affected_value&quot;:null}"/>
          <p:cNvSpPr/>
          <p:nvPr/>
        </p:nvSpPr>
        <p:spPr>
          <a:xfrm>
            <a:off x="2065748" y="3739356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VIZ::Affected die yield::die-71" descr="VisualizerSemanticDie:{&quot;index&quot;:70,&quot;x&quot;:2,&quot;y&quot;:1,&quot;value&quot;:98,&quot;delta&quot;:null,&quot;reference_value&quot;:null,&quot;affected_value&quot;:null}"/>
          <p:cNvSpPr/>
          <p:nvPr/>
        </p:nvSpPr>
        <p:spPr>
          <a:xfrm>
            <a:off x="2126294" y="3739356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VIZ::Affected die yield::die-72" descr="VisualizerSemanticDie:{&quot;index&quot;:71,&quot;x&quot;:3,&quot;y&quot;:1,&quot;value&quot;:98,&quot;delta&quot;:null,&quot;reference_value&quot;:null,&quot;affected_value&quot;:null}"/>
          <p:cNvSpPr/>
          <p:nvPr/>
        </p:nvSpPr>
        <p:spPr>
          <a:xfrm>
            <a:off x="2186840" y="3739356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VIZ::Affected die yield::die-73" descr="VisualizerSemanticDie:{&quot;index&quot;:72,&quot;x&quot;:4,&quot;y&quot;:1,&quot;value&quot;:98,&quot;delta&quot;:null,&quot;reference_value&quot;:null,&quot;affected_value&quot;:null}"/>
          <p:cNvSpPr/>
          <p:nvPr/>
        </p:nvSpPr>
        <p:spPr>
          <a:xfrm>
            <a:off x="2247386" y="3739356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VIZ::Affected die yield::die-74" descr="VisualizerSemanticDie:{&quot;index&quot;:73,&quot;x&quot;:5,&quot;y&quot;:1,&quot;value&quot;:98,&quot;delta&quot;:null,&quot;reference_value&quot;:null,&quot;affected_value&quot;:null}"/>
          <p:cNvSpPr/>
          <p:nvPr/>
        </p:nvSpPr>
        <p:spPr>
          <a:xfrm>
            <a:off x="2307932" y="3739356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VIZ::Affected die yield::die-75" descr="VisualizerSemanticDie:{&quot;index&quot;:74,&quot;x&quot;:-5,&quot;y&quot;:2,&quot;value&quot;:98,&quot;delta&quot;:null,&quot;reference_value&quot;:null,&quot;affected_value&quot;:null}"/>
          <p:cNvSpPr/>
          <p:nvPr/>
        </p:nvSpPr>
        <p:spPr>
          <a:xfrm>
            <a:off x="1702471" y="3678810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VIZ::Affected die yield::die-76" descr="VisualizerSemanticDie:{&quot;index&quot;:75,&quot;x&quot;:-4,&quot;y&quot;:2,&quot;value&quot;:98,&quot;delta&quot;:null,&quot;reference_value&quot;:null,&quot;affected_value&quot;:null}"/>
          <p:cNvSpPr/>
          <p:nvPr/>
        </p:nvSpPr>
        <p:spPr>
          <a:xfrm>
            <a:off x="1763017" y="3678810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VIZ::Affected die yield::die-77" descr="VisualizerSemanticDie:{&quot;index&quot;:76,&quot;x&quot;:-3,&quot;y&quot;:2,&quot;value&quot;:98,&quot;delta&quot;:null,&quot;reference_value&quot;:null,&quot;affected_value&quot;:null}"/>
          <p:cNvSpPr/>
          <p:nvPr/>
        </p:nvSpPr>
        <p:spPr>
          <a:xfrm>
            <a:off x="1823563" y="3678810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VIZ::Affected die yield::die-78" descr="VisualizerSemanticDie:{&quot;index&quot;:77,&quot;x&quot;:-2,&quot;y&quot;:2,&quot;value&quot;:98,&quot;delta&quot;:null,&quot;reference_value&quot;:null,&quot;affected_value&quot;:null}"/>
          <p:cNvSpPr/>
          <p:nvPr/>
        </p:nvSpPr>
        <p:spPr>
          <a:xfrm>
            <a:off x="1884109" y="3678810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VIZ::Affected die yield::die-79" descr="VisualizerSemanticDie:{&quot;index&quot;:78,&quot;x&quot;:-1,&quot;y&quot;:2,&quot;value&quot;:98,&quot;delta&quot;:null,&quot;reference_value&quot;:null,&quot;affected_value&quot;:null}"/>
          <p:cNvSpPr/>
          <p:nvPr/>
        </p:nvSpPr>
        <p:spPr>
          <a:xfrm>
            <a:off x="1944655" y="3678810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VIZ::Affected die yield::die-80" descr="VisualizerSemanticDie:{&quot;index&quot;:79,&quot;x&quot;:0,&quot;y&quot;:2,&quot;value&quot;:98,&quot;delta&quot;:null,&quot;reference_value&quot;:null,&quot;affected_value&quot;:null}"/>
          <p:cNvSpPr/>
          <p:nvPr/>
        </p:nvSpPr>
        <p:spPr>
          <a:xfrm>
            <a:off x="2005201" y="3678810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VIZ::Affected die yield::die-81" descr="VisualizerSemanticDie:{&quot;index&quot;:80,&quot;x&quot;:1,&quot;y&quot;:2,&quot;value&quot;:98,&quot;delta&quot;:null,&quot;reference_value&quot;:null,&quot;affected_value&quot;:null}"/>
          <p:cNvSpPr/>
          <p:nvPr/>
        </p:nvSpPr>
        <p:spPr>
          <a:xfrm>
            <a:off x="2065748" y="3678810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VIZ::Affected die yield::die-82" descr="VisualizerSemanticDie:{&quot;index&quot;:81,&quot;x&quot;:2,&quot;y&quot;:2,&quot;value&quot;:98,&quot;delta&quot;:null,&quot;reference_value&quot;:null,&quot;affected_value&quot;:null}"/>
          <p:cNvSpPr/>
          <p:nvPr/>
        </p:nvSpPr>
        <p:spPr>
          <a:xfrm>
            <a:off x="2126294" y="3678810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VIZ::Affected die yield::die-83" descr="VisualizerSemanticDie:{&quot;index&quot;:82,&quot;x&quot;:3,&quot;y&quot;:2,&quot;value&quot;:98,&quot;delta&quot;:null,&quot;reference_value&quot;:null,&quot;affected_value&quot;:null}"/>
          <p:cNvSpPr/>
          <p:nvPr/>
        </p:nvSpPr>
        <p:spPr>
          <a:xfrm>
            <a:off x="2186840" y="3678810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VIZ::Affected die yield::die-84" descr="VisualizerSemanticDie:{&quot;index&quot;:83,&quot;x&quot;:4,&quot;y&quot;:2,&quot;value&quot;:98,&quot;delta&quot;:null,&quot;reference_value&quot;:null,&quot;affected_value&quot;:null}"/>
          <p:cNvSpPr/>
          <p:nvPr/>
        </p:nvSpPr>
        <p:spPr>
          <a:xfrm>
            <a:off x="2247386" y="3678810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VIZ::Affected die yield::die-85" descr="VisualizerSemanticDie:{&quot;index&quot;:84,&quot;x&quot;:5,&quot;y&quot;:2,&quot;value&quot;:98,&quot;delta&quot;:null,&quot;reference_value&quot;:null,&quot;affected_value&quot;:null}"/>
          <p:cNvSpPr/>
          <p:nvPr/>
        </p:nvSpPr>
        <p:spPr>
          <a:xfrm>
            <a:off x="2307932" y="3678810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VIZ::Affected die yield::die-86" descr="VisualizerSemanticDie:{&quot;index&quot;:85,&quot;x&quot;:-5,&quot;y&quot;:3,&quot;value&quot;:98,&quot;delta&quot;:null,&quot;reference_value&quot;:null,&quot;affected_value&quot;:null}"/>
          <p:cNvSpPr/>
          <p:nvPr/>
        </p:nvSpPr>
        <p:spPr>
          <a:xfrm>
            <a:off x="1702471" y="3618264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VIZ::Affected die yield::die-87" descr="VisualizerSemanticDie:{&quot;index&quot;:86,&quot;x&quot;:-4,&quot;y&quot;:3,&quot;value&quot;:98,&quot;delta&quot;:null,&quot;reference_value&quot;:null,&quot;affected_value&quot;:null}"/>
          <p:cNvSpPr/>
          <p:nvPr/>
        </p:nvSpPr>
        <p:spPr>
          <a:xfrm>
            <a:off x="1763017" y="3618264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VIZ::Affected die yield::die-88" descr="VisualizerSemanticDie:{&quot;index&quot;:87,&quot;x&quot;:-3,&quot;y&quot;:3,&quot;value&quot;:98,&quot;delta&quot;:null,&quot;reference_value&quot;:null,&quot;affected_value&quot;:null}"/>
          <p:cNvSpPr/>
          <p:nvPr/>
        </p:nvSpPr>
        <p:spPr>
          <a:xfrm>
            <a:off x="1823563" y="3618264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VIZ::Affected die yield::die-89" descr="VisualizerSemanticDie:{&quot;index&quot;:88,&quot;x&quot;:-2,&quot;y&quot;:3,&quot;value&quot;:98,&quot;delta&quot;:null,&quot;reference_value&quot;:null,&quot;affected_value&quot;:null}"/>
          <p:cNvSpPr/>
          <p:nvPr/>
        </p:nvSpPr>
        <p:spPr>
          <a:xfrm>
            <a:off x="1884109" y="3618264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VIZ::Affected die yield::die-90" descr="VisualizerSemanticDie:{&quot;index&quot;:89,&quot;x&quot;:-1,&quot;y&quot;:3,&quot;value&quot;:98,&quot;delta&quot;:null,&quot;reference_value&quot;:null,&quot;affected_value&quot;:null}"/>
          <p:cNvSpPr/>
          <p:nvPr/>
        </p:nvSpPr>
        <p:spPr>
          <a:xfrm>
            <a:off x="1944655" y="3618264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VIZ::Affected die yield::die-91" descr="VisualizerSemanticDie:{&quot;index&quot;:90,&quot;x&quot;:0,&quot;y&quot;:3,&quot;value&quot;:98,&quot;delta&quot;:null,&quot;reference_value&quot;:null,&quot;affected_value&quot;:null}"/>
          <p:cNvSpPr/>
          <p:nvPr/>
        </p:nvSpPr>
        <p:spPr>
          <a:xfrm>
            <a:off x="2005201" y="3618264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VIZ::Affected die yield::die-92" descr="VisualizerSemanticDie:{&quot;index&quot;:91,&quot;x&quot;:1,&quot;y&quot;:3,&quot;value&quot;:98,&quot;delta&quot;:null,&quot;reference_value&quot;:null,&quot;affected_value&quot;:null}"/>
          <p:cNvSpPr/>
          <p:nvPr/>
        </p:nvSpPr>
        <p:spPr>
          <a:xfrm>
            <a:off x="2065748" y="3618264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VIZ::Affected die yield::die-93" descr="VisualizerSemanticDie:{&quot;index&quot;:92,&quot;x&quot;:2,&quot;y&quot;:3,&quot;value&quot;:98,&quot;delta&quot;:null,&quot;reference_value&quot;:null,&quot;affected_value&quot;:null}"/>
          <p:cNvSpPr/>
          <p:nvPr/>
        </p:nvSpPr>
        <p:spPr>
          <a:xfrm>
            <a:off x="2126294" y="3618264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VIZ::Affected die yield::die-94" descr="VisualizerSemanticDie:{&quot;index&quot;:93,&quot;x&quot;:3,&quot;y&quot;:3,&quot;value&quot;:98,&quot;delta&quot;:null,&quot;reference_value&quot;:null,&quot;affected_value&quot;:null}"/>
          <p:cNvSpPr/>
          <p:nvPr/>
        </p:nvSpPr>
        <p:spPr>
          <a:xfrm>
            <a:off x="2186840" y="3618264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VIZ::Affected die yield::die-95" descr="VisualizerSemanticDie:{&quot;index&quot;:94,&quot;x&quot;:4,&quot;y&quot;:3,&quot;value&quot;:98,&quot;delta&quot;:null,&quot;reference_value&quot;:null,&quot;affected_value&quot;:null}"/>
          <p:cNvSpPr/>
          <p:nvPr/>
        </p:nvSpPr>
        <p:spPr>
          <a:xfrm>
            <a:off x="2247386" y="3618264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VIZ::Affected die yield::die-96" descr="VisualizerSemanticDie:{&quot;index&quot;:95,&quot;x&quot;:5,&quot;y&quot;:3,&quot;value&quot;:98,&quot;delta&quot;:null,&quot;reference_value&quot;:null,&quot;affected_value&quot;:null}"/>
          <p:cNvSpPr/>
          <p:nvPr/>
        </p:nvSpPr>
        <p:spPr>
          <a:xfrm>
            <a:off x="2307932" y="3618264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VIZ::Affected die yield::die-97" descr="VisualizerSemanticDie:{&quot;index&quot;:96,&quot;x&quot;:-4,&quot;y&quot;:4,&quot;value&quot;:98,&quot;delta&quot;:null,&quot;reference_value&quot;:null,&quot;affected_value&quot;:null}"/>
          <p:cNvSpPr/>
          <p:nvPr/>
        </p:nvSpPr>
        <p:spPr>
          <a:xfrm>
            <a:off x="1763017" y="3557718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VIZ::Affected die yield::die-98" descr="VisualizerSemanticDie:{&quot;index&quot;:97,&quot;x&quot;:-3,&quot;y&quot;:4,&quot;value&quot;:98,&quot;delta&quot;:null,&quot;reference_value&quot;:null,&quot;affected_value&quot;:null}"/>
          <p:cNvSpPr/>
          <p:nvPr/>
        </p:nvSpPr>
        <p:spPr>
          <a:xfrm>
            <a:off x="1823563" y="3557718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VIZ::Affected die yield::die-99" descr="VisualizerSemanticDie:{&quot;index&quot;:98,&quot;x&quot;:-2,&quot;y&quot;:4,&quot;value&quot;:98,&quot;delta&quot;:null,&quot;reference_value&quot;:null,&quot;affected_value&quot;:null}"/>
          <p:cNvSpPr/>
          <p:nvPr/>
        </p:nvSpPr>
        <p:spPr>
          <a:xfrm>
            <a:off x="1884109" y="3557718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VIZ::Affected die yield::die-100" descr="VisualizerSemanticDie:{&quot;index&quot;:99,&quot;x&quot;:-1,&quot;y&quot;:4,&quot;value&quot;:98,&quot;delta&quot;:null,&quot;reference_value&quot;:null,&quot;affected_value&quot;:null}"/>
          <p:cNvSpPr/>
          <p:nvPr/>
        </p:nvSpPr>
        <p:spPr>
          <a:xfrm>
            <a:off x="1944655" y="3557718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VIZ::Affected die yield::die-101" descr="VisualizerSemanticDie:{&quot;index&quot;:100,&quot;x&quot;:0,&quot;y&quot;:4,&quot;value&quot;:98,&quot;delta&quot;:null,&quot;reference_value&quot;:null,&quot;affected_value&quot;:null}"/>
          <p:cNvSpPr/>
          <p:nvPr/>
        </p:nvSpPr>
        <p:spPr>
          <a:xfrm>
            <a:off x="2005201" y="3557718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VIZ::Affected die yield::die-102" descr="VisualizerSemanticDie:{&quot;index&quot;:101,&quot;x&quot;:1,&quot;y&quot;:4,&quot;value&quot;:98,&quot;delta&quot;:null,&quot;reference_value&quot;:null,&quot;affected_value&quot;:null}"/>
          <p:cNvSpPr/>
          <p:nvPr/>
        </p:nvSpPr>
        <p:spPr>
          <a:xfrm>
            <a:off x="2065748" y="3557718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VIZ::Affected die yield::die-103" descr="VisualizerSemanticDie:{&quot;index&quot;:102,&quot;x&quot;:2,&quot;y&quot;:4,&quot;value&quot;:98,&quot;delta&quot;:null,&quot;reference_value&quot;:null,&quot;affected_value&quot;:null}"/>
          <p:cNvSpPr/>
          <p:nvPr/>
        </p:nvSpPr>
        <p:spPr>
          <a:xfrm>
            <a:off x="2126294" y="3557718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VIZ::Affected die yield::die-104" descr="VisualizerSemanticDie:{&quot;index&quot;:103,&quot;x&quot;:3,&quot;y&quot;:4,&quot;value&quot;:98,&quot;delta&quot;:null,&quot;reference_value&quot;:null,&quot;affected_value&quot;:null}"/>
          <p:cNvSpPr/>
          <p:nvPr/>
        </p:nvSpPr>
        <p:spPr>
          <a:xfrm>
            <a:off x="2186840" y="3557718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VIZ::Affected die yield::die-105" descr="VisualizerSemanticDie:{&quot;index&quot;:104,&quot;x&quot;:4,&quot;y&quot;:4,&quot;value&quot;:98,&quot;delta&quot;:null,&quot;reference_value&quot;:null,&quot;affected_value&quot;:null}"/>
          <p:cNvSpPr/>
          <p:nvPr/>
        </p:nvSpPr>
        <p:spPr>
          <a:xfrm>
            <a:off x="2247386" y="3557718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VIZ::Affected die yield::die-106" descr="VisualizerSemanticDie:{&quot;index&quot;:105,&quot;x&quot;:-3,&quot;y&quot;:5,&quot;value&quot;:98,&quot;delta&quot;:null,&quot;reference_value&quot;:null,&quot;affected_value&quot;:null}"/>
          <p:cNvSpPr/>
          <p:nvPr/>
        </p:nvSpPr>
        <p:spPr>
          <a:xfrm>
            <a:off x="1823563" y="3497172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VIZ::Affected die yield::die-107" descr="VisualizerSemanticDie:{&quot;index&quot;:106,&quot;x&quot;:-2,&quot;y&quot;:5,&quot;value&quot;:98,&quot;delta&quot;:null,&quot;reference_value&quot;:null,&quot;affected_value&quot;:null}"/>
          <p:cNvSpPr/>
          <p:nvPr/>
        </p:nvSpPr>
        <p:spPr>
          <a:xfrm>
            <a:off x="1884109" y="3497172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VIZ::Affected die yield::die-108" descr="VisualizerSemanticDie:{&quot;index&quot;:107,&quot;x&quot;:-1,&quot;y&quot;:5,&quot;value&quot;:98,&quot;delta&quot;:null,&quot;reference_value&quot;:null,&quot;affected_value&quot;:null}"/>
          <p:cNvSpPr/>
          <p:nvPr/>
        </p:nvSpPr>
        <p:spPr>
          <a:xfrm>
            <a:off x="1944655" y="3497172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VIZ::Affected die yield::die-109" descr="VisualizerSemanticDie:{&quot;index&quot;:108,&quot;x&quot;:0,&quot;y&quot;:5,&quot;value&quot;:98,&quot;delta&quot;:null,&quot;reference_value&quot;:null,&quot;affected_value&quot;:null}"/>
          <p:cNvSpPr/>
          <p:nvPr/>
        </p:nvSpPr>
        <p:spPr>
          <a:xfrm>
            <a:off x="2005201" y="3497172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VIZ::Affected die yield::die-110" descr="VisualizerSemanticDie:{&quot;index&quot;:109,&quot;x&quot;:1,&quot;y&quot;:5,&quot;value&quot;:98,&quot;delta&quot;:null,&quot;reference_value&quot;:null,&quot;affected_value&quot;:null}"/>
          <p:cNvSpPr/>
          <p:nvPr/>
        </p:nvSpPr>
        <p:spPr>
          <a:xfrm>
            <a:off x="2065748" y="3497172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VIZ::Affected die yield::die-111" descr="VisualizerSemanticDie:{&quot;index&quot;:110,&quot;x&quot;:2,&quot;y&quot;:5,&quot;value&quot;:98,&quot;delta&quot;:null,&quot;reference_value&quot;:null,&quot;affected_value&quot;:null}"/>
          <p:cNvSpPr/>
          <p:nvPr/>
        </p:nvSpPr>
        <p:spPr>
          <a:xfrm>
            <a:off x="2126294" y="3497172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VIZ::Affected die yield::die-112" descr="VisualizerSemanticDie:{&quot;index&quot;:111,&quot;x&quot;:3,&quot;y&quot;:5,&quot;value&quot;:98,&quot;delta&quot;:null,&quot;reference_value&quot;:null,&quot;affected_value&quot;:null}"/>
          <p:cNvSpPr/>
          <p:nvPr/>
        </p:nvSpPr>
        <p:spPr>
          <a:xfrm>
            <a:off x="2186840" y="3497172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VIZ::Affected die yield::die-113" descr="VisualizerSemanticDie:{&quot;index&quot;:112,&quot;x&quot;:0,&quot;y&quot;:6,&quot;value&quot;:98,&quot;delta&quot;:null,&quot;reference_value&quot;:null,&quot;affected_value&quot;:null}"/>
          <p:cNvSpPr/>
          <p:nvPr/>
        </p:nvSpPr>
        <p:spPr>
          <a:xfrm>
            <a:off x="2005201" y="3436626"/>
            <a:ext cx="61089" cy="61089"/>
          </a:xfrm>
          <a:prstGeom prst="rect">
            <a:avLst/>
          </a:prstGeom>
          <a:solidFill>
            <a:srgbClr val="C94F5F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VIZ::Affected die yield::legend-title"/>
          <p:cNvSpPr txBox="1"/>
          <p:nvPr/>
        </p:nvSpPr>
        <p:spPr>
          <a:xfrm>
            <a:off x="1144012" y="4274284"/>
            <a:ext cx="1783469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MEASURED VALUE</a:t>
            </a:r>
          </a:p>
        </p:txBody>
      </p:sp>
      <p:sp>
        <p:nvSpPr>
          <p:cNvPr id="134" name="VIZ::Affected die yield::legend-1"/>
          <p:cNvSpPr/>
          <p:nvPr/>
        </p:nvSpPr>
        <p:spPr>
          <a:xfrm>
            <a:off x="1144012" y="4484596"/>
            <a:ext cx="177843" cy="91440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VIZ::Affected die yield::legend-2"/>
          <p:cNvSpPr/>
          <p:nvPr/>
        </p:nvSpPr>
        <p:spPr>
          <a:xfrm>
            <a:off x="1344715" y="4484596"/>
            <a:ext cx="177843" cy="91440"/>
          </a:xfrm>
          <a:prstGeom prst="rect">
            <a:avLst/>
          </a:prstGeom>
          <a:solidFill>
            <a:srgbClr val="4859B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VIZ::Affected die yield::legend-3"/>
          <p:cNvSpPr/>
          <p:nvPr/>
        </p:nvSpPr>
        <p:spPr>
          <a:xfrm>
            <a:off x="1545418" y="4484596"/>
            <a:ext cx="177843" cy="91440"/>
          </a:xfrm>
          <a:prstGeom prst="rect">
            <a:avLst/>
          </a:prstGeom>
          <a:solidFill>
            <a:srgbClr val="5B57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VIZ::Affected die yield::legend-4"/>
          <p:cNvSpPr/>
          <p:nvPr/>
        </p:nvSpPr>
        <p:spPr>
          <a:xfrm>
            <a:off x="1746121" y="4484596"/>
            <a:ext cx="177843" cy="91440"/>
          </a:xfrm>
          <a:prstGeom prst="rect">
            <a:avLst/>
          </a:prstGeom>
          <a:solidFill>
            <a:srgbClr val="6D5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VIZ::Affected die yield::legend-5"/>
          <p:cNvSpPr/>
          <p:nvPr/>
        </p:nvSpPr>
        <p:spPr>
          <a:xfrm>
            <a:off x="1946824" y="4484596"/>
            <a:ext cx="177843" cy="91440"/>
          </a:xfrm>
          <a:prstGeom prst="rect">
            <a:avLst/>
          </a:prstGeom>
          <a:solidFill>
            <a:srgbClr val="8054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VIZ::Affected die yield::legend-6"/>
          <p:cNvSpPr/>
          <p:nvPr/>
        </p:nvSpPr>
        <p:spPr>
          <a:xfrm>
            <a:off x="2147528" y="4484596"/>
            <a:ext cx="177843" cy="91440"/>
          </a:xfrm>
          <a:prstGeom prst="rect">
            <a:avLst/>
          </a:prstGeom>
          <a:solidFill>
            <a:srgbClr val="9253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VIZ::Affected die yield::legend-7"/>
          <p:cNvSpPr/>
          <p:nvPr/>
        </p:nvSpPr>
        <p:spPr>
          <a:xfrm>
            <a:off x="2348231" y="4484596"/>
            <a:ext cx="177843" cy="91440"/>
          </a:xfrm>
          <a:prstGeom prst="rect">
            <a:avLst/>
          </a:prstGeom>
          <a:solidFill>
            <a:srgbClr val="A452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VIZ::Affected die yield::legend-8"/>
          <p:cNvSpPr/>
          <p:nvPr/>
        </p:nvSpPr>
        <p:spPr>
          <a:xfrm>
            <a:off x="2548934" y="4484596"/>
            <a:ext cx="177843" cy="91440"/>
          </a:xfrm>
          <a:prstGeom prst="rect">
            <a:avLst/>
          </a:prstGeom>
          <a:solidFill>
            <a:srgbClr val="B750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VIZ::Affected die yield::legend-9"/>
          <p:cNvSpPr/>
          <p:nvPr/>
        </p:nvSpPr>
        <p:spPr>
          <a:xfrm>
            <a:off x="2749637" y="4484596"/>
            <a:ext cx="177843" cy="91440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VIZ::Affected die yield::legend-low"/>
          <p:cNvSpPr txBox="1"/>
          <p:nvPr/>
        </p:nvSpPr>
        <p:spPr>
          <a:xfrm>
            <a:off x="1144012" y="4598896"/>
            <a:ext cx="5350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91.8</a:t>
            </a:r>
          </a:p>
        </p:txBody>
      </p:sp>
      <p:sp>
        <p:nvSpPr>
          <p:cNvPr id="144" name="VIZ::Affected die yield::legend-high"/>
          <p:cNvSpPr txBox="1"/>
          <p:nvPr/>
        </p:nvSpPr>
        <p:spPr>
          <a:xfrm>
            <a:off x="2392440" y="4598896"/>
            <a:ext cx="535040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98</a:t>
            </a:r>
          </a:p>
        </p:txBody>
      </p:sp>
      <p:graphicFrame>
        <p:nvGraphicFramePr>
          <p:cNvPr id="145" name="VIZ::Clean Table" descr="VisualizerSemantic:{&quot;composition_role&quot;:&quot;detailed_evidence&quot;,&quot;customTable&quot;:{&quot;headers&quot;:[&quot;Measure&quot;,&quot;Affected&quot;,&quot;Reference&quot;,&quot;Review&quot;],&quot;rows&quot;:[[&quot;Edge-band yield&quot;,&quot;91.8%&quot;,&quot;98.0%&quot;,&quot;Contain pending matched rerun&quot;],[&quot;Film thickness&quot;,&quot;798.0 nm&quot;,&quot;802.1 nm&quot;,&quot;Check endpoint calibration&quot;],[&quot;Pressure offset&quot;,&quot;+2.4 kPa&quot;,&quot;Baseline&quot;,&quot;Association only; verify&quot;]]},&quot;element&quot;:&quot;Clean Table&quot;,&quot;engine&quot;:&quot;TableEngine&quot;,&quot;groupId&quot;:null,&quot;id&quot;:&quot;c7&quot;,&quot;locked&quot;:false,&quot;message_role&quot;:&quot;Primary Evidence&quot;,&quot;order&quot;:8,&quot;rows&quot;:[[&quot;Edge-band yield&quot;,&quot;91.8%&quot;,&quot;98.0%&quot;,&quot;Contain pending matched rerun&quot;],[&quot;Film thickness&quot;,&quot;798.0 nm&quot;,&quot;802.1 nm&quot;,&quot;Check endpoint calibration&quot;],[&quot;Pressure offset&quot;,&quot;+2.4 kPa&quot;,&quot;Baseline&quot;,&quot;Association only; verify&quot;]],&quot;section_id&quot;:&quot;evidence&quot;,&quot;section_title&quot;:&quot;Engineering evidence&quot;,&quot;title&quot;:&quot;Clean Table&quot;,&quot;type&quot;:&quot;table&quot;,&quot;weight&quot;:1,&quot;z&quot;:7,&quot;x&quot;:14.0,&quot;y&quot;:1377.1599999999999,&quot;w&quot;:1572.0,&quot;h&quot;:305.62}"/>
          <p:cNvGraphicFramePr>
            <a:graphicFrameLocks noGrp="1"/>
          </p:cNvGraphicFramePr>
          <p:nvPr/>
        </p:nvGraphicFramePr>
        <p:xfrm>
          <a:off x="90454" y="8897897"/>
          <a:ext cx="10156768" cy="19746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9192"/>
                <a:gridCol w="2539192"/>
                <a:gridCol w="2539192"/>
                <a:gridCol w="2539192"/>
              </a:tblGrid>
              <a:tr h="493656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Measure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Affected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Review</a:t>
                      </a:r>
                    </a:p>
                  </a:txBody>
                  <a:tcPr/>
                </a:tc>
              </a:tr>
              <a:tr h="49365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Edge-band yield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98.0%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Contain pending matched rerun</a:t>
                      </a:r>
                    </a:p>
                  </a:txBody>
                  <a:tcPr/>
                </a:tc>
              </a:tr>
              <a:tr h="493656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Film thickness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798.0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802.1 nm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Check endpoint calibration</a:t>
                      </a:r>
                    </a:p>
                  </a:txBody>
                  <a:tcPr/>
                </a:tc>
              </a:tr>
              <a:tr h="493657"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Pressure offset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+2.4 kPa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0"/>
                      </a:pPr>
                      <a:r>
                        <a:t>Association only; verify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6" name="VIZ::DiagramTitle::Process Flow::1" descr="VisualizerDiagramContinuation:{&quot;item_id&quot;:&quot;c8&quot;,&quot;page&quot;:1,&quot;page_count&quot;:1,&quot;direction&quot;:&quot;right&quot;}"/>
          <p:cNvSpPr txBox="1"/>
          <p:nvPr/>
        </p:nvSpPr>
        <p:spPr>
          <a:xfrm>
            <a:off x="876192" y="6501045"/>
            <a:ext cx="6131386" cy="228600"/>
          </a:xfrm>
          <a:prstGeom prst="rect">
            <a:avLst/>
          </a:prstGeom>
          <a:noFill/>
        </p:spPr>
        <p:txBody>
          <a:bodyPr wrap="none" lIns="45720" rIns="45720" tIns="22860" bIns="22860" anchor="ctr">
            <a:spAutoFit/>
          </a:bodyPr>
          <a:lstStyle/>
          <a:p>
            <a:pPr algn="ctr">
              <a:lnSpc>
                <a:spcPts val="1288"/>
              </a:lnSpc>
              <a:spcAft>
                <a:spcPts val="0"/>
              </a:spcAft>
              <a:defRPr sz="1150" b="1">
                <a:solidFill>
                  <a:srgbClr val="233449"/>
                </a:solidFill>
                <a:latin typeface="Arial"/>
              </a:defRPr>
            </a:pPr>
            <a:r>
              <a:t>Process Flow</a:t>
            </a:r>
          </a:p>
        </p:txBody>
      </p:sp>
      <p:sp>
        <p:nvSpPr>
          <p:cNvPr id="147" name="VIZ::Process Flow::Excursion signal::node-1" descr="VisualizerSemantic: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,&quot;x&quot;:127.12,&quot;y&quot;:1003.36,&quot;w&quot;:965.96,&quot;h&quot;:170.0}"/>
          <p:cNvSpPr/>
          <p:nvPr/>
        </p:nvSpPr>
        <p:spPr>
          <a:xfrm>
            <a:off x="876192" y="6903930"/>
            <a:ext cx="1381970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Excursion signal</a:t>
            </a:r>
          </a:p>
        </p:txBody>
      </p:sp>
      <p:sp>
        <p:nvSpPr>
          <p:cNvPr id="148" name="VIZ::Process Flow::Compare affected and reference::node-2" descr="VisualizerDiagramNode:{&quot;item_id&quot;:&quot;c8&quot;,&quot;node_index&quot;:1,&quot;label&quot;:&quot;Compare affected and reference&quot;,&quot;page&quot;:1,&quot;page_count&quot;:1,&quot;direction&quot;:&quot;right&quot;}"/>
          <p:cNvSpPr/>
          <p:nvPr/>
        </p:nvSpPr>
        <p:spPr>
          <a:xfrm>
            <a:off x="2459330" y="6903930"/>
            <a:ext cx="1381970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Compare affected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and reference</a:t>
            </a:r>
          </a:p>
        </p:txBody>
      </p:sp>
      <p:sp>
        <p:nvSpPr>
          <p:cNvPr id="149" name="VIZ::Process Flow::Verify chamber mechanism::node-3" descr="VisualizerDiagramNode:{&quot;item_id&quot;:&quot;c8&quot;,&quot;node_index&quot;:2,&quot;label&quot;:&quot;Verify chamber mechanism&quot;,&quot;page&quot;:1,&quot;page_count&quot;:1,&quot;direction&quot;:&quot;right&quot;}"/>
          <p:cNvSpPr/>
          <p:nvPr/>
        </p:nvSpPr>
        <p:spPr>
          <a:xfrm>
            <a:off x="4042468" y="6903930"/>
            <a:ext cx="1381970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Verify chamber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mechanism</a:t>
            </a:r>
          </a:p>
        </p:txBody>
      </p:sp>
      <p:sp>
        <p:nvSpPr>
          <p:cNvPr id="150" name="VIZ::Process Flow::Confirm corrective action::node-4" descr="VisualizerDiagramNode:{&quot;item_id&quot;:&quot;c8&quot;,&quot;node_index&quot;:3,&quot;label&quot;:&quot;Confirm corrective action&quot;,&quot;page&quot;:1,&quot;page_count&quot;:1,&quot;direction&quot;:&quot;right&quot;}"/>
          <p:cNvSpPr/>
          <p:nvPr/>
        </p:nvSpPr>
        <p:spPr>
          <a:xfrm>
            <a:off x="5625606" y="6903930"/>
            <a:ext cx="1381970" cy="493776"/>
          </a:xfrm>
          <a:prstGeom prst="roundRect">
            <a:avLst/>
          </a:prstGeom>
          <a:solidFill>
            <a:srgbClr val="EBF2FA"/>
          </a:solidFill>
          <a:ln w="11430">
            <a:solidFill>
              <a:srgbClr val="6685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73152" bIns="73152"/>
          <a:lstStyle/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Confirm</a:t>
            </a:r>
          </a:p>
          <a:p>
            <a:pPr algn="ctr">
              <a:lnSpc>
                <a:spcPts val="1120"/>
              </a:lnSpc>
              <a:spcAft>
                <a:spcPts val="0"/>
              </a:spcAft>
              <a:defRPr sz="1000">
                <a:solidFill>
                  <a:srgbClr val="233449"/>
                </a:solidFill>
                <a:latin typeface="Arial"/>
              </a:defRPr>
            </a:pPr>
            <a:r>
              <a:t>corrective action</a:t>
            </a:r>
          </a:p>
        </p:txBody>
      </p:sp>
      <p:cxnSp>
        <p:nvCxnSpPr>
          <p:cNvPr id="151" name="VIZ::DiagramEdge::Process Flow::1" descr="VisualizerSemanticEdge:{&quot;item_id&quot;:&quot;c8&quot;,&quot;edge_index&quot;:0,&quot;source&quot;:&quot;Excursion signal&quot;,&quot;target&quot;:&quot;Compare affected and reference&quot;,&quot;continuation&quot;:false}"/>
          <p:cNvCxnSpPr/>
          <p:nvPr/>
        </p:nvCxnSpPr>
        <p:spPr>
          <a:xfrm>
            <a:off x="2262734" y="715081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VIZ::DiagramEdge::Process Flow::2" descr="VisualizerSemanticEdge:{&quot;item_id&quot;:&quot;c8&quot;,&quot;edge_index&quot;:1,&quot;source&quot;:&quot;Compare affected and reference&quot;,&quot;target&quot;:&quot;Verify chamber mechanism&quot;,&quot;continuation&quot;:false}"/>
          <p:cNvCxnSpPr/>
          <p:nvPr/>
        </p:nvCxnSpPr>
        <p:spPr>
          <a:xfrm>
            <a:off x="3845872" y="715081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VIZ::DiagramEdge::Process Flow::3" descr="VisualizerSemanticEdge:{&quot;item_id&quot;:&quot;c8&quot;,&quot;edge_index&quot;:2,&quot;source&quot;:&quot;Verify chamber mechanism&quot;,&quot;target&quot;:&quot;Confirm corrective action&quot;,&quot;continuation&quot;:false}"/>
          <p:cNvCxnSpPr/>
          <p:nvPr/>
        </p:nvCxnSpPr>
        <p:spPr>
          <a:xfrm>
            <a:off x="5429010" y="7150818"/>
            <a:ext cx="192024" cy="0"/>
          </a:xfrm>
          <a:prstGeom prst="line">
            <a:avLst/>
          </a:prstGeom>
          <a:ln w="19050">
            <a:solidFill>
              <a:srgbClr val="435B7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4" name="VIZ::Synthetic paired-die renderer subset Δ::spatial-panel" descr="VisualizerSemantic:{&quot;dataset_id&quot;:&quot;chg206-paired-die-renderer-fixture&quot;,&quot;element&quot;:&quot;Wafer Difference Map&quot;,&quot;engine&quot;:&quot;WaferFabEngine&quot;,&quot;id&quot;:&quot;c12&quot;,&quot;locked&quot;:false,&quot;mapping&quot;:{&quot;affected_value&quot;:&quot;affected&quot;,&quot;die_x&quot;:&quot;die_x&quot;,&quot;die_y&quot;:&quot;die_y&quot;,&quot;reference_value&quot;:&quot;reference&quot;},&quot;order&quot;:11,&quot;title&quot;:&quot;Synthetic paired-die renderer subset Δ&quot;,&quot;type&quot;:&quot;wafer&quot;,&quot;z&quot;:12,&quot;observations&quot;:[{&quot;x&quot;:0,&quot;y&quot;:0,&quot;value&quot;:null,&quot;reference_value&quot;:98.0,&quot;affected_value&quot;:92.0,&quot;delta&quot;:-6.0},{&quot;x&quot;:1,&quot;y&quot;:0,&quot;value&quot;:null,&quot;reference_value&quot;:98.0,&quot;affected_value&quot;:90.0,&quot;delta&quot;:-8.0},{&quot;x&quot;:0,&quot;y&quot;:1,&quot;value&quot;:null,&quot;reference_value&quot;:98.0,&quot;affected_value&quot;:94.0,&quot;delta&quot;:-4.0},{&quot;x&quot;:1,&quot;y&quot;:1,&quot;value&quot;:null,&quot;reference_value&quot;:98.0,&quot;affected_value&quot;:91.2,&quot;delta&quot;:-6.799999999999997}],&quot;wafer_id&quot;:null,&quot;lot_id&quot;:null,&quot;tool&quot;:null,&quot;chamber&quot;:null,&quot;recipe&quot;:null,&quot;process&quot;:null,&quot;x&quot;:1107.08,&quot;y&quot;:1003.36,&quot;w&quot;:365.79999999999995,&quot;h&quot;:365.79999999999995}"/>
          <p:cNvSpPr/>
          <p:nvPr/>
        </p:nvSpPr>
        <p:spPr>
          <a:xfrm>
            <a:off x="7152897" y="6482757"/>
            <a:ext cx="2363451" cy="2363451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3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VIZ::Synthetic paired-die renderer subset Δ::title"/>
          <p:cNvSpPr txBox="1"/>
          <p:nvPr/>
        </p:nvSpPr>
        <p:spPr>
          <a:xfrm>
            <a:off x="7247435" y="6565477"/>
            <a:ext cx="217437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1C2B3E"/>
                </a:solidFill>
              </a:defRPr>
            </a:pPr>
            <a:r>
              <a:t>Synthetic paired-die renderer subset Δ</a:t>
            </a:r>
          </a:p>
        </p:txBody>
      </p:sp>
      <p:sp>
        <p:nvSpPr>
          <p:cNvPr id="156" name="VIZ::Synthetic paired-die renderer subset Δ::metadata"/>
          <p:cNvSpPr txBox="1"/>
          <p:nvPr/>
        </p:nvSpPr>
        <p:spPr>
          <a:xfrm>
            <a:off x="7247435" y="6821509"/>
            <a:ext cx="2174374" cy="378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50" b="0">
                <a:solidFill>
                  <a:srgbClr val="4F5E71"/>
                </a:solidFill>
              </a:defRPr>
            </a:pPr>
            <a:r>
              <a:t>4 observations · 0 missing · Delta -8 to -4</a:t>
            </a:r>
          </a:p>
        </p:txBody>
      </p:sp>
      <p:sp>
        <p:nvSpPr>
          <p:cNvPr id="157" name="VIZ::Synthetic paired-die renderer subset Δ::wafer-outline"/>
          <p:cNvSpPr/>
          <p:nvPr/>
        </p:nvSpPr>
        <p:spPr>
          <a:xfrm>
            <a:off x="7824540" y="7339116"/>
            <a:ext cx="1020164" cy="1020164"/>
          </a:xfrm>
          <a:prstGeom prst="ellipse">
            <a:avLst/>
          </a:prstGeom>
          <a:solidFill>
            <a:srgbClr val="F7F9FC"/>
          </a:solidFill>
          <a:ln w="15240">
            <a:solidFill>
              <a:srgbClr val="273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VIZ::Synthetic paired-die renderer subset Δ::orientation-notch"/>
          <p:cNvSpPr/>
          <p:nvPr/>
        </p:nvSpPr>
        <p:spPr>
          <a:xfrm>
            <a:off x="8288902" y="7335459"/>
            <a:ext cx="91440" cy="320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VIZ::Synthetic paired-die renderer subset Δ::orientation"/>
          <p:cNvSpPr txBox="1"/>
          <p:nvPr/>
        </p:nvSpPr>
        <p:spPr>
          <a:xfrm>
            <a:off x="8202001" y="7192812"/>
            <a:ext cx="714115" cy="1188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00" b="1">
                <a:solidFill>
                  <a:srgbClr val="4F5E71"/>
                </a:solidFill>
              </a:defRPr>
            </a:pPr>
            <a:r>
              <a:t>N · NOTCH</a:t>
            </a:r>
          </a:p>
        </p:txBody>
      </p:sp>
      <p:sp>
        <p:nvSpPr>
          <p:cNvPr id="160" name="VIZ::Synthetic paired-die renderer subset Δ::die-1" descr="VisualizerSemanticDie:{&quot;index&quot;:0,&quot;x&quot;:0,&quot;y&quot;:0,&quot;value&quot;:null,&quot;delta&quot;:-6.0,&quot;reference_value&quot;:98.0,&quot;affected_value&quot;:92.0}"/>
          <p:cNvSpPr/>
          <p:nvPr/>
        </p:nvSpPr>
        <p:spPr>
          <a:xfrm>
            <a:off x="7974637" y="8132671"/>
            <a:ext cx="76512" cy="76512"/>
          </a:xfrm>
          <a:prstGeom prst="rect">
            <a:avLst/>
          </a:prstGeom>
          <a:solidFill>
            <a:srgbClr val="5672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VIZ::Synthetic paired-die renderer subset Δ::die-2" descr="VisualizerSemanticDie:{&quot;index&quot;:1,&quot;x&quot;:1,&quot;y&quot;:0,&quot;value&quot;:null,&quot;delta&quot;:-8.0,&quot;reference_value&quot;:98.0,&quot;affected_value&quot;:90.0}"/>
          <p:cNvSpPr/>
          <p:nvPr/>
        </p:nvSpPr>
        <p:spPr>
          <a:xfrm>
            <a:off x="8618095" y="8132671"/>
            <a:ext cx="76512" cy="76512"/>
          </a:xfrm>
          <a:prstGeom prst="rect">
            <a:avLst/>
          </a:prstGeom>
          <a:solidFill>
            <a:srgbClr val="365A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VIZ::Synthetic paired-die renderer subset Δ::die-3" descr="VisualizerSemanticDie:{&quot;index&quot;:2,&quot;x&quot;:0,&quot;y&quot;:1,&quot;value&quot;:null,&quot;delta&quot;:-4.0,&quot;reference_value&quot;:98.0,&quot;affected_value&quot;:94.0}"/>
          <p:cNvSpPr/>
          <p:nvPr/>
        </p:nvSpPr>
        <p:spPr>
          <a:xfrm>
            <a:off x="7974637" y="7489213"/>
            <a:ext cx="76512" cy="76512"/>
          </a:xfrm>
          <a:prstGeom prst="rect">
            <a:avLst/>
          </a:prstGeom>
          <a:solidFill>
            <a:srgbClr val="758BC6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VIZ::Synthetic paired-die renderer subset Δ::die-4" descr="VisualizerSemanticDie:{&quot;index&quot;:3,&quot;x&quot;:1,&quot;y&quot;:1,&quot;value&quot;:null,&quot;delta&quot;:-6.799999999999997,&quot;reference_value&quot;:98.0,&quot;affected_value&quot;:91.2}"/>
          <p:cNvSpPr/>
          <p:nvPr/>
        </p:nvSpPr>
        <p:spPr>
          <a:xfrm>
            <a:off x="8618095" y="7489213"/>
            <a:ext cx="76512" cy="76512"/>
          </a:xfrm>
          <a:prstGeom prst="rect">
            <a:avLst/>
          </a:prstGeom>
          <a:solidFill>
            <a:srgbClr val="4969C7"/>
          </a:solidFill>
          <a:ln w="571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VIZ::Synthetic paired-die renderer subset Δ::legend-title"/>
          <p:cNvSpPr txBox="1"/>
          <p:nvPr/>
        </p:nvSpPr>
        <p:spPr>
          <a:xfrm>
            <a:off x="7262625" y="8395857"/>
            <a:ext cx="2143995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650" b="1">
                <a:solidFill>
                  <a:srgbClr val="3A485B"/>
                </a:solidFill>
              </a:defRPr>
            </a:pPr>
            <a:r>
              <a:t>SIGNED DELTA · AFFECTED − REFERENCE</a:t>
            </a:r>
          </a:p>
        </p:txBody>
      </p:sp>
      <p:sp>
        <p:nvSpPr>
          <p:cNvPr id="165" name="VIZ::Synthetic paired-die renderer subset Δ::legend-1"/>
          <p:cNvSpPr/>
          <p:nvPr/>
        </p:nvSpPr>
        <p:spPr>
          <a:xfrm>
            <a:off x="7262625" y="8606169"/>
            <a:ext cx="217901" cy="94538"/>
          </a:xfrm>
          <a:prstGeom prst="rect">
            <a:avLst/>
          </a:prstGeom>
          <a:solidFill>
            <a:srgbClr val="365A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VIZ::Synthetic paired-die renderer subset Δ::legend-2"/>
          <p:cNvSpPr/>
          <p:nvPr/>
        </p:nvSpPr>
        <p:spPr>
          <a:xfrm>
            <a:off x="7503386" y="8606169"/>
            <a:ext cx="217901" cy="94538"/>
          </a:xfrm>
          <a:prstGeom prst="rect">
            <a:avLst/>
          </a:prstGeom>
          <a:solidFill>
            <a:srgbClr val="5672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VIZ::Synthetic paired-die renderer subset Δ::legend-3"/>
          <p:cNvSpPr/>
          <p:nvPr/>
        </p:nvSpPr>
        <p:spPr>
          <a:xfrm>
            <a:off x="7744148" y="8606169"/>
            <a:ext cx="217901" cy="94538"/>
          </a:xfrm>
          <a:prstGeom prst="rect">
            <a:avLst/>
          </a:prstGeom>
          <a:solidFill>
            <a:srgbClr val="758B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VIZ::Synthetic paired-die renderer subset Δ::legend-4"/>
          <p:cNvSpPr/>
          <p:nvPr/>
        </p:nvSpPr>
        <p:spPr>
          <a:xfrm>
            <a:off x="7984910" y="8606169"/>
            <a:ext cx="217901" cy="94538"/>
          </a:xfrm>
          <a:prstGeom prst="rect">
            <a:avLst/>
          </a:prstGeom>
          <a:solidFill>
            <a:srgbClr val="94A4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VIZ::Synthetic paired-die renderer subset Δ::legend-5"/>
          <p:cNvSpPr/>
          <p:nvPr/>
        </p:nvSpPr>
        <p:spPr>
          <a:xfrm>
            <a:off x="8225671" y="8606169"/>
            <a:ext cx="217901" cy="94538"/>
          </a:xfrm>
          <a:prstGeom prst="rect">
            <a:avLst/>
          </a:prstGeom>
          <a:solidFill>
            <a:srgbClr val="B4BC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VIZ::Synthetic paired-die renderer subset Δ::legend-6"/>
          <p:cNvSpPr/>
          <p:nvPr/>
        </p:nvSpPr>
        <p:spPr>
          <a:xfrm>
            <a:off x="8466433" y="8606169"/>
            <a:ext cx="217901" cy="94538"/>
          </a:xfrm>
          <a:prstGeom prst="rect">
            <a:avLst/>
          </a:prstGeom>
          <a:solidFill>
            <a:srgbClr val="B9A1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VIZ::Synthetic paired-die renderer subset Δ::legend-7"/>
          <p:cNvSpPr/>
          <p:nvPr/>
        </p:nvSpPr>
        <p:spPr>
          <a:xfrm>
            <a:off x="8707195" y="8606169"/>
            <a:ext cx="217901" cy="94538"/>
          </a:xfrm>
          <a:prstGeom prst="rect">
            <a:avLst/>
          </a:prstGeom>
          <a:solidFill>
            <a:srgbClr val="BE86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VIZ::Synthetic paired-die renderer subset Δ::legend-8"/>
          <p:cNvSpPr/>
          <p:nvPr/>
        </p:nvSpPr>
        <p:spPr>
          <a:xfrm>
            <a:off x="8947956" y="8606169"/>
            <a:ext cx="217901" cy="94538"/>
          </a:xfrm>
          <a:prstGeom prst="rect">
            <a:avLst/>
          </a:prstGeom>
          <a:solidFill>
            <a:srgbClr val="C46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VIZ::Synthetic paired-die renderer subset Δ::legend-9"/>
          <p:cNvSpPr/>
          <p:nvPr/>
        </p:nvSpPr>
        <p:spPr>
          <a:xfrm>
            <a:off x="9188718" y="8606169"/>
            <a:ext cx="217901" cy="94538"/>
          </a:xfrm>
          <a:prstGeom prst="rect">
            <a:avLst/>
          </a:prstGeom>
          <a:solidFill>
            <a:srgbClr val="C94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VIZ::Synthetic paired-die renderer subset Δ::legend-low"/>
          <p:cNvSpPr txBox="1"/>
          <p:nvPr/>
        </p:nvSpPr>
        <p:spPr>
          <a:xfrm>
            <a:off x="7262625" y="8723567"/>
            <a:ext cx="64319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-8</a:t>
            </a:r>
          </a:p>
        </p:txBody>
      </p:sp>
      <p:sp>
        <p:nvSpPr>
          <p:cNvPr id="175" name="VIZ::Synthetic paired-die renderer subset Δ::legend-high"/>
          <p:cNvSpPr txBox="1"/>
          <p:nvPr/>
        </p:nvSpPr>
        <p:spPr>
          <a:xfrm>
            <a:off x="8763421" y="8723567"/>
            <a:ext cx="643198" cy="155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700" b="0">
                <a:solidFill>
                  <a:srgbClr val="505E71"/>
                </a:solidFill>
              </a:defRPr>
            </a:pPr>
            <a:r>
              <a:t>+8</a:t>
            </a:r>
          </a:p>
        </p:txBody>
      </p:sp>
      <p:sp>
        <p:nvSpPr>
          <p:cNvPr id="176" name="VIZ::SemanticReport" descr="VisualizerSemanticReport:{&quot;authoring_schema&quot;:&quot;authoring-p0-v1&quot;,&quot;canvas&quot;:{&quot;height&quot;:900,&quot;width&quot;:1600},&quot;crossFilter&quot;:null,&quot;crossFilters&quot;:[],&quot;datasets&quot;:[{&quot;fields&quot;:[{&quot;id&quot;:&quot;die_x_1&quot;,&quot;name&quot;:&quot;Die X&quot;,&quot;nullable&quot;:false,&quot;profile&quot;:{&quot;distinct&quot;:13,&quot;missing&quot;:0},&quot;semantic_tags&quot;:[&quot;die_x&quot;],&quot;type&quot;:&quot;integer&quot;,&quot;unit&quot;:&quot;&quot;},{&quot;id&quot;:&quot;die_y_2&quot;,&quot;name&quot;:&quot;Die Y&quot;,&quot;nullable&quot;:false,&quot;profile&quot;:{&quot;distinct&quot;:13,&quot;missing&quot;:0},&quot;semantic_tags&quot;:[&quot;die_y&quot;],&quot;type&quot;:&quot;integer&quot;,&quot;unit&quot;:&quot;&quot;},{&quot;id&quot;:&quot;yield_3&quot;,&quot;name&quot;:&quot;Yield&quot;,&quot;nullable&quot;:false,&quot;profile&quot;:{&quot;distinct&quot;:2,&quot;missing&quot;:0},&quot;semantic_tags&quot;:[&quot;value&quot;],&quot;type&quot;:&quot;number&quot;,&quot;unit&quot;:&quot;&quot;}],&quot;id&quot;:&quot;dataset-mufvh6l3-bl0d00&quot;,&quot;metadata&quot;:{&quot;header&quot;:{&quot;confidence&quot;:1,&quot;present&quot;:true,&quot;source_row&quot;:0}},&quot;name&quot;:&quot;Pasted data&quot;,&quot;revision&quot;:1,&quot;rows&quot;:[[0,-6,98],[-3,-5,98],[-2,-5,98],[-1,-5,98],[0,-5,98],[1,-5,98],[2,-5,98],[3,-5,91.8],[-4,-4,98],[-3,-4,98],[-2,-4,98],[-1,-4,98],[0,-4,98],[1,-4,98],[2,-4,98],[3,-4,91.8],[4,-4,91.8],[-5,-3,98],[-4,-3,98],[-3,-3,98],[-2,-3,98],[-1,-3,98],[0,-3,98],[1,-3,98],[2,-3,98],[3,-3,91.8],[4,-3,91.8],[5,-3,91.8],[-5,-2,98],[-4,-2,98],[-3,-2,98],[-2,-2,98],[-1,-2,98],[0,-2,98],[1,-2,98],[2,-2,98],[3,-2,91.8],[4,-2,91.8],[5,-2,91.8],[-5,-1,98],[-4,-1,98],[-3,-1,98],[-2,-1,98],[-1,-1,98],[0,-1,98],[1,-1,98],[2,-1,98],[3,-1,98],[4,-1,98],[5,-1,98],[-6,0,98],[-5,0,98],[-4,0,98],[-3,0,98],[-2,0,98],[-1,0,98],[0,0,98],[1,0,98],[2,0,98],[3,0,98],[4,0,98],[5,0,98],[6,0,98],[-5,1,98],[-4,1,98],[-3,1,98],[-2,1,98],[-1,1,98],[0,1,98],[1,1,98],[2,1,98],[3,1,98],[4,1,98],[5,1,98],[-5,2,98],[-4,2,98],[-3,2,98],[-2,2,98],[-1,2,98],[0,2,98],[1,2,98],[2,2,98],[3,2,98],[4,2,98],[5,2,98],[-5,3,98],[-4,3,98],[-3,3,98],[-2,3,98],[-1,3,98],[0,3,98],[1,3,98],[2,3,98],[3,3,98],[4,3,98],[5,3,98],[-4,4,98],[-3,4,98],[-2,4,98],[-1,4,98],[0,4,98],[1,4,98],[2,4,98],[3,4,98],[4,4,98],[-3,5,98],[-2,5,98],[-1,5,98],[0,5,98],[1,5,98],[2,5,98],[3,5,98],[0,6,98]],&quot;source&quot;:{&quot;imported_at&quot;:&quot;2026-09-24T18:35:42.615Z&quot;,&quot;kind&quot;:&quot;clipboard&quot;,&quot;label&quot;:&quot;TSV&quot;},&quot;warnings&quot;:[]},{&quot;fields&quot;:[{&quot;id&quot;:&quot;population_1&quot;,&quot;name&quot;:&quot;Population&quot;,&quot;nullable&quot;:false,&quot;profile&quot;:{&quot;distinct&quot;:2,&quot;missing&quot;:0},&quot;semantic_tags&quot;:[&quot;cohort&quot;],&quot;type&quot;:&quot;categorical&quot;},{&quot;id&quot;:&quot;thickness_nm_2&quot;,&quot;name&quot;:&quot;Thickness nm&quot;,&quot;nullable&quot;:false,&quot;profile&quot;:{&quot;distinct&quot;:16,&quot;missing&quot;:0},&quot;semantic_tags&quot;:[],&quot;type&quot;:&quot;number&quot;,&quot;unit&quot;:&quot;&quot;}],&quot;id&quot;:&quot;dataset-mufvh8t7-xuoxpc&quot;,&quot;metadata&quot;:{&quot;header&quot;:{&quot;confidence&quot;:1,&quot;present&quot;:true,&quot;source_row&quot;:0}},&quot;name&quot;:&quot;Pasted data&quot;,&quot;revision&quot;:1,&quot;rows&quot;:[[&quot;Reference&quot;,801.4],[&quot;Reference&quot;,803.1],[&quot;Reference&quot;,800.8],[&quot;Reference&quot;,802.7],[&quot;Reference&quot;,801.9],[&quot;Reference&quot;,803.4],[&quot;Reference&quot;,800.5],[&quot;Reference&quot;,802.2],[&quot;Affected&quot;,798],[&quot;Affected&quot;,797.2],[&quot;Affected&quot;,799.1],[&quot;Affected&quot;,796.8],[&quot;Affected&quot;,798.7],[&quot;Affected&quot;,797.5],[&quot;Affected&quot;,799.3],[&quot;Affected&quot;,796.9]],&quot;source&quot;:{&quot;imported_at&quot;:&quot;2026-09-24T18:35:45.499Z&quot;,&quot;kind&quot;:&quot;clipboard&quot;,&quot;label&quot;:&quot;TSV&quot;},&quot;warnings&quot;:[]},{&quot;fields&quot;:[{&quot;id&quot;:&quot;die_x&quot;,&quot;name&quot;:&quot;Die X&quot;,&quot;type&quot;:&quot;integer&quot;},{&quot;id&quot;:&quot;die_y&quot;,&quot;name&quot;:&quot;Die Y&quot;,&quot;type&quot;:&quot;integer&quot;},{&quot;id&quot;:&quot;reference&quot;,&quot;name&quot;:&quot;Paired reference yield&quot;,&quot;type&quot;:&quot;number&quot;,&quot;unit&quot;:&quot;%&quot;},{&quot;id&quot;:&quot;affected&quot;,&quot;name&quot;:&quot;Affected yield&quot;,&quot;type&quot;:&quot;number&quot;,&quot;unit&quot;:&quot;%&quot;}],&quot;id&quot;:&quot;chg206-paired-die-renderer-fixture&quot;,&quot;name&quot;:&quot;Synthetic paired-die subset for CHG-206 export renderer acceptance&quot;,&quot;rows&quot;:[[0,0,98.0,92.0],[1,0,98.0,90.0],[0,1,98.0,94.0],[1,1,98.0,91.2]]}],&quot;groups&quot;:{},&quot;items&quot;:[{&quot;body&quot;:&quot;Lot WQ-7314 shows a localized edge-band yield loss after the September 18 ETCH-08 chamber A run.&quot;,&quot;composition_role&quot;:&quot;report_headline&quot;,&quot;element&quot;:&quot;Executive Statement&quot;,&quot;engine&quot;:&quot;TextEngine&quot;,&quot;groupId&quot;:null,&quot;id&quot;:&quot;c1&quot;,&quot;locked&quot;:false,&quot;message_role&quot;:&quot;Headline&quot;,&quot;order&quot;:0,&quot;section_id&quot;:&quot;opening&quot;,&quot;section_title&quot;:&quot;Investigation summary&quot;,&quot;text&quot;:&quot;Lot WQ-7314 shows a localized edge-band yield loss after the September 18 ETCH-08 chamber A run.&quot;,&quot;title&quot;:&quot;Executive Statement&quot;,&quot;type&quot;:&quot;text&quot;,&quot;weight&quot;:1,&quot;z&quot;:1},{&quot;body&quot;:&quot;Wafer WQ-7314 · route R17B · ETCH-08 / chamber A · inline metrology sample 4,812 · paired reference wafer WQ-7298.&quot;,&quot;composition_role&quot;:&quot;context&quot;,&quot;element&quot;:&quot;Body Narrative&quot;,&quot;engine&quot;:&quot;TextEngine&quot;,&quot;groupId&quot;:null,&quot;id&quot;:&quot;c2&quot;,&quot;locked&quot;:false,&quot;message_role&quot;:&quot;Context&quot;,&quot;order&quot;:1,&quot;section_id&quot;:&quot;opening&quot;,&quot;section_title&quot;:&quot;Investigation summary&quot;,&quot;text&quot;:&quot;Wafer WQ-7314 · route R17B · ETCH-08 / chamber A · inline metrology sample 4,812 · paired reference wafer WQ-7298.&quot;,&quot;title&quot;:&quot;Affected scope&quot;,&quot;type&quot;:&quot;text&quot;,&quot;weight&quot;:1,&quot;z&quot;:2},{&quot;capability_overrides&quot;:{&quot;target&quot;:96},&quot;composition_role&quot;:&quot;hero_metric&quot;,&quot;delta&quot;:-4.2,&quot;element&quot;:&quot;Hero KPI&quot;,&quot;engine&quot;:&quot;MetricEngine&quot;,&quot;groupId&quot;:null,&quot;id&quot;:&quot;c3&quot;,&quot;locked&quot;:false,&quot;message_role&quot;:&quot;Supporting Evidence&quot;,&quot;order&quot;:2,&quot;section_id&quot;:&quot;performance&quot;,&quot;section_title&quot;:&quot;Performance&quot;,&quot;showTitle&quot;:true,&quot;target&quot;:96,&quot;title&quot;:&quot;Affected edge-band yield&quot;,&quot;type&quot;:&quot;metric&quot;,&quot;unit&quot;:&quot;%&quot;,&quot;value&quot;:91.8,&quot;weight&quot;:1,&quot;z&quot;:3},{&quot;after&quot;:91.8,&quot;before&quot;:98,&quot;composition_role&quot;:&quot;hero_metric&quot;,&quot;element&quot;:&quot;Before/After KPI&quot;,&quot;engine&quot;:&quot;ComparisonEngine&quot;,&quot;groupId&quot;:null,&quot;id&quot;:&quot;c11&quot;,&quot;locked&quot;:false,&quot;message_role&quot;:&quot;Supporting Evidence&quot;,&quot;order&quot;:3,&quot;section_id&quot;:&quot;performance&quot;,&quot;section_title&quot;:&quot;Performance&quot;,&quot;showTitle&quot;:true,&quot;title&quot;:&quot;Affected vs paired-reference yield&quot;,&quot;type&quot;:&quot;comparison&quot;,&quot;unit&quot;:&quot;%&quot;,&quot;weight&quot;:1,&quot;z&quot;:4},{&quot;chamber&quot;:&quot;&quot;,&quot;composition_role&quot;:&quot;primary_analysis&quot;,&quot;dataset_id&quot;:&quot;dataset-mufvh6l3-bl0d00&quot;,&quot;element&quot;:&quot;Wafer Map&quot;,&quot;engine&quot;:&quot;WaferFabEngine&quot;,&quot;groupId&quot;:null,&quot;id&quot;:&quot;c4&quot;,&quot;locked&quot;:false,&quot;lot&quot;:&quot;&quot;,&quot;mapping&quot;:{&quot;die_x&quot;:&quot;die_x_1&quot;,&quot;die_y&quot;:&quot;die_y_2&quot;,&quot;value&quot;:&quot;yield_3&quot;,&quot;x&quot;:&quot;die_x_1&quot;,&quot;y&quot;:&quot;die_y_2&quot;},&quot;message_role&quot;:&quot;Primary Evidence&quot;,&quot;observations&quot;:[],&quot;order&quot;:4,&quot;route&quot;:&quot;&quot;,&quot;section_id&quot;:&quot;analysis&quot;,&quot;section_title&quot;:&quot;Analysis&quot;,&quot;title&quot;:&quot;Affected die yield&quot;,&quot;tool&quot;:&quot;&quot;,&quot;type&quot;:&quot;wafer&quot;,&quot;weight&quot;:1,&quot;z&quot;:4},{&quot;composition_role&quot;:&quot;primary_analysis&quot;,&quot;element&quot;:&quot;SPC Control Chart&quot;,&quot;engine&quot;:&quot;EngineeringChartEngine&quot;,&quot;groupId&quot;:null,&quot;id&quot;:&quot;c5&quot;,&quot;locked&quot;:false,&quot;lower_limit&quot;:null,&quot;message_role&quot;:&quot;Primary Evidence&quot;,&quot;observations&quot;:[{&quot;label&quot;:&quot;W36-1&quot;,&quot;value&quot;:801.4},{&quot;label&quot;:&quot;W36-2&quot;,&quot;value&quot;:802},{&quot;label&quot;:&quot;W36-3&quot;,&quot;value&quot;:799.8},{&quot;label&quot;:&quot;W36-4&quot;,&quot;value&quot;:798.2},{&quot;label&quot;:&quot;W36-5&quot;,&quot;value&quot;:797.1}],&quot;order&quot;:5,&quot;section_id&quot;:&quot;analysis&quot;,&quot;section_title&quot;:&quot;Analysis&quot;,&quot;title&quot;:&quot;Process stability and specification&quot;,&quot;type&quot;:&quot;engineering&quot;,&quot;upper_limit&quot;:null,&quot;weight&quot;:1,&quot;z&quot;:5},{&quot;composition_role&quot;:&quot;primary_analysis&quot;,&quot;data&quot;:[],&quot;dataset_id&quot;:&quot;dataset-mufvh8t7-xuoxpc&quot;,&quot;element&quot;:&quot;Box Plot&quot;,&quot;engine&quot;:&quot;CoreChartEngine&quot;,&quot;groupId&quot;:null,&quot;id&quot;:&quot;c6&quot;,&quot;locked&quot;:false,&quot;mapping&quot;:{&quot;category&quot;:&quot;population_1&quot;,&quot;cohort&quot;:&quot;population_1&quot;,&quot;value&quot;:&quot;thickness_nm_2&quot;,&quot;x&quot;:&quot;thickness_nm_2&quot;},&quot;message_role&quot;:&quot;Primary Evidence&quot;,&quot;order&quot;:6,&quot;section_id&quot;:&quot;analysis&quot;,&quot;section_title&quot;:&quot;Analysis&quot;,&quot;showTitle&quot;:true,&quot;title&quot;:&quot;Control versus affected distribution&quot;,&quot;type&quot;:&quot;chart&quot;,&quot;weight&quot;:1,&quot;z&quot;:6},{&quot;composition_role&quot;:&quot;detailed_evidence&quot;,&quot;customTable&quot;:{&quot;headers&quot;:[&quot;Measure&quot;,&quot;Affected&quot;,&quot;Reference&quot;,&quot;Review&quot;],&quot;rows&quot;:[[&quot;Edge-band yield&quot;,&quot;91.8%&quot;,&quot;98.0%&quot;,&quot;Contain pending matched rerun&quot;],[&quot;Film thickness&quot;,&quot;798.0 nm&quot;,&quot;802.1 nm&quot;,&quot;Check endpoint calibration&quot;],[&quot;Pressure offset&quot;,&quot;+2.4 kPa&quot;,&quot;Baseline&quot;,&quot;Association only; verify&quot;]]},&quot;element&quot;:&quot;Clean Table&quot;,&quot;engine&quot;:&quot;TableEngine&quot;,&quot;groupId&quot;:null,&quot;id&quot;:&quot;c7&quot;,&quot;locked&quot;:false,&quot;message_role&quot;:&quot;Primary Evidence&quot;,&quot;order&quot;:8,&quot;rows&quot;:[[&quot;Edge-band yield&quot;,&quot;91.8%&quot;,&quot;98.0%&quot;,&quot;Contain pending matched rerun&quot;],[&quot;Film thickness&quot;,&quot;798.0 nm&quot;,&quot;802.1 nm&quot;,&quot;Check endpoint calibration&quot;],[&quot;Pressure offset&quot;,&quot;+2.4 kPa&quot;,&quot;Baseline&quot;,&quot;Association only; verify&quot;]],&quot;section_id&quot;:&quot;evidence&quot;,&quot;section_title&quot;:&quot;Engineering evidence&quot;,&quot;title&quot;:&quot;Clean Table&quot;,&quot;type&quot;:&quot;table&quot;,&quot;weight&quot;:1,&quot;z&quot;:7},{&quot;composition_role&quot;:&quot;causal_evidence&quot;,&quot;edges&quot;:[[&quot;Excursion signal&quot;,&quot;Compare affected and reference&quot;],[&quot;Compare affected and reference&quot;,&quot;Verify chamber mechanism&quot;],[&quot;Verify chamber mechanism&quot;,&quot;Confirm corrective action&quot;]],&quot;element&quot;:&quot;Process Flow&quot;,&quot;engine&quot;:&quot;DiagramEngine&quot;,&quot;groupId&quot;:null,&quot;id&quot;:&quot;c8&quot;,&quot;locked&quot;:false,&quot;message_role&quot;:&quot;Primary Evidence&quot;,&quot;nodes&quot;:[&quot;Excursion signal&quot;,&quot;Compare affected and reference&quot;,&quot;Verify chamber mechanism&quot;,&quot;Confirm corrective action&quot;],&quot;order&quot;:9,&quot;section_id&quot;:&quot;evidence&quot;,&quot;section_title&quot;:&quot;Causal analysis&quot;,&quot;title&quot;:&quot;Process Flow&quot;,&quot;type&quot;:&quot;diagram&quot;,&quot;weight&quot;:1,&quot;z&quot;:8},{&quot;composition_role&quot;:&quot;narrative_interpretation&quot;,&quot;detail&quot;:&quot;Nine lower-right edge-band records average 91.8% versus a 98.0% paired-reference mean. Pressure shift begins after PM-44719; cause remains unconfirmed. Keep the lot contained through endpoint calibration and matched rerun.&quot;,&quot;element&quot;:&quot;Evidence Card&quot;,&quot;engine&quot;:&quot;EvidenceCompositeEngine&quot;,&quot;groupId&quot;:null,&quot;id&quot;:&quot;c9&quot;,&quot;locked&quot;:false,&quot;message_role&quot;:&quot;Context&quot;,&quot;order&quot;:7,&quot;section_id&quot;:&quot;analysis&quot;,&quot;section_title&quot;:&quot;Findings&quot;,&quot;showTitle&quot;:true,&quot;statement&quot;:&quot;Signal · WQ-7314 edge-band yield is below the paired reference.&quot;,&quot;status&quot;:&quot;Needs verification&quot;,&quot;title&quot;:&quot;Verified finding&quot;,&quot;type&quot;:&quot;evidence&quot;,&quot;weight&quot;:1,&quot;z&quot;:9},{&quot;composition_role&quot;:&quot;action_status&quot;,&quot;detail&quot;:&quot;Do not release the lot from one correlated pressure trace. Verify endpoint calibration and a matched chamber B rerun.&quot;,&quot;element&quot;:&quot;Project Card&quot;,&quot;engine&quot;:&quot;ProjectCompositeEngine&quot;,&quot;groupId&quot;:null,&quot;id&quot;:&quot;c10&quot;,&quot;locked&quot;:false,&quot;message_role&quot;:&quot;Action&quot;,&quot;order&quot;:10,&quot;section_id&quot;:&quot;delivery&quot;,&quot;section_title&quot;:&quot;Corrective action&quot;,&quot;statement&quot;:&quot;Contain WQ-7314 pending chamber requalification&quot;,&quot;status&quot;:&quot;Contain&quot;,&quot;title&quot;:&quot;Corrective action&quot;,&quot;type&quot;:&quot;project&quot;,&quot;weight&quot;:1,&quot;z&quot;:10},{&quot;dataset_id&quot;:&quot;chg206-paired-die-renderer-fixture&quot;,&quot;element&quot;:&quot;Wafer Difference Map&quot;,&quot;engine&quot;:&quot;WaferFabEngine&quot;,&quot;id&quot;:&quot;c12&quot;,&quot;locked&quot;:false,&quot;mapping&quot;:{&quot;affected_value&quot;:&quot;affected&quot;,&quot;die_x&quot;:&quot;die_x&quot;,&quot;die_y&quot;:&quot;die_y&quot;,&quot;reference_value&quot;:&quot;reference&quot;},&quot;order&quot;:11,&quot;title&quot;:&quot;Synthetic paired-die renderer subset Δ&quot;,&quot;type&quot;:&quot;wafer&quot;,&quot;z&quot;:12}],&quot;layoutPreset&quot;:&quot;investigation&quot;,&quot;mode&quot;:&quot;smart&quot;,&quot;nextId&quot;:12,&quot;schema_version&quot;:1}"/>
          <p:cNvSpPr txBox="1"/>
          <p:nvPr/>
        </p:nvSpPr>
        <p:spPr>
          <a:xfrm>
            <a:off x="0" y="0"/>
            <a:ext cx="1" cy="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