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qbrt98-t9glti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qbrt98-t9glti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qbrt98-t9glti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brt98-t9glti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10-02T02:09:34.172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qbrt98-t9glti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qbrt98-t9glti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qbrt98-t9glti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