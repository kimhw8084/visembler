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qbqe9e-dlqha3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qbqe9e-dlqha3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2T02:08:28.082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qbqe9e-dlqha3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