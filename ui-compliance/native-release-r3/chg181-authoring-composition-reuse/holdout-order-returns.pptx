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qbskce-ue0djr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qbskce-ue0djr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qbskce-ue0djr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10-02T02:10:09.279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qbskce-ue0djr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bskce-ue0djr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