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121663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title="Visembler report text roles: text heading, report headline" descr="VisualizerSemantic: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25 units in the regional review.</a:t>
            </a:r>
          </a:p>
        </p:txBody>
      </p:sp>
      <p:sp>
        <p:nvSpPr>
          <p:cNvPr id="3" name="VIZ::Body Narrative" title="Visembler report text roles: text heading, context subhead" descr="VisualizerSemantic: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destination source entered into a blank report.</a:t>
            </a:r>
          </a:p>
        </p:txBody>
      </p:sp>
      <p:sp>
        <p:nvSpPr>
          <p:cNvPr id="4" name="VIZ::Regional revenue total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,&quot;x&quot;:14.0,&quot;y&quot;:198.93120000000002,&quot;w&quot;:648.48,&quot;h&quot;:205.0}"/>
          <p:cNvSpPr/>
          <p:nvPr/>
        </p:nvSpPr>
        <p:spPr>
          <a:xfrm>
            <a:off x="106679" y="1515855"/>
            <a:ext cx="4941417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385 units</a:t>
            </a:r>
          </a:p>
        </p:txBody>
      </p:sp>
      <p:sp>
        <p:nvSpPr>
          <p:cNvPr id="5" name="VIZ::West lead over East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,&quot;x&quot;:676.48,&quot;y&quot;:198.93120000000002,&quot;w&quot;:447.76,&quot;h&quot;:205.0}"/>
          <p:cNvSpPr/>
          <p:nvPr/>
        </p:nvSpPr>
        <p:spPr>
          <a:xfrm>
            <a:off x="5154777" y="1515855"/>
            <a:ext cx="3411931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25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,&quot;x&quot;:1138.24,&quot;y&quot;:196.93120000000002,&quot;w&quot;:447.76,&quot;h&quot;:209.0}"/>
          <p:cNvSpPr/>
          <p:nvPr/>
        </p:nvSpPr>
        <p:spPr>
          <a:xfrm>
            <a:off x="8673387" y="1500615"/>
            <a:ext cx="3411931" cy="159258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180 units → 205 units</a:t>
            </a:r>
          </a:p>
        </p:txBody>
      </p:sp>
      <p:graphicFrame>
        <p:nvGraphicFramePr>
          <p:cNvPr id="13" name="VIZ::Regional revenue by area" descr="VisualizerSemantic:{&quot;brush&quot;:[0,4],&quot;composition_role&quot;:&quot;supporting_analysis&quot;,&quot;cross&quot;:null,&quot;data&quot;:[[&quot;East&quot;,180],[&quot;West&quot;,205]],&quot;dataset_id&quot;:&quot;dataset-muqbsax2-tdlsmf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,&quot;observations&quot;:[{&quot;label&quot;:&quot;East&quot;,&quot;value&quot;:180},{&quot;label&quot;:&quot;West&quot;,&quot;value&quot;:205}],&quot;x&quot;:133.60606060606062,&quot;y&quot;:439.9312,&quot;w&quot;:659.3939393939394,&quot;h&quot;:320.0}"/>
          <p:cNvGraphicFramePr>
            <a:graphicFrameLocks noGrp="1"/>
          </p:cNvGraphicFramePr>
          <p:nvPr/>
        </p:nvGraphicFramePr>
        <p:xfrm>
          <a:off x="1018078" y="3352275"/>
          <a:ext cx="5024581" cy="243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4" name="VIZ::Regional revenue comparison" descr="VisualizerSemantic:{&quot;brush&quot;:[0,4],&quot;composition_role&quot;:&quot;supporting_analysis&quot;,&quot;cross&quot;:null,&quot;data&quot;:[[&quot;East&quot;,180],[&quot;West&quot;,205]],&quot;dataset_id&quot;:&quot;dataset-muqbsax2-tdlsmf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,&quot;observations&quot;:[{&quot;label&quot;:&quot;East&quot;,&quot;value&quot;:180},{&quot;label&quot;:&quot;West&quot;,&quot;value&quot;:205}],&quot;x&quot;:807.0,&quot;y&quot;:439.9312,&quot;w&quot;:659.3939393939394,&quot;h&quot;:320.0}"/>
          <p:cNvGraphicFramePr>
            <a:graphicFrameLocks noGrp="1"/>
          </p:cNvGraphicFramePr>
          <p:nvPr/>
        </p:nvGraphicFramePr>
        <p:xfrm>
          <a:off x="6149339" y="335227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VIZ::Body Narrative" title="Visembler report text roles: text heading, narrative interpretation" descr="VisualizerSemantic: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,&quot;x&quot;:14.0,&quot;y&quot;:767.9312,&quot;w&quot;:1572.0,&quot;h&quot;:116.0}"/>
          <p:cNvSpPr/>
          <p:nvPr/>
        </p:nvSpPr>
        <p:spPr>
          <a:xfrm>
            <a:off x="106679" y="5851635"/>
            <a:ext cx="11978639" cy="88392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The extract totals 385 units. West is 25 units above East; confirm the pattern before changing regional targets.</a:t>
            </a:r>
          </a:p>
        </p:txBody>
      </p:sp>
      <p:sp>
        <p:nvSpPr>
          <p:cNvPr id="11" name="VIZ::Risk Callout" title="Visembler report text roles: text heading, risk decision, evidence detail, action status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,&quot;x&quot;:14.0,&quot;y&quot;:1209.4512,&quot;w&quot;:1572.0,&quot;h&quot;:113.70240000000003}"/>
          <p:cNvSpPr/>
          <p:nvPr/>
        </p:nvSpPr>
        <p:spPr>
          <a:xfrm>
            <a:off x="106679" y="921601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destination contains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2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,&quot;x&quot;:14.0,&quot;y&quot;:1357.1536,&quot;w&quot;:1572.0,&quot;h&quot;:100.80000000000001}"/>
          <p:cNvSpPr/>
          <p:nvPr/>
        </p:nvSpPr>
        <p:spPr>
          <a:xfrm>
            <a:off x="106679" y="1034150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5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,&quot;x&quot;:14.0,&quot;y&quot;:917.9312,&quot;w&quot;:1572.0,&quot;h&quot;:257.52}"/>
          <p:cNvGraphicFramePr>
            <a:graphicFrameLocks noGrp="1"/>
          </p:cNvGraphicFramePr>
          <p:nvPr/>
        </p:nvGraphicFramePr>
        <p:xfrm>
          <a:off x="106679" y="699463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qbsax2-tdlsmf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10-02T02:09:57.062Z&quot;,&quot;kind&quot;:&quot;clipboard&quot;,&quot;label&quot;:&quot;TSV&quot;},&quot;warnings&quot;:[]}],&quot;groups&quot;:{},&quot;items&quot;:[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qbsax2-tdlsmf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qbsax2-tdlsmf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},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},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},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},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},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},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