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783415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Process stability and specification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stability and specification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</c:v>
                </c:pt>
                <c:pt idx="1">
                  <c:v>98.4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9.035"/>
          <c:min val="93.86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4354" y="269585"/>
            <a:ext cx="7140239" cy="8152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450" b="1" i="0">
                <a:solidFill>
                  <a:srgbClr val="172B43"/>
                </a:solidFill>
                <a:latin typeface="Arial"/>
              </a:rPr>
              <a:t>Affected lot L2407 shows a localized die-level yield loss after ETCH-08 chamber A processing. Contain the lot until the chamber check and paired reference run confirm recovery.</a:t>
            </a:r>
          </a:p>
        </p:txBody>
      </p:sp>
      <p:sp>
        <p:nvSpPr>
          <p:cNvPr id="3" name="VIZ::Affected scope" title="Visembler report text roles: text heading, context subhead" descr="VisualizerSemantic: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328947" y="434571"/>
            <a:ext cx="3360112" cy="48525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Affected scope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Lot L2407 · ETCH-08 chamber A · affected die compared with a paired reference · release held for verification.</a:t>
            </a:r>
          </a:p>
        </p:txBody>
      </p:sp>
      <p:sp>
        <p:nvSpPr>
          <p:cNvPr id="4" name="VIZ::Affected yield KPI" title="Visembler report text roles: metric title, metric value" descr="VisualizerSemantic: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,&quot;x&quot;:900.4800000000001,&quot;y&quot;:1583.7640000000001,&quot;w&quot;:685.52,&quot;h&quot;:205.0}"/>
          <p:cNvSpPr/>
          <p:nvPr/>
        </p:nvSpPr>
        <p:spPr>
          <a:xfrm>
            <a:off x="6068905" y="10673990"/>
            <a:ext cx="4620154" cy="138162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94.2%</a:t>
            </a:r>
          </a:p>
        </p:txBody>
      </p:sp>
      <p:sp>
        <p:nvSpPr>
          <p:cNvPr id="5" name="VIZ::Affected versus reference yield KPI" title="Visembler report text roles: metric title, comparison value" descr="VisualizerSemantic: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,&quot;x&quot;:14.0,&quot;y&quot;:1578.2640000000001,&quot;w&quot;:872.4800000000001,&quot;h&quot;:216.0}"/>
          <p:cNvSpPr/>
          <p:nvPr/>
        </p:nvSpPr>
        <p:spPr>
          <a:xfrm>
            <a:off x="94354" y="10636922"/>
            <a:ext cx="5880197" cy="145576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versus reference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98.6% → 94.2%</a:t>
            </a:r>
          </a:p>
        </p:txBody>
      </p:sp>
      <p:graphicFrame>
        <p:nvGraphicFramePr>
          <p:cNvPr id="112" name="VIZ::Process stability and specification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,&quot;x&quot;:484.0799999999999,&quot;y&quot;:1020.0304705882353,&quot;w&quot;:509.52000000000004,&quot;h&quot;:247.26705882352942}"/>
          <p:cNvGraphicFramePr>
            <a:graphicFrameLocks noGrp="1"/>
          </p:cNvGraphicFramePr>
          <p:nvPr/>
        </p:nvGraphicFramePr>
        <p:xfrm>
          <a:off x="3262522" y="6874632"/>
          <a:ext cx="3433978" cy="166648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3" name="VIZ::c6::box-plot-title" descr="VisualizerSemantic:{&quot;composition_role&quot;:&quot;primary_analysis&quot;,&quot;data&quot;:[[&quot;Reference&quot;,98.8],[&quot;Reference&quot;,98.5],[&quot;Reference&quot;,98.6],[&quot;Affected&quot;,94.1],[&quot;Affected&quot;,94.6],[&quot;Affected&quot;,93.8]],&quot;dataset_id&quot;:&quot;dataset-muqbqn79-ymnot8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observation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x&quot;:1007.5999999999999,&quot;y&quot;:1033.664,&quot;w&quot;:432.32000000000005,&quot;h&quot;:220.0}"/>
          <p:cNvSpPr txBox="1"/>
          <p:nvPr/>
        </p:nvSpPr>
        <p:spPr>
          <a:xfrm>
            <a:off x="6907402" y="6988757"/>
            <a:ext cx="2680583" cy="22534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085" b="1">
                <a:latin typeface="Arial"/>
              </a:defRPr>
            </a:pPr>
            <a:r>
              <a:t>Control versus affected distribution</a:t>
            </a:r>
          </a:p>
        </p:txBody>
      </p:sp>
      <p:cxnSp>
        <p:nvCxnSpPr>
          <p:cNvPr id="114" name="VIZ::c6::box-plot-grid-0"/>
          <p:cNvCxnSpPr/>
          <p:nvPr/>
        </p:nvCxnSpPr>
        <p:spPr>
          <a:xfrm>
            <a:off x="7257043" y="8078556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VIZ::c6::box-plot-axis-0"/>
          <p:cNvSpPr txBox="1"/>
          <p:nvPr/>
        </p:nvSpPr>
        <p:spPr>
          <a:xfrm>
            <a:off x="6790855" y="8015056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93.55</a:t>
            </a:r>
          </a:p>
        </p:txBody>
      </p:sp>
      <p:cxnSp>
        <p:nvCxnSpPr>
          <p:cNvPr id="116" name="VIZ::c6::box-plot-grid-1"/>
          <p:cNvCxnSpPr/>
          <p:nvPr/>
        </p:nvCxnSpPr>
        <p:spPr>
          <a:xfrm>
            <a:off x="7257043" y="7887842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VIZ::c6::box-plot-axis-1"/>
          <p:cNvSpPr txBox="1"/>
          <p:nvPr/>
        </p:nvSpPr>
        <p:spPr>
          <a:xfrm>
            <a:off x="6790855" y="7824342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94.925</a:t>
            </a:r>
          </a:p>
        </p:txBody>
      </p:sp>
      <p:cxnSp>
        <p:nvCxnSpPr>
          <p:cNvPr id="118" name="VIZ::c6::box-plot-grid-2"/>
          <p:cNvCxnSpPr/>
          <p:nvPr/>
        </p:nvCxnSpPr>
        <p:spPr>
          <a:xfrm>
            <a:off x="7257043" y="7697127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VIZ::c6::box-plot-axis-2"/>
          <p:cNvSpPr txBox="1"/>
          <p:nvPr/>
        </p:nvSpPr>
        <p:spPr>
          <a:xfrm>
            <a:off x="6790855" y="7633627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96.3</a:t>
            </a:r>
          </a:p>
        </p:txBody>
      </p:sp>
      <p:cxnSp>
        <p:nvCxnSpPr>
          <p:cNvPr id="120" name="VIZ::c6::box-plot-grid-3"/>
          <p:cNvCxnSpPr/>
          <p:nvPr/>
        </p:nvCxnSpPr>
        <p:spPr>
          <a:xfrm>
            <a:off x="7257043" y="7506412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VIZ::c6::box-plot-axis-3"/>
          <p:cNvSpPr txBox="1"/>
          <p:nvPr/>
        </p:nvSpPr>
        <p:spPr>
          <a:xfrm>
            <a:off x="6790855" y="7442912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97.675</a:t>
            </a:r>
          </a:p>
        </p:txBody>
      </p:sp>
      <p:cxnSp>
        <p:nvCxnSpPr>
          <p:cNvPr id="122" name="VIZ::c6::box-plot-grid-4"/>
          <p:cNvCxnSpPr/>
          <p:nvPr/>
        </p:nvCxnSpPr>
        <p:spPr>
          <a:xfrm>
            <a:off x="7257043" y="7315698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VIZ::c6::box-plot-axis-4"/>
          <p:cNvSpPr txBox="1"/>
          <p:nvPr/>
        </p:nvSpPr>
        <p:spPr>
          <a:xfrm>
            <a:off x="6790855" y="7252198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99.05</a:t>
            </a:r>
          </a:p>
        </p:txBody>
      </p:sp>
      <p:cxnSp>
        <p:nvCxnSpPr>
          <p:cNvPr id="124" name="VIZ::c6::box-plot-0-whisker"/>
          <p:cNvCxnSpPr/>
          <p:nvPr/>
        </p:nvCxnSpPr>
        <p:spPr>
          <a:xfrm>
            <a:off x="7847062.75" y="7350373"/>
            <a:ext cx="0.0" cy="41611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VIZ::c6::box-plot-0-whisker-cap-0"/>
          <p:cNvCxnSpPr/>
          <p:nvPr/>
        </p:nvCxnSpPr>
        <p:spPr>
          <a:xfrm>
            <a:off x="7611055.75" y="7391984"/>
            <a:ext cx="47201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VIZ::c6::box-plot-0-whisker-cap-1"/>
          <p:cNvCxnSpPr/>
          <p:nvPr/>
        </p:nvCxnSpPr>
        <p:spPr>
          <a:xfrm>
            <a:off x="7611055.75" y="7350373"/>
            <a:ext cx="47201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VIZ::c6::box-plot-0-quartiles"/>
          <p:cNvSpPr/>
          <p:nvPr/>
        </p:nvSpPr>
        <p:spPr>
          <a:xfrm>
            <a:off x="7611055" y="7364244"/>
            <a:ext cx="472014" cy="20805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VIZ::c6::box-plot-0-median"/>
          <p:cNvCxnSpPr/>
          <p:nvPr/>
        </p:nvCxnSpPr>
        <p:spPr>
          <a:xfrm>
            <a:off x="7611055.75" y="7378114"/>
            <a:ext cx="47201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VIZ::c6::box-plot-0-category" title="{&quot;category&quot;:&quot;Reference&quot;,&quot;quartiles&quot;:{&quot;n&quot;:3,&quot;min&quot;:98.5,&quot;q1&quot;:98.55,&quot;median&quot;:98.6,&quot;q3&quot;:98.69999999999999,&quot;max&quot;:98.8}}"/>
          <p:cNvSpPr txBox="1"/>
          <p:nvPr/>
        </p:nvSpPr>
        <p:spPr>
          <a:xfrm>
            <a:off x="7298422" y="8145278"/>
            <a:ext cx="1097280" cy="192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Reference</a:t>
            </a:r>
          </a:p>
        </p:txBody>
      </p:sp>
      <p:cxnSp>
        <p:nvCxnSpPr>
          <p:cNvPr id="130" name="VIZ::c6::box-plot-1-whisker"/>
          <p:cNvCxnSpPr/>
          <p:nvPr/>
        </p:nvCxnSpPr>
        <p:spPr>
          <a:xfrm>
            <a:off x="9027102.25" y="7932919"/>
            <a:ext cx="0.0" cy="110962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VIZ::c6::box-plot-1-whisker-cap-0"/>
          <p:cNvCxnSpPr/>
          <p:nvPr/>
        </p:nvCxnSpPr>
        <p:spPr>
          <a:xfrm>
            <a:off x="8791095.25" y="8043881"/>
            <a:ext cx="47201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VIZ::c6::box-plot-1-whisker-cap-1"/>
          <p:cNvCxnSpPr/>
          <p:nvPr/>
        </p:nvCxnSpPr>
        <p:spPr>
          <a:xfrm>
            <a:off x="8791095.25" y="7932919"/>
            <a:ext cx="47201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VIZ::c6::box-plot-1-quartiles"/>
          <p:cNvSpPr/>
          <p:nvPr/>
        </p:nvSpPr>
        <p:spPr>
          <a:xfrm>
            <a:off x="8791095" y="7967595"/>
            <a:ext cx="472014" cy="55480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VIZ::c6::box-plot-1-median"/>
          <p:cNvCxnSpPr/>
          <p:nvPr/>
        </p:nvCxnSpPr>
        <p:spPr>
          <a:xfrm>
            <a:off x="8791095.25" y="8002270"/>
            <a:ext cx="47201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VIZ::c6::box-plot-1-category" title="{&quot;category&quot;:&quot;Affected&quot;,&quot;quartiles&quot;:{&quot;n&quot;:3,&quot;min&quot;:93.8,&quot;q1&quot;:93.94999999999999,&quot;median&quot;:94.1,&quot;q3&quot;:94.35,&quot;max&quot;:94.6}}"/>
          <p:cNvSpPr txBox="1"/>
          <p:nvPr/>
        </p:nvSpPr>
        <p:spPr>
          <a:xfrm>
            <a:off x="8478462" y="8145278"/>
            <a:ext cx="1097280" cy="192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Affected</a:t>
            </a:r>
          </a:p>
        </p:txBody>
      </p:sp>
      <p:sp>
        <p:nvSpPr>
          <p:cNvPr id="9" name="VIZ::Verified finding" title="Visembler report text roles: text heading, narrative interpretation, evidence detail, action status" descr="VisualizerSemantic: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,&quot;x&quot;:14.0,&quot;y&quot;:1306.664,&quot;w&quot;:1572.0,&quot;h&quot;:237.60000000000002}"/>
          <p:cNvSpPr/>
          <p:nvPr/>
        </p:nvSpPr>
        <p:spPr>
          <a:xfrm>
            <a:off x="94354" y="8806437"/>
            <a:ext cx="10594705" cy="160133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51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Verified finding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Finding · chamber A pressure drift aligns with the L2407 yield excursion.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Affected yield is 94.2% versus 98.6% reference. Contain L2407 and verify the matched chamber run before release.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1" name="VIZ::Process Flow"/>
          <p:cNvSpPr/>
          <p:nvPr/>
        </p:nvSpPr>
        <p:spPr>
          <a:xfrm>
            <a:off x="2047568" y="1313959"/>
            <a:ext cx="6688279" cy="114573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252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Corrective action" title="Visembler report text roles: text heading, risk decision, conclusion next step, action status" descr="VisualizerSemantic: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,&quot;x&quot;:14.0,&quot;y&quot;:773.704,&quot;w&quot;:1572.0,&quot;h&quot;:180.95999999999998}"/>
          <p:cNvSpPr/>
          <p:nvPr/>
        </p:nvSpPr>
        <p:spPr>
          <a:xfrm>
            <a:off x="94354" y="5214482"/>
            <a:ext cx="10594705" cy="121960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Corrective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Contain lot L2407 through chamber requalification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Release only after chamber A and the paired reference run confirm recovery.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Contain</a:t>
            </a:r>
          </a:p>
        </p:txBody>
      </p:sp>
      <p:sp>
        <p:nvSpPr>
          <p:cNvPr id="13" name="VIZ::Affected die yield::spatial-panel" descr="VisualizerSemantic:{&quot;chamber&quot;:null,&quot;composition_role&quot;:&quot;primary_analysis&quot;,&quot;dataset_id&quot;:&quot;dataset-muqbql05-796l1t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5,&quot;value&quot;:98.2},{&quot;x&quot;:-3,&quot;y&quot;:-4,&quot;value&quot;:98.6},{&quot;x&quot;:-2,&quot;y&quot;:-4,&quot;value&quot;:98.3},{&quot;x&quot;:-1,&quot;y&quot;:-4,&quot;value&quot;:98.8},{&quot;x&quot;:0,&quot;y&quot;:-4,&quot;value&quot;:98.5},{&quot;x&quot;:1,&quot;y&quot;:-4,&quot;value&quot;:98.2},{&quot;x&quot;:2,&quot;y&quot;:-4,&quot;value&quot;:98.7},{&quot;x&quot;:3,&quot;y&quot;:-4,&quot;value&quot;:98.4},{&quot;x&quot;:-4,&quot;y&quot;:-3,&quot;value&quot;:98.4},{&quot;x&quot;:-3,&quot;y&quot;:-3,&quot;value&quot;:98.1},{&quot;x&quot;:-2,&quot;y&quot;:-3,&quot;value&quot;:98.6},{&quot;x&quot;:-1,&quot;y&quot;:-3,&quot;value&quot;:98.3},{&quot;x&quot;:0,&quot;y&quot;:-3,&quot;value&quot;:98.8},{&quot;x&quot;:1,&quot;y&quot;:-3,&quot;value&quot;:98.5},{&quot;x&quot;:2,&quot;y&quot;:-3,&quot;value&quot;:98.2},{&quot;x&quot;:3,&quot;y&quot;:-3,&quot;value&quot;:98.7},{&quot;x&quot;:4,&quot;y&quot;:-3,&quot;value&quot;:98.4},{&quot;x&quot;:-4,&quot;y&quot;:-2,&quot;value&quot;:98.7},{&quot;x&quot;:-3,&quot;y&quot;:-2,&quot;value&quot;:98.4},{&quot;x&quot;:-2,&quot;y&quot;:-2,&quot;value&quot;:98.1},{&quot;x&quot;:-1,&quot;y&quot;:-2,&quot;value&quot;:98.6},{&quot;x&quot;:0,&quot;y&quot;:-2,&quot;value&quot;:98.3},{&quot;x&quot;:1,&quot;y&quot;:-2,&quot;value&quot;:98.8},{&quot;x&quot;:2,&quot;y&quot;:-2,&quot;value&quot;:98.5},{&quot;x&quot;:3,&quot;y&quot;:-2,&quot;value&quot;:98.2},{&quot;x&quot;:4,&quot;y&quot;:-2,&quot;value&quot;:98.7},{&quot;x&quot;:-4,&quot;y&quot;:-1,&quot;value&quot;:98.2},{&quot;x&quot;:-3,&quot;y&quot;:-1,&quot;value&quot;:98.7},{&quot;x&quot;:-2,&quot;y&quot;:-1,&quot;value&quot;:98.4},{&quot;x&quot;:-1,&quot;y&quot;:-1,&quot;value&quot;:98.1},{&quot;x&quot;:0,&quot;y&quot;:-1,&quot;value&quot;:98.6},{&quot;x&quot;:1,&quot;y&quot;:-1,&quot;value&quot;:98.3},{&quot;x&quot;:2,&quot;y&quot;:-1,&quot;value&quot;:98.8},{&quot;x&quot;:3,&quot;y&quot;:-1,&quot;value&quot;:98.5},{&quot;x&quot;:4,&quot;y&quot;:-1,&quot;value&quot;:98.2},{&quot;x&quot;:-5,&quot;y&quot;:0,&quot;value&quot;:98.8},{&quot;x&quot;:-4,&quot;y&quot;:0,&quot;value&quot;:98.5},{&quot;x&quot;:-3,&quot;y&quot;:0,&quot;value&quot;:98.2},{&quot;x&quot;:-2,&quot;y&quot;:0,&quot;value&quot;:98.7},{&quot;x&quot;:-1,&quot;y&quot;:0,&quot;value&quot;:98.4},{&quot;x&quot;:0,&quot;y&quot;:0,&quot;value&quot;:98.1},{&quot;x&quot;:1,&quot;y&quot;:0,&quot;value&quot;:98.6},{&quot;x&quot;:2,&quot;y&quot;:0,&quot;value&quot;:88.6},{&quot;x&quot;:3,&quot;y&quot;:0,&quot;value&quot;:88.7},{&quot;x&quot;:4,&quot;y&quot;:0,&quot;value&quot;:98.5},{&quot;x&quot;:5,&quot;y&quot;:0,&quot;value&quot;:98.2},{&quot;x&quot;:-4,&quot;y&quot;:1,&quot;value&quot;:98.8},{&quot;x&quot;:-3,&quot;y&quot;:1,&quot;value&quot;:98.5},{&quot;x&quot;:-2,&quot;y&quot;:1,&quot;value&quot;:98.2},{&quot;x&quot;:-1,&quot;y&quot;:1,&quot;value&quot;:98.7},{&quot;x&quot;:0,&quot;y&quot;:1,&quot;value&quot;:98.4},{&quot;x&quot;:1,&quot;y&quot;:1,&quot;value&quot;:98.1},{&quot;x&quot;:2,&quot;y&quot;:1,&quot;value&quot;:88.5},{&quot;x&quot;:3,&quot;y&quot;:1,&quot;value&quot;:88.6},{&quot;x&quot;:4,&quot;y&quot;:1,&quot;value&quot;:98.8},{&quot;x&quot;:-4,&quot;y&quot;:2,&quot;value&quot;:98.3},{&quot;x&quot;:-3,&quot;y&quot;:2,&quot;value&quot;:98.8},{&quot;x&quot;:-2,&quot;y&quot;:2,&quot;value&quot;:98.5},{&quot;x&quot;:-1,&quot;y&quot;:2,&quot;value&quot;:98.2},{&quot;x&quot;:0,&quot;y&quot;:2,&quot;value&quot;:98.7},{&quot;x&quot;:1,&quot;y&quot;:2,&quot;value&quot;:98.4},{&quot;x&quot;:2,&quot;y&quot;:2,&quot;value&quot;:98.1},{&quot;x&quot;:3,&quot;y&quot;:2,&quot;value&quot;:98.6},{&quot;x&quot;:4,&quot;y&quot;:2,&quot;value&quot;:98.3},{&quot;x&quot;:-4,&quot;y&quot;:3,&quot;value&quot;:98.6},{&quot;x&quot;:-3,&quot;y&quot;:3,&quot;value&quot;:98.3},{&quot;x&quot;:-2,&quot;y&quot;:3,&quot;value&quot;:98.8},{&quot;x&quot;:-1,&quot;y&quot;:3,&quot;value&quot;:98.5},{&quot;x&quot;:0,&quot;y&quot;:3,&quot;value&quot;:98.2},{&quot;x&quot;:1,&quot;y&quot;:3,&quot;value&quot;:98.7},{&quot;x&quot;:2,&quot;y&quot;:3,&quot;value&quot;:98.4},{&quot;x&quot;:3,&quot;y&quot;:3,&quot;value&quot;:98.1},{&quot;x&quot;:4,&quot;y&quot;:3,&quot;value&quot;:98.6},{&quot;x&quot;:-3,&quot;y&quot;:4,&quot;value&quot;:98.6},{&quot;x&quot;:-2,&quot;y&quot;:4,&quot;value&quot;:98.3},{&quot;x&quot;:-1,&quot;y&quot;:4,&quot;value&quot;:98.8},{&quot;x&quot;:0,&quot;y&quot;:4,&quot;value&quot;:98.5},{&quot;x&quot;:1,&quot;y&quot;:4,&quot;value&quot;:98.2},{&quot;x&quot;:2,&quot;y&quot;:4,&quot;value&quot;:98.7},{&quot;x&quot;:3,&quot;y&quot;:4,&quot;value&quot;:98.4},{&quot;x&quot;:0,&quot;y&quot;:5,&quot;value&quot;:98.8}],&quot;order&quot;:4,&quot;route&quot;:&quot;&quot;,&quot;section_id&quot;:&quot;analysis&quot;,&quot;section_title&quot;:&quot;Analysis&quot;,&quot;title&quot;:&quot;Affected die yield&quot;,&quot;tool&quot;:null,&quot;type&quot;:&quot;wafer&quot;,&quot;weight&quot;:1,&quot;z&quot;:4,&quot;wafer_id&quot;:null,&quot;lot_id&quot;:null,&quot;recipe&quot;:null,&quot;process&quot;:null,&quot;x&quot;:160.07999999999993,&quot;y&quot;:988.664,&quot;w&quot;:310.0,&quot;h&quot;:310.0}"/>
          <p:cNvSpPr/>
          <p:nvPr/>
        </p:nvSpPr>
        <p:spPr>
          <a:xfrm>
            <a:off x="1078880" y="6663233"/>
            <a:ext cx="2089286" cy="208928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Affected die yield::title"/>
          <p:cNvSpPr txBox="1"/>
          <p:nvPr/>
        </p:nvSpPr>
        <p:spPr>
          <a:xfrm>
            <a:off x="1162451" y="6745529"/>
            <a:ext cx="192214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Affected die yield</a:t>
            </a:r>
          </a:p>
        </p:txBody>
      </p:sp>
      <p:sp>
        <p:nvSpPr>
          <p:cNvPr id="15" name="VIZ::Affected die yield::metadata"/>
          <p:cNvSpPr txBox="1"/>
          <p:nvPr/>
        </p:nvSpPr>
        <p:spPr>
          <a:xfrm>
            <a:off x="1162451" y="7001561"/>
            <a:ext cx="1922143" cy="3342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81 observations · 0 missing · Value 88.5 to 98.8</a:t>
            </a:r>
          </a:p>
        </p:txBody>
      </p:sp>
      <p:sp>
        <p:nvSpPr>
          <p:cNvPr id="16" name="VIZ::Affected die yield::wafer-outline"/>
          <p:cNvSpPr/>
          <p:nvPr/>
        </p:nvSpPr>
        <p:spPr>
          <a:xfrm>
            <a:off x="1691597" y="7438521"/>
            <a:ext cx="863850" cy="863850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Affected die yield::orientation-notch"/>
          <p:cNvSpPr/>
          <p:nvPr/>
        </p:nvSpPr>
        <p:spPr>
          <a:xfrm>
            <a:off x="2077803" y="7434864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Affected die yield::orientation"/>
          <p:cNvSpPr txBox="1"/>
          <p:nvPr/>
        </p:nvSpPr>
        <p:spPr>
          <a:xfrm>
            <a:off x="2011222" y="7292217"/>
            <a:ext cx="604695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9" name="VIZ::Affected die yield::die-1" descr="VisualizerSemanticDie:{&quot;index&quot;:0,&quot;x&quot;:0,&quot;y&quot;:-5,&quot;value&quot;:98.2,&quot;delta&quot;:null,&quot;reference_value&quot;:null,&quot;affected_value&quot;:null}"/>
          <p:cNvSpPr/>
          <p:nvPr/>
        </p:nvSpPr>
        <p:spPr>
          <a:xfrm>
            <a:off x="2091128" y="8223329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Affected die yield::die-2" descr="VisualizerSemanticDie:{&quot;index&quot;:1,&quot;x&quot;:-3,&quot;y&quot;:-4,&quot;value&quot;:98.6,&quot;delta&quot;:null,&quot;reference_value&quot;:null,&quot;affected_value&quot;:null}"/>
          <p:cNvSpPr/>
          <p:nvPr/>
        </p:nvSpPr>
        <p:spPr>
          <a:xfrm>
            <a:off x="1859962" y="8146274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Affected die yield::die-3" descr="VisualizerSemanticDie:{&quot;index&quot;:2,&quot;x&quot;:-2,&quot;y&quot;:-4,&quot;value&quot;:98.3,&quot;delta&quot;:null,&quot;reference_value&quot;:null,&quot;affected_value&quot;:null}"/>
          <p:cNvSpPr/>
          <p:nvPr/>
        </p:nvSpPr>
        <p:spPr>
          <a:xfrm>
            <a:off x="1937017" y="8146274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Affected die yield::die-4" descr="VisualizerSemanticDie:{&quot;index&quot;:3,&quot;x&quot;:-1,&quot;y&quot;:-4,&quot;value&quot;:98.8,&quot;delta&quot;:null,&quot;reference_value&quot;:null,&quot;affected_value&quot;:null}"/>
          <p:cNvSpPr/>
          <p:nvPr/>
        </p:nvSpPr>
        <p:spPr>
          <a:xfrm>
            <a:off x="2014073" y="8146274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Affected die yield::die-5" descr="VisualizerSemanticDie:{&quot;index&quot;:4,&quot;x&quot;:0,&quot;y&quot;:-4,&quot;value&quot;:98.5,&quot;delta&quot;:null,&quot;reference_value&quot;:null,&quot;affected_value&quot;:null}"/>
          <p:cNvSpPr/>
          <p:nvPr/>
        </p:nvSpPr>
        <p:spPr>
          <a:xfrm>
            <a:off x="2091128" y="8146274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Affected die yield::die-6" descr="VisualizerSemanticDie:{&quot;index&quot;:5,&quot;x&quot;:1,&quot;y&quot;:-4,&quot;value&quot;:98.2,&quot;delta&quot;:null,&quot;reference_value&quot;:null,&quot;affected_value&quot;:null}"/>
          <p:cNvSpPr/>
          <p:nvPr/>
        </p:nvSpPr>
        <p:spPr>
          <a:xfrm>
            <a:off x="2168184" y="8146274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Affected die yield::die-7" descr="VisualizerSemanticDie:{&quot;index&quot;:6,&quot;x&quot;:2,&quot;y&quot;:-4,&quot;value&quot;:98.7,&quot;delta&quot;:null,&quot;reference_value&quot;:null,&quot;affected_value&quot;:null}"/>
          <p:cNvSpPr/>
          <p:nvPr/>
        </p:nvSpPr>
        <p:spPr>
          <a:xfrm>
            <a:off x="2245239" y="8146274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ffected die yield::die-8" descr="VisualizerSemanticDie:{&quot;index&quot;:7,&quot;x&quot;:3,&quot;y&quot;:-4,&quot;value&quot;:98.4,&quot;delta&quot;:null,&quot;reference_value&quot;:null,&quot;affected_value&quot;:null}"/>
          <p:cNvSpPr/>
          <p:nvPr/>
        </p:nvSpPr>
        <p:spPr>
          <a:xfrm>
            <a:off x="2322294" y="8146274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Affected die yield::die-9" descr="VisualizerSemanticDie:{&quot;index&quot;:8,&quot;x&quot;:-4,&quot;y&quot;:-3,&quot;value&quot;:98.4,&quot;delta&quot;:null,&quot;reference_value&quot;:null,&quot;affected_value&quot;:null}"/>
          <p:cNvSpPr/>
          <p:nvPr/>
        </p:nvSpPr>
        <p:spPr>
          <a:xfrm>
            <a:off x="1782906" y="8069218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ffected die yield::die-10" descr="VisualizerSemanticDie:{&quot;index&quot;:9,&quot;x&quot;:-3,&quot;y&quot;:-3,&quot;value&quot;:98.1,&quot;delta&quot;:null,&quot;reference_value&quot;:null,&quot;affected_value&quot;:null}"/>
          <p:cNvSpPr/>
          <p:nvPr/>
        </p:nvSpPr>
        <p:spPr>
          <a:xfrm>
            <a:off x="1859962" y="8069218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Affected die yield::die-11" descr="VisualizerSemanticDie:{&quot;index&quot;:10,&quot;x&quot;:-2,&quot;y&quot;:-3,&quot;value&quot;:98.6,&quot;delta&quot;:null,&quot;reference_value&quot;:null,&quot;affected_value&quot;:null}"/>
          <p:cNvSpPr/>
          <p:nvPr/>
        </p:nvSpPr>
        <p:spPr>
          <a:xfrm>
            <a:off x="1937017" y="8069218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Affected die yield::die-12" descr="VisualizerSemanticDie:{&quot;index&quot;:11,&quot;x&quot;:-1,&quot;y&quot;:-3,&quot;value&quot;:98.3,&quot;delta&quot;:null,&quot;reference_value&quot;:null,&quot;affected_value&quot;:null}"/>
          <p:cNvSpPr/>
          <p:nvPr/>
        </p:nvSpPr>
        <p:spPr>
          <a:xfrm>
            <a:off x="2014073" y="8069218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Affected die yield::die-13" descr="VisualizerSemanticDie:{&quot;index&quot;:12,&quot;x&quot;:0,&quot;y&quot;:-3,&quot;value&quot;:98.8,&quot;delta&quot;:null,&quot;reference_value&quot;:null,&quot;affected_value&quot;:null}"/>
          <p:cNvSpPr/>
          <p:nvPr/>
        </p:nvSpPr>
        <p:spPr>
          <a:xfrm>
            <a:off x="2091128" y="8069218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Affected die yield::die-14" descr="VisualizerSemanticDie:{&quot;index&quot;:13,&quot;x&quot;:1,&quot;y&quot;:-3,&quot;value&quot;:98.5,&quot;delta&quot;:null,&quot;reference_value&quot;:null,&quot;affected_value&quot;:null}"/>
          <p:cNvSpPr/>
          <p:nvPr/>
        </p:nvSpPr>
        <p:spPr>
          <a:xfrm>
            <a:off x="2168184" y="8069218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Affected die yield::die-15" descr="VisualizerSemanticDie:{&quot;index&quot;:14,&quot;x&quot;:2,&quot;y&quot;:-3,&quot;value&quot;:98.2,&quot;delta&quot;:null,&quot;reference_value&quot;:null,&quot;affected_value&quot;:null}"/>
          <p:cNvSpPr/>
          <p:nvPr/>
        </p:nvSpPr>
        <p:spPr>
          <a:xfrm>
            <a:off x="2245239" y="8069218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Affected die yield::die-16" descr="VisualizerSemanticDie:{&quot;index&quot;:15,&quot;x&quot;:3,&quot;y&quot;:-3,&quot;value&quot;:98.7,&quot;delta&quot;:null,&quot;reference_value&quot;:null,&quot;affected_value&quot;:null}"/>
          <p:cNvSpPr/>
          <p:nvPr/>
        </p:nvSpPr>
        <p:spPr>
          <a:xfrm>
            <a:off x="2322294" y="8069218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Affected die yield::die-17" descr="VisualizerSemanticDie:{&quot;index&quot;:16,&quot;x&quot;:4,&quot;y&quot;:-3,&quot;value&quot;:98.4,&quot;delta&quot;:null,&quot;reference_value&quot;:null,&quot;affected_value&quot;:null}"/>
          <p:cNvSpPr/>
          <p:nvPr/>
        </p:nvSpPr>
        <p:spPr>
          <a:xfrm>
            <a:off x="2399350" y="8069218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Affected die yield::die-18" descr="VisualizerSemanticDie:{&quot;index&quot;:17,&quot;x&quot;:-4,&quot;y&quot;:-2,&quot;value&quot;:98.7,&quot;delta&quot;:null,&quot;reference_value&quot;:null,&quot;affected_value&quot;:null}"/>
          <p:cNvSpPr/>
          <p:nvPr/>
        </p:nvSpPr>
        <p:spPr>
          <a:xfrm>
            <a:off x="1782906" y="7992163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Affected die yield::die-19" descr="VisualizerSemanticDie:{&quot;index&quot;:18,&quot;x&quot;:-3,&quot;y&quot;:-2,&quot;value&quot;:98.4,&quot;delta&quot;:null,&quot;reference_value&quot;:null,&quot;affected_value&quot;:null}"/>
          <p:cNvSpPr/>
          <p:nvPr/>
        </p:nvSpPr>
        <p:spPr>
          <a:xfrm>
            <a:off x="1859962" y="7992163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Affected die yield::die-20" descr="VisualizerSemanticDie:{&quot;index&quot;:19,&quot;x&quot;:-2,&quot;y&quot;:-2,&quot;value&quot;:98.1,&quot;delta&quot;:null,&quot;reference_value&quot;:null,&quot;affected_value&quot;:null}"/>
          <p:cNvSpPr/>
          <p:nvPr/>
        </p:nvSpPr>
        <p:spPr>
          <a:xfrm>
            <a:off x="1937017" y="7992163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Affected die yield::die-21" descr="VisualizerSemanticDie:{&quot;index&quot;:20,&quot;x&quot;:-1,&quot;y&quot;:-2,&quot;value&quot;:98.6,&quot;delta&quot;:null,&quot;reference_value&quot;:null,&quot;affected_value&quot;:null}"/>
          <p:cNvSpPr/>
          <p:nvPr/>
        </p:nvSpPr>
        <p:spPr>
          <a:xfrm>
            <a:off x="2014073" y="7992163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Affected die yield::die-22" descr="VisualizerSemanticDie:{&quot;index&quot;:21,&quot;x&quot;:0,&quot;y&quot;:-2,&quot;value&quot;:98.3,&quot;delta&quot;:null,&quot;reference_value&quot;:null,&quot;affected_value&quot;:null}"/>
          <p:cNvSpPr/>
          <p:nvPr/>
        </p:nvSpPr>
        <p:spPr>
          <a:xfrm>
            <a:off x="2091128" y="7992163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Affected die yield::die-23" descr="VisualizerSemanticDie:{&quot;index&quot;:22,&quot;x&quot;:1,&quot;y&quot;:-2,&quot;value&quot;:98.8,&quot;delta&quot;:null,&quot;reference_value&quot;:null,&quot;affected_value&quot;:null}"/>
          <p:cNvSpPr/>
          <p:nvPr/>
        </p:nvSpPr>
        <p:spPr>
          <a:xfrm>
            <a:off x="2168184" y="7992163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Affected die yield::die-24" descr="VisualizerSemanticDie:{&quot;index&quot;:23,&quot;x&quot;:2,&quot;y&quot;:-2,&quot;value&quot;:98.5,&quot;delta&quot;:null,&quot;reference_value&quot;:null,&quot;affected_value&quot;:null}"/>
          <p:cNvSpPr/>
          <p:nvPr/>
        </p:nvSpPr>
        <p:spPr>
          <a:xfrm>
            <a:off x="2245239" y="7992163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Affected die yield::die-25" descr="VisualizerSemanticDie:{&quot;index&quot;:24,&quot;x&quot;:3,&quot;y&quot;:-2,&quot;value&quot;:98.2,&quot;delta&quot;:null,&quot;reference_value&quot;:null,&quot;affected_value&quot;:null}"/>
          <p:cNvSpPr/>
          <p:nvPr/>
        </p:nvSpPr>
        <p:spPr>
          <a:xfrm>
            <a:off x="2322294" y="7992163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Affected die yield::die-26" descr="VisualizerSemanticDie:{&quot;index&quot;:25,&quot;x&quot;:4,&quot;y&quot;:-2,&quot;value&quot;:98.7,&quot;delta&quot;:null,&quot;reference_value&quot;:null,&quot;affected_value&quot;:null}"/>
          <p:cNvSpPr/>
          <p:nvPr/>
        </p:nvSpPr>
        <p:spPr>
          <a:xfrm>
            <a:off x="2399350" y="7992163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Affected die yield::die-27" descr="VisualizerSemanticDie:{&quot;index&quot;:26,&quot;x&quot;:-4,&quot;y&quot;:-1,&quot;value&quot;:98.2,&quot;delta&quot;:null,&quot;reference_value&quot;:null,&quot;affected_value&quot;:null}"/>
          <p:cNvSpPr/>
          <p:nvPr/>
        </p:nvSpPr>
        <p:spPr>
          <a:xfrm>
            <a:off x="1782906" y="791510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Affected die yield::die-28" descr="VisualizerSemanticDie:{&quot;index&quot;:27,&quot;x&quot;:-3,&quot;y&quot;:-1,&quot;value&quot;:98.7,&quot;delta&quot;:null,&quot;reference_value&quot;:null,&quot;affected_value&quot;:null}"/>
          <p:cNvSpPr/>
          <p:nvPr/>
        </p:nvSpPr>
        <p:spPr>
          <a:xfrm>
            <a:off x="1859962" y="7915107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Affected die yield::die-29" descr="VisualizerSemanticDie:{&quot;index&quot;:28,&quot;x&quot;:-2,&quot;y&quot;:-1,&quot;value&quot;:98.4,&quot;delta&quot;:null,&quot;reference_value&quot;:null,&quot;affected_value&quot;:null}"/>
          <p:cNvSpPr/>
          <p:nvPr/>
        </p:nvSpPr>
        <p:spPr>
          <a:xfrm>
            <a:off x="1937017" y="7915107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Affected die yield::die-30" descr="VisualizerSemanticDie:{&quot;index&quot;:29,&quot;x&quot;:-1,&quot;y&quot;:-1,&quot;value&quot;:98.1,&quot;delta&quot;:null,&quot;reference_value&quot;:null,&quot;affected_value&quot;:null}"/>
          <p:cNvSpPr/>
          <p:nvPr/>
        </p:nvSpPr>
        <p:spPr>
          <a:xfrm>
            <a:off x="2014073" y="7915107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Affected die yield::die-31" descr="VisualizerSemanticDie:{&quot;index&quot;:30,&quot;x&quot;:0,&quot;y&quot;:-1,&quot;value&quot;:98.6,&quot;delta&quot;:null,&quot;reference_value&quot;:null,&quot;affected_value&quot;:null}"/>
          <p:cNvSpPr/>
          <p:nvPr/>
        </p:nvSpPr>
        <p:spPr>
          <a:xfrm>
            <a:off x="2091128" y="7915107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Affected die yield::die-32" descr="VisualizerSemanticDie:{&quot;index&quot;:31,&quot;x&quot;:1,&quot;y&quot;:-1,&quot;value&quot;:98.3,&quot;delta&quot;:null,&quot;reference_value&quot;:null,&quot;affected_value&quot;:null}"/>
          <p:cNvSpPr/>
          <p:nvPr/>
        </p:nvSpPr>
        <p:spPr>
          <a:xfrm>
            <a:off x="2168184" y="7915107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Affected die yield::die-33" descr="VisualizerSemanticDie:{&quot;index&quot;:32,&quot;x&quot;:2,&quot;y&quot;:-1,&quot;value&quot;:98.8,&quot;delta&quot;:null,&quot;reference_value&quot;:null,&quot;affected_value&quot;:null}"/>
          <p:cNvSpPr/>
          <p:nvPr/>
        </p:nvSpPr>
        <p:spPr>
          <a:xfrm>
            <a:off x="2245239" y="791510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Affected die yield::die-34" descr="VisualizerSemanticDie:{&quot;index&quot;:33,&quot;x&quot;:3,&quot;y&quot;:-1,&quot;value&quot;:98.5,&quot;delta&quot;:null,&quot;reference_value&quot;:null,&quot;affected_value&quot;:null}"/>
          <p:cNvSpPr/>
          <p:nvPr/>
        </p:nvSpPr>
        <p:spPr>
          <a:xfrm>
            <a:off x="2322294" y="7915107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Affected die yield::die-35" descr="VisualizerSemanticDie:{&quot;index&quot;:34,&quot;x&quot;:4,&quot;y&quot;:-1,&quot;value&quot;:98.2,&quot;delta&quot;:null,&quot;reference_value&quot;:null,&quot;affected_value&quot;:null}"/>
          <p:cNvSpPr/>
          <p:nvPr/>
        </p:nvSpPr>
        <p:spPr>
          <a:xfrm>
            <a:off x="2399350" y="791510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Affected die yield::die-36" descr="VisualizerSemanticDie:{&quot;index&quot;:35,&quot;x&quot;:-5,&quot;y&quot;:0,&quot;value&quot;:98.8,&quot;delta&quot;:null,&quot;reference_value&quot;:null,&quot;affected_value&quot;:null}"/>
          <p:cNvSpPr/>
          <p:nvPr/>
        </p:nvSpPr>
        <p:spPr>
          <a:xfrm>
            <a:off x="1705851" y="7838052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Affected die yield::die-37" descr="VisualizerSemanticDie:{&quot;index&quot;:36,&quot;x&quot;:-4,&quot;y&quot;:0,&quot;value&quot;:98.5,&quot;delta&quot;:null,&quot;reference_value&quot;:null,&quot;affected_value&quot;:null}"/>
          <p:cNvSpPr/>
          <p:nvPr/>
        </p:nvSpPr>
        <p:spPr>
          <a:xfrm>
            <a:off x="1782906" y="7838052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Affected die yield::die-38" descr="VisualizerSemanticDie:{&quot;index&quot;:37,&quot;x&quot;:-3,&quot;y&quot;:0,&quot;value&quot;:98.2,&quot;delta&quot;:null,&quot;reference_value&quot;:null,&quot;affected_value&quot;:null}"/>
          <p:cNvSpPr/>
          <p:nvPr/>
        </p:nvSpPr>
        <p:spPr>
          <a:xfrm>
            <a:off x="1859962" y="7838052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Affected die yield::die-39" descr="VisualizerSemanticDie:{&quot;index&quot;:38,&quot;x&quot;:-2,&quot;y&quot;:0,&quot;value&quot;:98.7,&quot;delta&quot;:null,&quot;reference_value&quot;:null,&quot;affected_value&quot;:null}"/>
          <p:cNvSpPr/>
          <p:nvPr/>
        </p:nvSpPr>
        <p:spPr>
          <a:xfrm>
            <a:off x="1937017" y="7838052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Affected die yield::die-40" descr="VisualizerSemanticDie:{&quot;index&quot;:39,&quot;x&quot;:-1,&quot;y&quot;:0,&quot;value&quot;:98.4,&quot;delta&quot;:null,&quot;reference_value&quot;:null,&quot;affected_value&quot;:null}"/>
          <p:cNvSpPr/>
          <p:nvPr/>
        </p:nvSpPr>
        <p:spPr>
          <a:xfrm>
            <a:off x="2014073" y="7838052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Affected die yield::die-41" descr="VisualizerSemanticDie:{&quot;index&quot;:40,&quot;x&quot;:0,&quot;y&quot;:0,&quot;value&quot;:98.1,&quot;delta&quot;:null,&quot;reference_value&quot;:null,&quot;affected_value&quot;:null}"/>
          <p:cNvSpPr/>
          <p:nvPr/>
        </p:nvSpPr>
        <p:spPr>
          <a:xfrm>
            <a:off x="2091128" y="7838052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Affected die yield::die-42" descr="VisualizerSemanticDie:{&quot;index&quot;:41,&quot;x&quot;:1,&quot;y&quot;:0,&quot;value&quot;:98.6,&quot;delta&quot;:null,&quot;reference_value&quot;:null,&quot;affected_value&quot;:null}"/>
          <p:cNvSpPr/>
          <p:nvPr/>
        </p:nvSpPr>
        <p:spPr>
          <a:xfrm>
            <a:off x="2168184" y="7838052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Affected die yield::die-43" descr="VisualizerSemanticDie:{&quot;index&quot;:42,&quot;x&quot;:2,&quot;y&quot;:0,&quot;value&quot;:88.6,&quot;delta&quot;:null,&quot;reference_value&quot;:null,&quot;affected_value&quot;:null}"/>
          <p:cNvSpPr/>
          <p:nvPr/>
        </p:nvSpPr>
        <p:spPr>
          <a:xfrm>
            <a:off x="2245239" y="7838052"/>
            <a:ext cx="64788" cy="6478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Affected die yield::die-44" descr="VisualizerSemanticDie:{&quot;index&quot;:43,&quot;x&quot;:3,&quot;y&quot;:0,&quot;value&quot;:88.7,&quot;delta&quot;:null,&quot;reference_value&quot;:null,&quot;affected_value&quot;:null}"/>
          <p:cNvSpPr/>
          <p:nvPr/>
        </p:nvSpPr>
        <p:spPr>
          <a:xfrm>
            <a:off x="2322294" y="7838052"/>
            <a:ext cx="64788" cy="64788"/>
          </a:xfrm>
          <a:prstGeom prst="rect">
            <a:avLst/>
          </a:prstGeom>
          <a:solidFill>
            <a:srgbClr val="395A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Affected die yield::die-45" descr="VisualizerSemanticDie:{&quot;index&quot;:44,&quot;x&quot;:4,&quot;y&quot;:0,&quot;value&quot;:98.5,&quot;delta&quot;:null,&quot;reference_value&quot;:null,&quot;affected_value&quot;:null}"/>
          <p:cNvSpPr/>
          <p:nvPr/>
        </p:nvSpPr>
        <p:spPr>
          <a:xfrm>
            <a:off x="2399350" y="7838052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Affected die yield::die-46" descr="VisualizerSemanticDie:{&quot;index&quot;:45,&quot;x&quot;:5,&quot;y&quot;:0,&quot;value&quot;:98.2,&quot;delta&quot;:null,&quot;reference_value&quot;:null,&quot;affected_value&quot;:null}"/>
          <p:cNvSpPr/>
          <p:nvPr/>
        </p:nvSpPr>
        <p:spPr>
          <a:xfrm>
            <a:off x="2476405" y="7838052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Affected die yield::die-47" descr="VisualizerSemanticDie:{&quot;index&quot;:46,&quot;x&quot;:-4,&quot;y&quot;:1,&quot;value&quot;:98.8,&quot;delta&quot;:null,&quot;reference_value&quot;:null,&quot;affected_value&quot;:null}"/>
          <p:cNvSpPr/>
          <p:nvPr/>
        </p:nvSpPr>
        <p:spPr>
          <a:xfrm>
            <a:off x="1782906" y="776099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Affected die yield::die-48" descr="VisualizerSemanticDie:{&quot;index&quot;:47,&quot;x&quot;:-3,&quot;y&quot;:1,&quot;value&quot;:98.5,&quot;delta&quot;:null,&quot;reference_value&quot;:null,&quot;affected_value&quot;:null}"/>
          <p:cNvSpPr/>
          <p:nvPr/>
        </p:nvSpPr>
        <p:spPr>
          <a:xfrm>
            <a:off x="1859962" y="7760997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Affected die yield::die-49" descr="VisualizerSemanticDie:{&quot;index&quot;:48,&quot;x&quot;:-2,&quot;y&quot;:1,&quot;value&quot;:98.2,&quot;delta&quot;:null,&quot;reference_value&quot;:null,&quot;affected_value&quot;:null}"/>
          <p:cNvSpPr/>
          <p:nvPr/>
        </p:nvSpPr>
        <p:spPr>
          <a:xfrm>
            <a:off x="1937017" y="776099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Affected die yield::die-50" descr="VisualizerSemanticDie:{&quot;index&quot;:49,&quot;x&quot;:-1,&quot;y&quot;:1,&quot;value&quot;:98.7,&quot;delta&quot;:null,&quot;reference_value&quot;:null,&quot;affected_value&quot;:null}"/>
          <p:cNvSpPr/>
          <p:nvPr/>
        </p:nvSpPr>
        <p:spPr>
          <a:xfrm>
            <a:off x="2014073" y="7760997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Affected die yield::die-51" descr="VisualizerSemanticDie:{&quot;index&quot;:50,&quot;x&quot;:0,&quot;y&quot;:1,&quot;value&quot;:98.4,&quot;delta&quot;:null,&quot;reference_value&quot;:null,&quot;affected_value&quot;:null}"/>
          <p:cNvSpPr/>
          <p:nvPr/>
        </p:nvSpPr>
        <p:spPr>
          <a:xfrm>
            <a:off x="2091128" y="7760997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Affected die yield::die-52" descr="VisualizerSemanticDie:{&quot;index&quot;:51,&quot;x&quot;:1,&quot;y&quot;:1,&quot;value&quot;:98.1,&quot;delta&quot;:null,&quot;reference_value&quot;:null,&quot;affected_value&quot;:null}"/>
          <p:cNvSpPr/>
          <p:nvPr/>
        </p:nvSpPr>
        <p:spPr>
          <a:xfrm>
            <a:off x="2168184" y="7760997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Affected die yield::die-53" descr="VisualizerSemanticDie:{&quot;index&quot;:52,&quot;x&quot;:2,&quot;y&quot;:1,&quot;value&quot;:88.5,&quot;delta&quot;:null,&quot;reference_value&quot;:null,&quot;affected_value&quot;:null}"/>
          <p:cNvSpPr/>
          <p:nvPr/>
        </p:nvSpPr>
        <p:spPr>
          <a:xfrm>
            <a:off x="2245239" y="7760997"/>
            <a:ext cx="64788" cy="64788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Affected die yield::die-54" descr="VisualizerSemanticDie:{&quot;index&quot;:53,&quot;x&quot;:3,&quot;y&quot;:1,&quot;value&quot;:88.6,&quot;delta&quot;:null,&quot;reference_value&quot;:null,&quot;affected_value&quot;:null}"/>
          <p:cNvSpPr/>
          <p:nvPr/>
        </p:nvSpPr>
        <p:spPr>
          <a:xfrm>
            <a:off x="2322294" y="7760997"/>
            <a:ext cx="64788" cy="6478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Affected die yield::die-55" descr="VisualizerSemanticDie:{&quot;index&quot;:54,&quot;x&quot;:4,&quot;y&quot;:1,&quot;value&quot;:98.8,&quot;delta&quot;:null,&quot;reference_value&quot;:null,&quot;affected_value&quot;:null}"/>
          <p:cNvSpPr/>
          <p:nvPr/>
        </p:nvSpPr>
        <p:spPr>
          <a:xfrm>
            <a:off x="2399350" y="776099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Affected die yield::die-56" descr="VisualizerSemanticDie:{&quot;index&quot;:55,&quot;x&quot;:-4,&quot;y&quot;:2,&quot;value&quot;:98.3,&quot;delta&quot;:null,&quot;reference_value&quot;:null,&quot;affected_value&quot;:null}"/>
          <p:cNvSpPr/>
          <p:nvPr/>
        </p:nvSpPr>
        <p:spPr>
          <a:xfrm>
            <a:off x="1782906" y="7683941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Affected die yield::die-57" descr="VisualizerSemanticDie:{&quot;index&quot;:56,&quot;x&quot;:-3,&quot;y&quot;:2,&quot;value&quot;:98.8,&quot;delta&quot;:null,&quot;reference_value&quot;:null,&quot;affected_value&quot;:null}"/>
          <p:cNvSpPr/>
          <p:nvPr/>
        </p:nvSpPr>
        <p:spPr>
          <a:xfrm>
            <a:off x="1859962" y="7683941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Affected die yield::die-58" descr="VisualizerSemanticDie:{&quot;index&quot;:57,&quot;x&quot;:-2,&quot;y&quot;:2,&quot;value&quot;:98.5,&quot;delta&quot;:null,&quot;reference_value&quot;:null,&quot;affected_value&quot;:null}"/>
          <p:cNvSpPr/>
          <p:nvPr/>
        </p:nvSpPr>
        <p:spPr>
          <a:xfrm>
            <a:off x="1937017" y="7683941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Affected die yield::die-59" descr="VisualizerSemanticDie:{&quot;index&quot;:58,&quot;x&quot;:-1,&quot;y&quot;:2,&quot;value&quot;:98.2,&quot;delta&quot;:null,&quot;reference_value&quot;:null,&quot;affected_value&quot;:null}"/>
          <p:cNvSpPr/>
          <p:nvPr/>
        </p:nvSpPr>
        <p:spPr>
          <a:xfrm>
            <a:off x="2014073" y="7683941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Affected die yield::die-60" descr="VisualizerSemanticDie:{&quot;index&quot;:59,&quot;x&quot;:0,&quot;y&quot;:2,&quot;value&quot;:98.7,&quot;delta&quot;:null,&quot;reference_value&quot;:null,&quot;affected_value&quot;:null}"/>
          <p:cNvSpPr/>
          <p:nvPr/>
        </p:nvSpPr>
        <p:spPr>
          <a:xfrm>
            <a:off x="2091128" y="7683941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Affected die yield::die-61" descr="VisualizerSemanticDie:{&quot;index&quot;:60,&quot;x&quot;:1,&quot;y&quot;:2,&quot;value&quot;:98.4,&quot;delta&quot;:null,&quot;reference_value&quot;:null,&quot;affected_value&quot;:null}"/>
          <p:cNvSpPr/>
          <p:nvPr/>
        </p:nvSpPr>
        <p:spPr>
          <a:xfrm>
            <a:off x="2168184" y="7683941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Affected die yield::die-62" descr="VisualizerSemanticDie:{&quot;index&quot;:61,&quot;x&quot;:2,&quot;y&quot;:2,&quot;value&quot;:98.1,&quot;delta&quot;:null,&quot;reference_value&quot;:null,&quot;affected_value&quot;:null}"/>
          <p:cNvSpPr/>
          <p:nvPr/>
        </p:nvSpPr>
        <p:spPr>
          <a:xfrm>
            <a:off x="2245239" y="7683941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Affected die yield::die-63" descr="VisualizerSemanticDie:{&quot;index&quot;:62,&quot;x&quot;:3,&quot;y&quot;:2,&quot;value&quot;:98.6,&quot;delta&quot;:null,&quot;reference_value&quot;:null,&quot;affected_value&quot;:null}"/>
          <p:cNvSpPr/>
          <p:nvPr/>
        </p:nvSpPr>
        <p:spPr>
          <a:xfrm>
            <a:off x="2322294" y="7683941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Affected die yield::die-64" descr="VisualizerSemanticDie:{&quot;index&quot;:63,&quot;x&quot;:4,&quot;y&quot;:2,&quot;value&quot;:98.3,&quot;delta&quot;:null,&quot;reference_value&quot;:null,&quot;affected_value&quot;:null}"/>
          <p:cNvSpPr/>
          <p:nvPr/>
        </p:nvSpPr>
        <p:spPr>
          <a:xfrm>
            <a:off x="2399350" y="7683941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Affected die yield::die-65" descr="VisualizerSemanticDie:{&quot;index&quot;:64,&quot;x&quot;:-4,&quot;y&quot;:3,&quot;value&quot;:98.6,&quot;delta&quot;:null,&quot;reference_value&quot;:null,&quot;affected_value&quot;:null}"/>
          <p:cNvSpPr/>
          <p:nvPr/>
        </p:nvSpPr>
        <p:spPr>
          <a:xfrm>
            <a:off x="1782906" y="7606886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Affected die yield::die-66" descr="VisualizerSemanticDie:{&quot;index&quot;:65,&quot;x&quot;:-3,&quot;y&quot;:3,&quot;value&quot;:98.3,&quot;delta&quot;:null,&quot;reference_value&quot;:null,&quot;affected_value&quot;:null}"/>
          <p:cNvSpPr/>
          <p:nvPr/>
        </p:nvSpPr>
        <p:spPr>
          <a:xfrm>
            <a:off x="1859962" y="7606886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Affected die yield::die-67" descr="VisualizerSemanticDie:{&quot;index&quot;:66,&quot;x&quot;:-2,&quot;y&quot;:3,&quot;value&quot;:98.8,&quot;delta&quot;:null,&quot;reference_value&quot;:null,&quot;affected_value&quot;:null}"/>
          <p:cNvSpPr/>
          <p:nvPr/>
        </p:nvSpPr>
        <p:spPr>
          <a:xfrm>
            <a:off x="1937017" y="7606886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Affected die yield::die-68" descr="VisualizerSemanticDie:{&quot;index&quot;:67,&quot;x&quot;:-1,&quot;y&quot;:3,&quot;value&quot;:98.5,&quot;delta&quot;:null,&quot;reference_value&quot;:null,&quot;affected_value&quot;:null}"/>
          <p:cNvSpPr/>
          <p:nvPr/>
        </p:nvSpPr>
        <p:spPr>
          <a:xfrm>
            <a:off x="2014073" y="7606886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Affected die yield::die-69" descr="VisualizerSemanticDie:{&quot;index&quot;:68,&quot;x&quot;:0,&quot;y&quot;:3,&quot;value&quot;:98.2,&quot;delta&quot;:null,&quot;reference_value&quot;:null,&quot;affected_value&quot;:null}"/>
          <p:cNvSpPr/>
          <p:nvPr/>
        </p:nvSpPr>
        <p:spPr>
          <a:xfrm>
            <a:off x="2091128" y="7606886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Affected die yield::die-70" descr="VisualizerSemanticDie:{&quot;index&quot;:69,&quot;x&quot;:1,&quot;y&quot;:3,&quot;value&quot;:98.7,&quot;delta&quot;:null,&quot;reference_value&quot;:null,&quot;affected_value&quot;:null}"/>
          <p:cNvSpPr/>
          <p:nvPr/>
        </p:nvSpPr>
        <p:spPr>
          <a:xfrm>
            <a:off x="2168184" y="7606886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Affected die yield::die-71" descr="VisualizerSemanticDie:{&quot;index&quot;:70,&quot;x&quot;:2,&quot;y&quot;:3,&quot;value&quot;:98.4,&quot;delta&quot;:null,&quot;reference_value&quot;:null,&quot;affected_value&quot;:null}"/>
          <p:cNvSpPr/>
          <p:nvPr/>
        </p:nvSpPr>
        <p:spPr>
          <a:xfrm>
            <a:off x="2245239" y="7606886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Affected die yield::die-72" descr="VisualizerSemanticDie:{&quot;index&quot;:71,&quot;x&quot;:3,&quot;y&quot;:3,&quot;value&quot;:98.1,&quot;delta&quot;:null,&quot;reference_value&quot;:null,&quot;affected_value&quot;:null}"/>
          <p:cNvSpPr/>
          <p:nvPr/>
        </p:nvSpPr>
        <p:spPr>
          <a:xfrm>
            <a:off x="2322294" y="7606886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Affected die yield::die-73" descr="VisualizerSemanticDie:{&quot;index&quot;:72,&quot;x&quot;:4,&quot;y&quot;:3,&quot;value&quot;:98.6,&quot;delta&quot;:null,&quot;reference_value&quot;:null,&quot;affected_value&quot;:null}"/>
          <p:cNvSpPr/>
          <p:nvPr/>
        </p:nvSpPr>
        <p:spPr>
          <a:xfrm>
            <a:off x="2399350" y="7606886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Affected die yield::die-74" descr="VisualizerSemanticDie:{&quot;index&quot;:73,&quot;x&quot;:-3,&quot;y&quot;:4,&quot;value&quot;:98.6,&quot;delta&quot;:null,&quot;reference_value&quot;:null,&quot;affected_value&quot;:null}"/>
          <p:cNvSpPr/>
          <p:nvPr/>
        </p:nvSpPr>
        <p:spPr>
          <a:xfrm>
            <a:off x="1859962" y="7529830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Affected die yield::die-75" descr="VisualizerSemanticDie:{&quot;index&quot;:74,&quot;x&quot;:-2,&quot;y&quot;:4,&quot;value&quot;:98.3,&quot;delta&quot;:null,&quot;reference_value&quot;:null,&quot;affected_value&quot;:null}"/>
          <p:cNvSpPr/>
          <p:nvPr/>
        </p:nvSpPr>
        <p:spPr>
          <a:xfrm>
            <a:off x="1937017" y="7529830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Affected die yield::die-76" descr="VisualizerSemanticDie:{&quot;index&quot;:75,&quot;x&quot;:-1,&quot;y&quot;:4,&quot;value&quot;:98.8,&quot;delta&quot;:null,&quot;reference_value&quot;:null,&quot;affected_value&quot;:null}"/>
          <p:cNvSpPr/>
          <p:nvPr/>
        </p:nvSpPr>
        <p:spPr>
          <a:xfrm>
            <a:off x="2014073" y="7529830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Affected die yield::die-77" descr="VisualizerSemanticDie:{&quot;index&quot;:76,&quot;x&quot;:0,&quot;y&quot;:4,&quot;value&quot;:98.5,&quot;delta&quot;:null,&quot;reference_value&quot;:null,&quot;affected_value&quot;:null}"/>
          <p:cNvSpPr/>
          <p:nvPr/>
        </p:nvSpPr>
        <p:spPr>
          <a:xfrm>
            <a:off x="2091128" y="7529830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Affected die yield::die-78" descr="VisualizerSemanticDie:{&quot;index&quot;:77,&quot;x&quot;:1,&quot;y&quot;:4,&quot;value&quot;:98.2,&quot;delta&quot;:null,&quot;reference_value&quot;:null,&quot;affected_value&quot;:null}"/>
          <p:cNvSpPr/>
          <p:nvPr/>
        </p:nvSpPr>
        <p:spPr>
          <a:xfrm>
            <a:off x="2168184" y="7529830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Affected die yield::die-79" descr="VisualizerSemanticDie:{&quot;index&quot;:78,&quot;x&quot;:2,&quot;y&quot;:4,&quot;value&quot;:98.7,&quot;delta&quot;:null,&quot;reference_value&quot;:null,&quot;affected_value&quot;:null}"/>
          <p:cNvSpPr/>
          <p:nvPr/>
        </p:nvSpPr>
        <p:spPr>
          <a:xfrm>
            <a:off x="2245239" y="7529830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Affected die yield::die-80" descr="VisualizerSemanticDie:{&quot;index&quot;:79,&quot;x&quot;:3,&quot;y&quot;:4,&quot;value&quot;:98.4,&quot;delta&quot;:null,&quot;reference_value&quot;:null,&quot;affected_value&quot;:null}"/>
          <p:cNvSpPr/>
          <p:nvPr/>
        </p:nvSpPr>
        <p:spPr>
          <a:xfrm>
            <a:off x="2322294" y="7529830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Affected die yield::die-81" descr="VisualizerSemanticDie:{&quot;index&quot;:80,&quot;x&quot;:0,&quot;y&quot;:5,&quot;value&quot;:98.8,&quot;delta&quot;:null,&quot;reference_value&quot;:null,&quot;affected_value&quot;:null}"/>
          <p:cNvSpPr/>
          <p:nvPr/>
        </p:nvSpPr>
        <p:spPr>
          <a:xfrm>
            <a:off x="2091128" y="7452775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Affected die yield::legend-title"/>
          <p:cNvSpPr txBox="1"/>
          <p:nvPr/>
        </p:nvSpPr>
        <p:spPr>
          <a:xfrm>
            <a:off x="1188608" y="8338948"/>
            <a:ext cx="186983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01" name="VIZ::Affected die yield::legend-1"/>
          <p:cNvSpPr/>
          <p:nvPr/>
        </p:nvSpPr>
        <p:spPr>
          <a:xfrm>
            <a:off x="1188608" y="8549260"/>
            <a:ext cx="187438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IZ::Affected die yield::legend-2"/>
          <p:cNvSpPr/>
          <p:nvPr/>
        </p:nvSpPr>
        <p:spPr>
          <a:xfrm>
            <a:off x="1398906" y="8549260"/>
            <a:ext cx="187438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Affected die yield::legend-3"/>
          <p:cNvSpPr/>
          <p:nvPr/>
        </p:nvSpPr>
        <p:spPr>
          <a:xfrm>
            <a:off x="1609205" y="8549260"/>
            <a:ext cx="187438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Affected die yield::legend-4"/>
          <p:cNvSpPr/>
          <p:nvPr/>
        </p:nvSpPr>
        <p:spPr>
          <a:xfrm>
            <a:off x="1819504" y="8549260"/>
            <a:ext cx="187438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Affected die yield::legend-5"/>
          <p:cNvSpPr/>
          <p:nvPr/>
        </p:nvSpPr>
        <p:spPr>
          <a:xfrm>
            <a:off x="2029803" y="8549260"/>
            <a:ext cx="187438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Affected die yield::legend-6"/>
          <p:cNvSpPr/>
          <p:nvPr/>
        </p:nvSpPr>
        <p:spPr>
          <a:xfrm>
            <a:off x="2240102" y="8549260"/>
            <a:ext cx="187438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Affected die yield::legend-7"/>
          <p:cNvSpPr/>
          <p:nvPr/>
        </p:nvSpPr>
        <p:spPr>
          <a:xfrm>
            <a:off x="2450401" y="8549260"/>
            <a:ext cx="187438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Affected die yield::legend-8"/>
          <p:cNvSpPr/>
          <p:nvPr/>
        </p:nvSpPr>
        <p:spPr>
          <a:xfrm>
            <a:off x="2660700" y="8549260"/>
            <a:ext cx="187438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Affected die yield::legend-9"/>
          <p:cNvSpPr/>
          <p:nvPr/>
        </p:nvSpPr>
        <p:spPr>
          <a:xfrm>
            <a:off x="2870999" y="8549260"/>
            <a:ext cx="187438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Affected die yield::legend-low"/>
          <p:cNvSpPr txBox="1"/>
          <p:nvPr/>
        </p:nvSpPr>
        <p:spPr>
          <a:xfrm>
            <a:off x="1188608" y="8663560"/>
            <a:ext cx="5609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88.5</a:t>
            </a:r>
          </a:p>
        </p:txBody>
      </p:sp>
      <p:sp>
        <p:nvSpPr>
          <p:cNvPr id="111" name="VIZ::Affected die yield::legend-high"/>
          <p:cNvSpPr txBox="1"/>
          <p:nvPr/>
        </p:nvSpPr>
        <p:spPr>
          <a:xfrm>
            <a:off x="2497489" y="8663560"/>
            <a:ext cx="5609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98.8</a:t>
            </a:r>
          </a:p>
        </p:txBody>
      </p:sp>
      <p:graphicFrame>
        <p:nvGraphicFramePr>
          <p:cNvPr id="136" name="VIZ::Clean Table" descr="VisualizerSemantic: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,&quot;x&quot;:14.0,&quot;y&quot;:372.96000000000004,&quot;w&quot;:1572.0,&quot;h&quot;:366.74399999999997}"/>
          <p:cNvGraphicFramePr>
            <a:graphicFrameLocks noGrp="1"/>
          </p:cNvGraphicFramePr>
          <p:nvPr/>
        </p:nvGraphicFramePr>
        <p:xfrm>
          <a:off x="94354" y="2513614"/>
          <a:ext cx="10594705" cy="247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8676"/>
                <a:gridCol w="2648676"/>
                <a:gridCol w="2648676"/>
                <a:gridCol w="2648677"/>
              </a:tblGrid>
              <a:tr h="61793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Mean of observed cohorts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Affected lot L2407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Localized die loss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 /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chamber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7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102432" y="1332247"/>
            <a:ext cx="6578551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38" name="VIZ::Process Flow::Excursion signal::node-1" descr="VisualizerSemantic: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,&quot;x&quot;:303.81,&quot;y&quot;:194.96,&quot;w&quot;:992.38,&quot;h&quot;:170.0}"/>
          <p:cNvSpPr/>
          <p:nvPr/>
        </p:nvSpPr>
        <p:spPr>
          <a:xfrm>
            <a:off x="2102432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Excursion signal</a:t>
            </a:r>
          </a:p>
        </p:txBody>
      </p:sp>
      <p:sp>
        <p:nvSpPr>
          <p:cNvPr id="139" name="VIZ::Process Flow::Compare affected and reference::node-2" descr="VisualizerDiagramNode:{&quot;item_id&quot;:&quot;c8&quot;,&quot;node_index&quot;:1,&quot;label&quot;:&quot;Compare affected and reference&quot;,&quot;page&quot;:1,&quot;page_count&quot;:1,&quot;direction&quot;:&quot;right&quot;}"/>
          <p:cNvSpPr/>
          <p:nvPr/>
        </p:nvSpPr>
        <p:spPr>
          <a:xfrm>
            <a:off x="3797361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and reference</a:t>
            </a:r>
          </a:p>
        </p:txBody>
      </p:sp>
      <p:sp>
        <p:nvSpPr>
          <p:cNvPr id="140" name="VIZ::Process Flow::Verify chamber mechanism::node-3" descr="VisualizerDiagramNode:{&quot;item_id&quot;:&quot;c8&quot;,&quot;node_index&quot;:2,&quot;label&quot;:&quot;Verify chamber mechanism&quot;,&quot;page&quot;:1,&quot;page_count&quot;:1,&quot;direction&quot;:&quot;right&quot;}"/>
          <p:cNvSpPr/>
          <p:nvPr/>
        </p:nvSpPr>
        <p:spPr>
          <a:xfrm>
            <a:off x="5492290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chamber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mechanism</a:t>
            </a:r>
          </a:p>
        </p:txBody>
      </p:sp>
      <p:sp>
        <p:nvSpPr>
          <p:cNvPr id="141" name="VIZ::Process Flow::Confirm corrective action::node-4" descr="VisualizerDiagramNode:{&quot;item_id&quot;:&quot;c8&quot;,&quot;node_index&quot;:3,&quot;label&quot;:&quot;Confirm corrective action&quot;,&quot;page&quot;:1,&quot;page_count&quot;:1,&quot;direction&quot;:&quot;right&quot;}"/>
          <p:cNvSpPr/>
          <p:nvPr/>
        </p:nvSpPr>
        <p:spPr>
          <a:xfrm>
            <a:off x="7187219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corrective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action</a:t>
            </a:r>
          </a:p>
        </p:txBody>
      </p:sp>
      <p:cxnSp>
        <p:nvCxnSpPr>
          <p:cNvPr id="142" name="VIZ::DiagramEdge::Process Flow::1" descr="VisualizerSemanticEdge:{&quot;item_id&quot;:&quot;c8&quot;,&quot;edge_index&quot;:0,&quot;source&quot;:&quot;Excursion signal&quot;,&quot;target&quot;:&quot;Compare affected and reference&quot;,&quot;continuation&quot;:false}"/>
          <p:cNvCxnSpPr/>
          <p:nvPr/>
        </p:nvCxnSpPr>
        <p:spPr>
          <a:xfrm>
            <a:off x="3600765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VIZ::DiagramEdge::Process Flow::2" descr="VisualizerSemanticEdge:{&quot;item_id&quot;:&quot;c8&quot;,&quot;edge_index&quot;:1,&quot;source&quot;:&quot;Compare affected and reference&quot;,&quot;target&quot;:&quot;Verify chamber mechanism&quot;,&quot;continuation&quot;:false}"/>
          <p:cNvCxnSpPr/>
          <p:nvPr/>
        </p:nvCxnSpPr>
        <p:spPr>
          <a:xfrm>
            <a:off x="5295694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VIZ::DiagramEdge::Process Flow::3" descr="VisualizerSemanticEdge:{&quot;item_id&quot;:&quot;c8&quot;,&quot;edge_index&quot;:2,&quot;source&quot;:&quot;Verify chamber mechanism&quot;,&quot;target&quot;:&quot;Confirm corrective action&quot;,&quot;continuation&quot;:false}"/>
          <p:cNvCxnSpPr/>
          <p:nvPr/>
        </p:nvCxnSpPr>
        <p:spPr>
          <a:xfrm>
            <a:off x="6990623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1,&quot;missing&quot;:0},&quot;semantic_tags&quot;:[&quot;die_x&quot;],&quot;type&quot;:&quot;integer&quot;,&quot;unit&quot;:&quot;&quot;},{&quot;id&quot;:&quot;die_y_2&quot;,&quot;name&quot;:&quot;Die Y&quot;,&quot;nullable&quot;:false,&quot;profile&quot;:{&quot;distinct&quot;:11,&quot;missing&quot;:0},&quot;semantic_tags&quot;:[&quot;die_y&quot;],&quot;type&quot;:&quot;integer&quot;,&quot;unit&quot;:&quot;&quot;},{&quot;id&quot;:&quot;yield_3&quot;,&quot;name&quot;:&quot;Yield&quot;,&quot;nullable&quot;:false,&quot;profile&quot;:{&quot;distinct&quot;:11,&quot;missing&quot;:0},&quot;semantic_tags&quot;:[&quot;value&quot;],&quot;type&quot;:&quot;number&quot;,&quot;unit&quot;:&quot;&quot;}],&quot;id&quot;:&quot;dataset-muqbql05-796l1t&quot;,&quot;metadata&quot;:{&quot;header&quot;:{&quot;confidence&quot;:1,&quot;present&quot;:true,&quot;source_row&quot;:0}},&quot;name&quot;:&quot;Pasted data&quot;,&quot;revision&quot;:1,&quot;rows&quot;:[[0,-5,98.2],[-3,-4,98.6],[-2,-4,98.3],[-1,-4,98.8],[0,-4,98.5],[1,-4,98.2],[2,-4,98.7],[3,-4,98.4],[-4,-3,98.4],[-3,-3,98.1],[-2,-3,98.6],[-1,-3,98.3],[0,-3,98.8],[1,-3,98.5],[2,-3,98.2],[3,-3,98.7],[4,-3,98.4],[-4,-2,98.7],[-3,-2,98.4],[-2,-2,98.1],[-1,-2,98.6],[0,-2,98.3],[1,-2,98.8],[2,-2,98.5],[3,-2,98.2],[4,-2,98.7],[-4,-1,98.2],[-3,-1,98.7],[-2,-1,98.4],[-1,-1,98.1],[0,-1,98.6],[1,-1,98.3],[2,-1,98.8],[3,-1,98.5],[4,-1,98.2],[-5,0,98.8],[-4,0,98.5],[-3,0,98.2],[-2,0,98.7],[-1,0,98.4],[0,0,98.1],[1,0,98.6],[2,0,88.6],[3,0,88.7],[4,0,98.5],[5,0,98.2],[-4,1,98.8],[-3,1,98.5],[-2,1,98.2],[-1,1,98.7],[0,1,98.4],[1,1,98.1],[2,1,88.5],[3,1,88.6],[4,1,98.8],[-4,2,98.3],[-3,2,98.8],[-2,2,98.5],[-1,2,98.2],[0,2,98.7],[1,2,98.4],[2,2,98.1],[3,2,98.6],[4,2,98.3],[-4,3,98.6],[-3,3,98.3],[-2,3,98.8],[-1,3,98.5],[0,3,98.2],[1,3,98.7],[2,3,98.4],[3,3,98.1],[4,3,98.6],[-3,4,98.6],[-2,4,98.3],[-1,4,98.8],[0,4,98.5],[1,4,98.2],[2,4,98.7],[3,4,98.4],[0,5,98.8]],&quot;source&quot;:{&quot;imported_at&quot;:&quot;2026-10-02T02:08:36.821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6,&quot;missing&quot;:0},&quot;semantic_tags&quot;:[&quot;value&quot;],&quot;type&quot;:&quot;number&quot;,&quot;unit&quot;:&quot;&quot;}],&quot;id&quot;:&quot;dataset-muqbqn79-ymnot8&quot;,&quot;metadata&quot;:{&quot;header&quot;:{&quot;confidence&quot;:1,&quot;present&quot;:true,&quot;source_row&quot;:0}},&quot;name&quot;:&quot;Pasted data&quot;,&quot;revision&quot;:1,&quot;rows&quot;:[[&quot;Reference&quot;,98.8],[&quot;Reference&quot;,98.5],[&quot;Reference&quot;,98.6],[&quot;Affected&quot;,94.1],[&quot;Affected&quot;,94.6],[&quot;Affected&quot;,93.8]],&quot;source&quot;:{&quot;imported_at&quot;:&quot;2026-10-02T02:08:39.669Z&quot;,&quot;kind&quot;:&quot;clipboard&quot;,&quot;label&quot;:&quot;TSV&quot;},&quot;warnings&quot;:[]}],&quot;groups&quot;:{},&quot;items&quot;:[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},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},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},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},{&quot;chamber&quot;:&quot;&quot;,&quot;composition_role&quot;:&quot;primary_analysis&quot;,&quot;dataset_id&quot;:&quot;dataset-muqbql05-796l1t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title&quot;:&quot;Affected die yield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,{&quot;composition_role&quot;:&quot;primary_analysis&quot;,&quot;data&quot;:[],&quot;dataset_id&quot;:&quot;dataset-muqbqn79-ymnot8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,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},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,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}],&quot;layoutPreset&quot;:&quot;investigation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