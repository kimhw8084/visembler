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qbr494-k03w28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qbr6d6-8nv1t5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qbr494-k03w28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10-02T02:09:01.768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qbr6d6-8nv1t5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10-02T02:09:04.506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qbr494-k03w28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qbr6d6-8nv1t5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