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1726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newly selected data.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data selected through guided remap.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,&quot;x&quot;:14.0,&quot;y&quot;:202.43120000000002,&quot;w&quot;:648.48,&quot;h&quot;:185.0}"/>
          <p:cNvSpPr/>
          <p:nvPr/>
        </p:nvSpPr>
        <p:spPr>
          <a:xfrm>
            <a:off x="106679" y="1542525"/>
            <a:ext cx="4941417" cy="14097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,&quot;x&quot;:676.48,&quot;y&quot;:204.93120000000002,&quot;w&quot;:447.76,&quot;h&quot;:180.0}"/>
          <p:cNvSpPr/>
          <p:nvPr/>
        </p:nvSpPr>
        <p:spPr>
          <a:xfrm>
            <a:off x="5154777" y="1561575"/>
            <a:ext cx="3411931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196.0}"/>
          <p:cNvSpPr/>
          <p:nvPr/>
        </p:nvSpPr>
        <p:spPr>
          <a:xfrm>
            <a:off x="8673387" y="1500615"/>
            <a:ext cx="3411931" cy="14935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set_id&quot;:&quot;dataset-muqbrlyx-4nbjcy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133.60606060606062,&quot;y&quot;:426.9312,&quot;w&quot;:659.3939393939394,&quot;h&quot;:320.0}"/>
          <p:cNvGraphicFramePr>
            <a:graphicFrameLocks noGrp="1"/>
          </p:cNvGraphicFramePr>
          <p:nvPr/>
        </p:nvGraphicFramePr>
        <p:xfrm>
          <a:off x="1018078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set_id&quot;:&quot;dataset-muqbrlyx-4nbjcy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807.0,&quot;y&quot;:426.9312,&quot;w&quot;:659.3939393939394,&quot;h&quot;:320.0}"/>
          <p:cNvGraphicFramePr>
            <a:graphicFrameLocks noGrp="1"/>
          </p:cNvGraphicFramePr>
          <p:nvPr/>
        </p:nvGraphicFramePr>
        <p:xfrm>
          <a:off x="6149339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72.4512,&quot;w&quot;:1572.0,&quot;h&quot;:113.70240000000003}"/>
          <p:cNvSpPr/>
          <p:nvPr/>
        </p:nvSpPr>
        <p:spPr>
          <a:xfrm>
            <a:off x="106679" y="81720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20.1536,&quot;w&quot;:1572.0,&quot;h&quot;:100.80000000000001}"/>
          <p:cNvSpPr/>
          <p:nvPr/>
        </p:nvSpPr>
        <p:spPr>
          <a:xfrm>
            <a:off x="106679" y="92975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780.9312,&quot;w&quot;:1572.0,&quot;h&quot;:257.52}"/>
          <p:cNvGraphicFramePr>
            <a:graphicFrameLocks noGrp="1"/>
          </p:cNvGraphicFramePr>
          <p:nvPr/>
        </p:nvGraphicFramePr>
        <p:xfrm>
          <a:off x="106679" y="59506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qbrlyx-4nbjcy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10-02T02:09:24.729Z&quot;,&quot;kind&quot;:&quot;clipboard&quot;,&quot;label&quot;:&quot;TSV&quot;},&quot;warnings&quot;:[]}],&quot;groups&quot;:{},&quot;items&quot;:[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},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},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},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},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set_id&quot;:&quot;dataset-muqbrlyx-4nbjcy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set_id&quot;:&quot;dataset-muqbrlyx-4nbjcy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