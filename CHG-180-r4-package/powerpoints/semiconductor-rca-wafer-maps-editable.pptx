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tch chamber RCA" descr="VisualizerSemantic:{&quot;element&quot;:&quot;Key Takeaway&quot;,&quot;engine&quot;:&quot;TextEngine&quot;,&quot;id&quot;:&quot;c1&quot;,&quot;locked&quot;:false,&quot;order&quot;:0,&quot;text&quot;:&quot;W07 on lot L2407 shows a localized die-level yield loss after ETCH-08 chamber A processing. Negative affected-reference deltas cluster in the upper-right die region; confirm chamber condition and requalify REC-17 before release.&quot;,&quot;title&quot;:&quot;Etch chamber RCA&quot;,&quot;type&quot;:&quot;text&quot;,&quot;weight&quot;:1.0,&quot;z&quot;:1,&quot;x&quot;:14.0,&quot;y&quot;:14.0,&quot;w&quot;:613.2259855635758,&quot;h&quot;:540.64}"/>
          <p:cNvSpPr/>
          <p:nvPr/>
        </p:nvSpPr>
        <p:spPr>
          <a:xfrm>
            <a:off x="106679" y="106680"/>
            <a:ext cx="4672781" cy="411967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Etch chamber RCA</a:t>
            </a:r>
          </a:p>
          <a:p>
            <a:pPr>
              <a:defRPr sz="1000"/>
            </a:pPr>
            <a:r>
              <a:t>W07 on lot L2407 shows a localized die-level yield loss after ETCH-08 chamber A processing. Negative affected-reference deltas cluster in the upper-right die region; confirm chamber condition and requalify REC-17 before release.</a:t>
            </a:r>
          </a:p>
        </p:txBody>
      </p:sp>
      <p:sp>
        <p:nvSpPr>
          <p:cNvPr id="5" name="VIZ::W07 affected yield by die::spatial-panel" descr="VisualizerSemantic:{&quot;dataset_id&quot;:&quot;d-wafer&quot;,&quot;element&quot;:&quot;Wafer Map&quot;,&quot;engine&quot;:&quot;WaferFabEngine&quot;,&quot;id&quot;:&quot;c2&quot;,&quot;locked&quot;:false,&quot;mapping&quot;:{&quot;chamber&quot;:&quot;chamber&quot;,&quot;die_x&quot;:&quot;die_x&quot;,&quot;die_y&quot;:&quot;die_y&quot;,&quot;lot_id&quot;:&quot;lot&quot;,&quot;process&quot;:&quot;process&quot;,&quot;recipe&quot;:&quot;recipe&quot;,&quot;tool&quot;:&quot;tool&quot;,&quot;value&quot;:&quot;yield&quot;,&quot;wafer_id&quot;:&quot;wafer&quot;},&quot;order&quot;:1,&quot;title&quot;:&quot;W07 affected yield by die&quot;,&quot;type&quot;:&quot;wafer&quot;,&quot;z&quot;:2,&quot;observations&quot;:[{&quot;x&quot;:0,&quot;y&quot;:0,&quot;value&quot;:98.1},{&quot;x&quot;:1,&quot;y&quot;:0,&quot;value&quot;:96.0},{&quot;x&quot;:0,&quot;y&quot;:1,&quot;value&quot;:0},{&quot;x&quot;:1,&quot;y&quot;:1,&quot;value&quot;:null}],&quot;wafer_id&quot;:&quot;W07&quot;,&quot;lot_id&quot;:&quot;L2407&quot;,&quot;tool&quot;:&quot;ETCH-08&quot;,&quot;chamber&quot;:&quot;A&quot;,&quot;recipe&quot;:&quot;REC-17&quot;,&quot;process&quot;:&quot;Etch&quot;,&quot;x&quot;:641.2259855635758,&quot;y&quot;:14.0,&quot;w&quot;:465.3870072182121,&quot;h&quot;:465.3870072182121}"/>
          <p:cNvSpPr/>
          <p:nvPr/>
        </p:nvSpPr>
        <p:spPr>
          <a:xfrm>
            <a:off x="4886141" y="106680"/>
            <a:ext cx="3546248" cy="3546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Z::W07 affected yield by die::title"/>
          <p:cNvSpPr txBox="1"/>
          <p:nvPr/>
        </p:nvSpPr>
        <p:spPr>
          <a:xfrm>
            <a:off x="5027990" y="230798"/>
            <a:ext cx="3262548" cy="3191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W07 affected yield by die</a:t>
            </a:r>
          </a:p>
        </p:txBody>
      </p:sp>
      <p:sp>
        <p:nvSpPr>
          <p:cNvPr id="7" name="VIZ::W07 affected yield by die::metadata"/>
          <p:cNvSpPr txBox="1"/>
          <p:nvPr/>
        </p:nvSpPr>
        <p:spPr>
          <a:xfrm>
            <a:off x="5027990" y="586537"/>
            <a:ext cx="32625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Wafer W07 · Lot L2407 · Tool ETCH-08 · Chamber A · Recipe REC-17 · Process Etch</a:t>
            </a:r>
            <a:br/>
            <a:r>
              <a:t>4 observations · 1 missing · Value 0 to 98.1</a:t>
            </a:r>
          </a:p>
        </p:txBody>
      </p:sp>
      <p:sp>
        <p:nvSpPr>
          <p:cNvPr id="8" name="VIZ::W07 affected yield by die::wafer-outline"/>
          <p:cNvSpPr/>
          <p:nvPr/>
        </p:nvSpPr>
        <p:spPr>
          <a:xfrm>
            <a:off x="5832994" y="1350274"/>
            <a:ext cx="1652541" cy="1652541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Z::W07 affected yield by die::orientation-notch"/>
          <p:cNvSpPr/>
          <p:nvPr/>
        </p:nvSpPr>
        <p:spPr>
          <a:xfrm>
            <a:off x="6605557" y="1346617"/>
            <a:ext cx="107415" cy="3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Z::W07 affected yield by die::orientation"/>
          <p:cNvSpPr txBox="1"/>
          <p:nvPr/>
        </p:nvSpPr>
        <p:spPr>
          <a:xfrm>
            <a:off x="6444434" y="1203970"/>
            <a:ext cx="1156779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1" name="VIZ::W07 affected yield by die::die-1" descr="VisualizerSemanticDie:{&quot;index&quot;:0,&quot;x&quot;:0,&quot;y&quot;:0,&quot;value&quot;:98.1,&quot;delta&quot;:null,&quot;reference_value&quot;:null,&quot;affected_value&quot;:null}"/>
          <p:cNvSpPr/>
          <p:nvPr/>
        </p:nvSpPr>
        <p:spPr>
          <a:xfrm>
            <a:off x="6076133" y="2635736"/>
            <a:ext cx="123940" cy="123940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Z::W07 affected yield by die::die-2" descr="VisualizerSemanticDie:{&quot;index&quot;:1,&quot;x&quot;:1,&quot;y&quot;:0,&quot;value&quot;:96.0,&quot;delta&quot;:null,&quot;reference_value&quot;:null,&quot;affected_value&quot;:null}"/>
          <p:cNvSpPr/>
          <p:nvPr/>
        </p:nvSpPr>
        <p:spPr>
          <a:xfrm>
            <a:off x="7118456" y="2635736"/>
            <a:ext cx="123940" cy="123940"/>
          </a:xfrm>
          <a:prstGeom prst="rect">
            <a:avLst/>
          </a:prstGeom>
          <a:solidFill>
            <a:srgbClr val="C64F61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VIZ::W07 affected yield by die::die-3" descr="VisualizerSemanticDie:{&quot;index&quot;:2,&quot;x&quot;:0,&quot;y&quot;:1,&quot;value&quot;:0,&quot;delta&quot;:null,&quot;reference_value&quot;:null,&quot;affected_value&quot;:null}"/>
          <p:cNvSpPr/>
          <p:nvPr/>
        </p:nvSpPr>
        <p:spPr>
          <a:xfrm>
            <a:off x="6076133" y="1593413"/>
            <a:ext cx="123940" cy="123940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Z::W07 affected yield by die::die-4" descr="VisualizerSemanticDie:{&quot;index&quot;:3,&quot;x&quot;:1,&quot;y&quot;:1,&quot;value&quot;:null,&quot;delta&quot;:null,&quot;reference_value&quot;:null,&quot;affected_value&quot;:null}"/>
          <p:cNvSpPr/>
          <p:nvPr/>
        </p:nvSpPr>
        <p:spPr>
          <a:xfrm>
            <a:off x="7118456" y="1593413"/>
            <a:ext cx="123940" cy="123940"/>
          </a:xfrm>
          <a:prstGeom prst="rect">
            <a:avLst/>
          </a:prstGeom>
          <a:solidFill>
            <a:srgbClr val="CDD3DB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Z::W07 affected yield by die::legend-title"/>
          <p:cNvSpPr txBox="1"/>
          <p:nvPr/>
        </p:nvSpPr>
        <p:spPr>
          <a:xfrm>
            <a:off x="5010259" y="3039391"/>
            <a:ext cx="329801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6" name="VIZ::W07 affected yield by die::legend-1"/>
          <p:cNvSpPr/>
          <p:nvPr/>
        </p:nvSpPr>
        <p:spPr>
          <a:xfrm>
            <a:off x="5010259" y="3249703"/>
            <a:ext cx="346125" cy="141849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VIZ::W07 affected yield by die::legend-2"/>
          <p:cNvSpPr/>
          <p:nvPr/>
        </p:nvSpPr>
        <p:spPr>
          <a:xfrm>
            <a:off x="5379245" y="3249703"/>
            <a:ext cx="346125" cy="141849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W07 affected yield by die::legend-3"/>
          <p:cNvSpPr/>
          <p:nvPr/>
        </p:nvSpPr>
        <p:spPr>
          <a:xfrm>
            <a:off x="5748230" y="3249703"/>
            <a:ext cx="346125" cy="141849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W07 affected yield by die::legend-4"/>
          <p:cNvSpPr/>
          <p:nvPr/>
        </p:nvSpPr>
        <p:spPr>
          <a:xfrm>
            <a:off x="6117216" y="3249703"/>
            <a:ext cx="346125" cy="141849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VIZ::W07 affected yield by die::legend-5"/>
          <p:cNvSpPr/>
          <p:nvPr/>
        </p:nvSpPr>
        <p:spPr>
          <a:xfrm>
            <a:off x="6486202" y="3249703"/>
            <a:ext cx="346125" cy="141849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W07 affected yield by die::legend-6"/>
          <p:cNvSpPr/>
          <p:nvPr/>
        </p:nvSpPr>
        <p:spPr>
          <a:xfrm>
            <a:off x="6855187" y="3249703"/>
            <a:ext cx="346125" cy="141849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W07 affected yield by die::legend-7"/>
          <p:cNvSpPr/>
          <p:nvPr/>
        </p:nvSpPr>
        <p:spPr>
          <a:xfrm>
            <a:off x="7224173" y="3249703"/>
            <a:ext cx="346125" cy="141849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W07 affected yield by die::legend-8"/>
          <p:cNvSpPr/>
          <p:nvPr/>
        </p:nvSpPr>
        <p:spPr>
          <a:xfrm>
            <a:off x="7593159" y="3249703"/>
            <a:ext cx="346125" cy="141849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W07 affected yield by die::legend-9"/>
          <p:cNvSpPr/>
          <p:nvPr/>
        </p:nvSpPr>
        <p:spPr>
          <a:xfrm>
            <a:off x="7962144" y="3249703"/>
            <a:ext cx="346125" cy="141849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W07 affected yield by die::legend-low"/>
          <p:cNvSpPr txBox="1"/>
          <p:nvPr/>
        </p:nvSpPr>
        <p:spPr>
          <a:xfrm>
            <a:off x="5010259" y="3414413"/>
            <a:ext cx="98940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0</a:t>
            </a:r>
          </a:p>
        </p:txBody>
      </p:sp>
      <p:sp>
        <p:nvSpPr>
          <p:cNvPr id="26" name="VIZ::W07 affected yield by die::legend-high"/>
          <p:cNvSpPr txBox="1"/>
          <p:nvPr/>
        </p:nvSpPr>
        <p:spPr>
          <a:xfrm>
            <a:off x="7318867" y="3414413"/>
            <a:ext cx="98940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98.1</a:t>
            </a:r>
          </a:p>
        </p:txBody>
      </p:sp>
      <p:sp>
        <p:nvSpPr>
          <p:cNvPr id="27" name="VIZ::W07 signed affected − reference::spatial-panel" descr="VisualizerSemantic:{&quot;dataset_id&quot;:&quot;d-wafer&quot;,&quot;element&quot;:&quot;Wafer Difference Map&quot;,&quot;engine&quot;:&quot;WaferFabEngine&quot;,&quot;id&quot;:&quot;c3&quot;,&quot;locked&quot;:false,&quot;mapping&quot;:{&quot;affected_value&quot;:&quot;affected&quot;,&quot;chamber&quot;:&quot;chamber&quot;,&quot;die_x&quot;:&quot;die_x&quot;,&quot;die_y&quot;:&quot;die_y&quot;,&quot;lot_id&quot;:&quot;lot&quot;,&quot;process&quot;:&quot;process&quot;,&quot;recipe&quot;:&quot;recipe&quot;,&quot;reference_value&quot;:&quot;reference&quot;,&quot;tool&quot;:&quot;tool&quot;,&quot;wafer_id&quot;:&quot;wafer&quot;},&quot;order&quot;:2,&quot;title&quot;:&quot;W07 signed affected − reference&quot;,&quot;type&quot;:&quot;wafer&quot;,&quot;z&quot;:3,&quot;observations&quot;:[{&quot;x&quot;:0,&quot;y&quot;:0,&quot;value&quot;:null,&quot;reference_value&quot;:100.0,&quot;affected_value&quot;:100.0,&quot;delta&quot;:0.0},{&quot;x&quot;:1,&quot;y&quot;:0,&quot;value&quot;:null,&quot;reference_value&quot;:100.0,&quot;affected_value&quot;:95.0,&quot;delta&quot;:-5.0},{&quot;x&quot;:0,&quot;y&quot;:1,&quot;value&quot;:null,&quot;reference_value&quot;:100.0,&quot;affected_value&quot;:102.0,&quot;delta&quot;:2.0},{&quot;x&quot;:1,&quot;y&quot;:1,&quot;value&quot;:null,&quot;reference_value&quot;:102.0,&quot;affected_value&quot;:null,&quot;delta&quot;:null}],&quot;wafer_id&quot;:&quot;W07&quot;,&quot;lot_id&quot;:&quot;L2407&quot;,&quot;tool&quot;:&quot;ETCH-08&quot;,&quot;chamber&quot;:&quot;A&quot;,&quot;recipe&quot;:&quot;REC-17&quot;,&quot;process&quot;:&quot;Etch&quot;,&quot;x&quot;:1120.6129927817879,&quot;y&quot;:14.0,&quot;w&quot;:465.3870072182121,&quot;h&quot;:465.3870072182121}"/>
          <p:cNvSpPr/>
          <p:nvPr/>
        </p:nvSpPr>
        <p:spPr>
          <a:xfrm>
            <a:off x="8539070" y="106680"/>
            <a:ext cx="3546248" cy="3546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W07 signed affected − reference::title"/>
          <p:cNvSpPr txBox="1"/>
          <p:nvPr/>
        </p:nvSpPr>
        <p:spPr>
          <a:xfrm>
            <a:off x="8680919" y="230798"/>
            <a:ext cx="3262548" cy="31916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W07 signed affected − reference</a:t>
            </a:r>
          </a:p>
        </p:txBody>
      </p:sp>
      <p:sp>
        <p:nvSpPr>
          <p:cNvPr id="29" name="VIZ::W07 signed affected − reference::metadata"/>
          <p:cNvSpPr txBox="1"/>
          <p:nvPr/>
        </p:nvSpPr>
        <p:spPr>
          <a:xfrm>
            <a:off x="8680919" y="586537"/>
            <a:ext cx="3262548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Wafer W07 · Lot L2407 · Tool ETCH-08 · Chamber A · Recipe REC-17 · Process Etch</a:t>
            </a:r>
            <a:br/>
            <a:r>
              <a:t>4 observations · 1 missing · Delta -5 to +2</a:t>
            </a:r>
          </a:p>
        </p:txBody>
      </p:sp>
      <p:sp>
        <p:nvSpPr>
          <p:cNvPr id="30" name="VIZ::W07 signed affected − reference::wafer-outline"/>
          <p:cNvSpPr/>
          <p:nvPr/>
        </p:nvSpPr>
        <p:spPr>
          <a:xfrm>
            <a:off x="9485923" y="1350274"/>
            <a:ext cx="1652541" cy="1652541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W07 signed affected − reference::orientation-notch"/>
          <p:cNvSpPr/>
          <p:nvPr/>
        </p:nvSpPr>
        <p:spPr>
          <a:xfrm>
            <a:off x="10258486" y="1346617"/>
            <a:ext cx="107415" cy="396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W07 signed affected − reference::orientation"/>
          <p:cNvSpPr txBox="1"/>
          <p:nvPr/>
        </p:nvSpPr>
        <p:spPr>
          <a:xfrm>
            <a:off x="10097363" y="1203970"/>
            <a:ext cx="1156779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33" name="VIZ::W07 signed affected − reference::die-1" descr="VisualizerSemanticDie:{&quot;index&quot;:0,&quot;x&quot;:0,&quot;y&quot;:0,&quot;value&quot;:null,&quot;delta&quot;:0.0,&quot;reference_value&quot;:100.0,&quot;affected_value&quot;:100.0}"/>
          <p:cNvSpPr/>
          <p:nvPr/>
        </p:nvSpPr>
        <p:spPr>
          <a:xfrm>
            <a:off x="9729062" y="2635736"/>
            <a:ext cx="123940" cy="123940"/>
          </a:xfrm>
          <a:prstGeom prst="rect">
            <a:avLst/>
          </a:prstGeom>
          <a:solidFill>
            <a:srgbClr val="B4BCC5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W07 signed affected − reference::die-2" descr="VisualizerSemanticDie:{&quot;index&quot;:1,&quot;x&quot;:1,&quot;y&quot;:0,&quot;value&quot;:null,&quot;delta&quot;:-5.0,&quot;reference_value&quot;:100.0,&quot;affected_value&quot;:95.0}"/>
          <p:cNvSpPr/>
          <p:nvPr/>
        </p:nvSpPr>
        <p:spPr>
          <a:xfrm>
            <a:off x="10771385" y="2635736"/>
            <a:ext cx="123940" cy="123940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W07 signed affected − reference::die-3" descr="VisualizerSemanticDie:{&quot;index&quot;:2,&quot;x&quot;:0,&quot;y&quot;:1,&quot;value&quot;:null,&quot;delta&quot;:2.0,&quot;reference_value&quot;:100.0,&quot;affected_value&quot;:102.0}"/>
          <p:cNvSpPr/>
          <p:nvPr/>
        </p:nvSpPr>
        <p:spPr>
          <a:xfrm>
            <a:off x="9729062" y="1593413"/>
            <a:ext cx="123940" cy="123940"/>
          </a:xfrm>
          <a:prstGeom prst="rect">
            <a:avLst/>
          </a:prstGeom>
          <a:solidFill>
            <a:srgbClr val="BC909C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W07 signed affected − reference::die-4" descr="VisualizerSemanticDie:{&quot;index&quot;:3,&quot;x&quot;:1,&quot;y&quot;:1,&quot;value&quot;:null,&quot;delta&quot;:null,&quot;reference_value&quot;:102.0,&quot;affected_value&quot;:null}"/>
          <p:cNvSpPr/>
          <p:nvPr/>
        </p:nvSpPr>
        <p:spPr>
          <a:xfrm>
            <a:off x="10771385" y="1593413"/>
            <a:ext cx="123940" cy="123940"/>
          </a:xfrm>
          <a:prstGeom prst="rect">
            <a:avLst/>
          </a:prstGeom>
          <a:solidFill>
            <a:srgbClr val="CDD3DB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W07 signed affected − reference::legend-title"/>
          <p:cNvSpPr txBox="1"/>
          <p:nvPr/>
        </p:nvSpPr>
        <p:spPr>
          <a:xfrm>
            <a:off x="8663188" y="3039391"/>
            <a:ext cx="329801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SIGNED DELTA · AFFECTED − REFERENCE</a:t>
            </a:r>
          </a:p>
        </p:txBody>
      </p:sp>
      <p:sp>
        <p:nvSpPr>
          <p:cNvPr id="38" name="VIZ::W07 signed affected − reference::legend-1"/>
          <p:cNvSpPr/>
          <p:nvPr/>
        </p:nvSpPr>
        <p:spPr>
          <a:xfrm>
            <a:off x="8663188" y="3249703"/>
            <a:ext cx="346125" cy="141849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W07 signed affected − reference::legend-2"/>
          <p:cNvSpPr/>
          <p:nvPr/>
        </p:nvSpPr>
        <p:spPr>
          <a:xfrm>
            <a:off x="9032174" y="3249703"/>
            <a:ext cx="346125" cy="141849"/>
          </a:xfrm>
          <a:prstGeom prst="rect">
            <a:avLst/>
          </a:prstGeom>
          <a:solidFill>
            <a:srgbClr val="56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W07 signed affected − reference::legend-3"/>
          <p:cNvSpPr/>
          <p:nvPr/>
        </p:nvSpPr>
        <p:spPr>
          <a:xfrm>
            <a:off x="9401159" y="3249703"/>
            <a:ext cx="346125" cy="141849"/>
          </a:xfrm>
          <a:prstGeom prst="rect">
            <a:avLst/>
          </a:prstGeom>
          <a:solidFill>
            <a:srgbClr val="758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W07 signed affected − reference::legend-4"/>
          <p:cNvSpPr/>
          <p:nvPr/>
        </p:nvSpPr>
        <p:spPr>
          <a:xfrm>
            <a:off x="9770145" y="3249703"/>
            <a:ext cx="346125" cy="141849"/>
          </a:xfrm>
          <a:prstGeom prst="rect">
            <a:avLst/>
          </a:prstGeom>
          <a:solidFill>
            <a:srgbClr val="94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W07 signed affected − reference::legend-5"/>
          <p:cNvSpPr/>
          <p:nvPr/>
        </p:nvSpPr>
        <p:spPr>
          <a:xfrm>
            <a:off x="10139131" y="3249703"/>
            <a:ext cx="346125" cy="141849"/>
          </a:xfrm>
          <a:prstGeom prst="rect">
            <a:avLst/>
          </a:prstGeom>
          <a:solidFill>
            <a:srgbClr val="B4B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W07 signed affected − reference::legend-6"/>
          <p:cNvSpPr/>
          <p:nvPr/>
        </p:nvSpPr>
        <p:spPr>
          <a:xfrm>
            <a:off x="10508116" y="3249703"/>
            <a:ext cx="346125" cy="141849"/>
          </a:xfrm>
          <a:prstGeom prst="rect">
            <a:avLst/>
          </a:prstGeom>
          <a:solidFill>
            <a:srgbClr val="B9A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W07 signed affected − reference::legend-7"/>
          <p:cNvSpPr/>
          <p:nvPr/>
        </p:nvSpPr>
        <p:spPr>
          <a:xfrm>
            <a:off x="10877102" y="3249703"/>
            <a:ext cx="346125" cy="141849"/>
          </a:xfrm>
          <a:prstGeom prst="rect">
            <a:avLst/>
          </a:prstGeom>
          <a:solidFill>
            <a:srgbClr val="BE8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W07 signed affected − reference::legend-8"/>
          <p:cNvSpPr/>
          <p:nvPr/>
        </p:nvSpPr>
        <p:spPr>
          <a:xfrm>
            <a:off x="11246088" y="3249703"/>
            <a:ext cx="346125" cy="141849"/>
          </a:xfrm>
          <a:prstGeom prst="rect">
            <a:avLst/>
          </a:prstGeom>
          <a:solidFill>
            <a:srgbClr val="C4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W07 signed affected − reference::legend-9"/>
          <p:cNvSpPr/>
          <p:nvPr/>
        </p:nvSpPr>
        <p:spPr>
          <a:xfrm>
            <a:off x="11615073" y="3249703"/>
            <a:ext cx="346125" cy="141849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W07 signed affected − reference::legend-low"/>
          <p:cNvSpPr txBox="1"/>
          <p:nvPr/>
        </p:nvSpPr>
        <p:spPr>
          <a:xfrm>
            <a:off x="8663188" y="3414413"/>
            <a:ext cx="98940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-5</a:t>
            </a:r>
          </a:p>
        </p:txBody>
      </p:sp>
      <p:sp>
        <p:nvSpPr>
          <p:cNvPr id="48" name="VIZ::W07 signed affected − reference::legend-high"/>
          <p:cNvSpPr txBox="1"/>
          <p:nvPr/>
        </p:nvSpPr>
        <p:spPr>
          <a:xfrm>
            <a:off x="10971796" y="3414413"/>
            <a:ext cx="989403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+5</a:t>
            </a:r>
          </a:p>
        </p:txBody>
      </p:sp>
      <p:sp>
        <p:nvSpPr>
          <p:cNvPr id="49" name="VIZ::SemanticReport" descr="VisualizerSemanticReport:{&quot;authoring_schema&quot;:&quot;authoring-p0-v1&quot;,&quot;canvas&quot;:{&quot;height&quot;:900,&quot;width&quot;:1600},&quot;crossFilter&quot;:null,&quot;datasets&quot;:[{&quot;fields&quot;:[{&quot;id&quot;:&quot;die_x&quot;,&quot;name&quot;:&quot;Die X&quot;,&quot;type&quot;:&quot;integer&quot;},{&quot;id&quot;:&quot;die_y&quot;,&quot;name&quot;:&quot;Die Y&quot;,&quot;type&quot;:&quot;integer&quot;},{&quot;id&quot;:&quot;yield&quot;,&quot;name&quot;:&quot;Yield&quot;,&quot;type&quot;:&quot;number&quot;},{&quot;id&quot;:&quot;reference&quot;,&quot;name&quot;:&quot;Reference&quot;,&quot;type&quot;:&quot;number&quot;},{&quot;id&quot;:&quot;affected&quot;,&quot;name&quot;:&quot;Affected&quot;,&quot;type&quot;:&quot;number&quot;},{&quot;id&quot;:&quot;wafer&quot;,&quot;name&quot;:&quot;Wafer&quot;,&quot;type&quot;:&quot;identifier&quot;},{&quot;id&quot;:&quot;lot&quot;,&quot;name&quot;:&quot;Lot&quot;,&quot;type&quot;:&quot;identifier&quot;},{&quot;id&quot;:&quot;tool&quot;,&quot;name&quot;:&quot;Tool&quot;,&quot;type&quot;:&quot;categorical&quot;},{&quot;id&quot;:&quot;chamber&quot;,&quot;name&quot;:&quot;Chamber&quot;,&quot;type&quot;:&quot;categorical&quot;},{&quot;id&quot;:&quot;recipe&quot;,&quot;name&quot;:&quot;Recipe&quot;,&quot;type&quot;:&quot;categorical&quot;},{&quot;id&quot;:&quot;process&quot;,&quot;name&quot;:&quot;Process&quot;,&quot;type&quot;:&quot;categorical&quot;}],&quot;id&quot;:&quot;d-wafer&quot;,&quot;name&quot;:&quot;W07 etch yield and reference data&quot;,&quot;rows&quot;:[[0,0,98.1,100.0,100.0,&quot;W07&quot;,&quot;L2407&quot;,&quot;ETCH-08&quot;,&quot;A&quot;,&quot;REC-17&quot;,&quot;Etch&quot;],[1,0,96.0,100.0,95.0,&quot;W07&quot;,&quot;L2407&quot;,&quot;ETCH-08&quot;,&quot;A&quot;,&quot;REC-17&quot;,&quot;Etch&quot;],[0,1,0,100.0,102.0,&quot;W07&quot;,&quot;L2407&quot;,&quot;ETCH-08&quot;,&quot;A&quot;,&quot;REC-17&quot;,&quot;Etch&quot;],[1,1,null,102.0,null,&quot;W07&quot;,&quot;L2407&quot;,&quot;ETCH-08&quot;,&quot;A&quot;,&quot;REC-17&quot;,&quot;Etch&quot;]]}],&quot;groups&quot;:{},&quot;items&quot;:[{&quot;element&quot;:&quot;Key Takeaway&quot;,&quot;engine&quot;:&quot;TextEngine&quot;,&quot;id&quot;:&quot;c1&quot;,&quot;locked&quot;:false,&quot;order&quot;:0,&quot;text&quot;:&quot;W07 on lot L2407 shows a localized die-level yield loss after ETCH-08 chamber A processing. Negative affected-reference deltas cluster in the upper-right die region; confirm chamber condition and requalify REC-17 before release.&quot;,&quot;title&quot;:&quot;Etch chamber RCA&quot;,&quot;type&quot;:&quot;text&quot;,&quot;weight&quot;:1.0,&quot;z&quot;:1},{&quot;dataset_id&quot;:&quot;d-wafer&quot;,&quot;element&quot;:&quot;Wafer Map&quot;,&quot;engine&quot;:&quot;WaferFabEngine&quot;,&quot;id&quot;:&quot;c2&quot;,&quot;locked&quot;:false,&quot;mapping&quot;:{&quot;chamber&quot;:&quot;chamber&quot;,&quot;die_x&quot;:&quot;die_x&quot;,&quot;die_y&quot;:&quot;die_y&quot;,&quot;lot_id&quot;:&quot;lot&quot;,&quot;process&quot;:&quot;process&quot;,&quot;recipe&quot;:&quot;recipe&quot;,&quot;tool&quot;:&quot;tool&quot;,&quot;value&quot;:&quot;yield&quot;,&quot;wafer_id&quot;:&quot;wafer&quot;},&quot;order&quot;:1,&quot;title&quot;:&quot;W07 affected yield by die&quot;,&quot;type&quot;:&quot;wafer&quot;,&quot;z&quot;:2},{&quot;dataset_id&quot;:&quot;d-wafer&quot;,&quot;element&quot;:&quot;Wafer Difference Map&quot;,&quot;engine&quot;:&quot;WaferFabEngine&quot;,&quot;id&quot;:&quot;c3&quot;,&quot;locked&quot;:false,&quot;mapping&quot;:{&quot;affected_value&quot;:&quot;affected&quot;,&quot;chamber&quot;:&quot;chamber&quot;,&quot;die_x&quot;:&quot;die_x&quot;,&quot;die_y&quot;:&quot;die_y&quot;,&quot;lot_id&quot;:&quot;lot&quot;,&quot;process&quot;:&quot;process&quot;,&quot;recipe&quot;:&quot;recipe&quot;,&quot;reference_value&quot;:&quot;reference&quot;,&quot;tool&quot;:&quot;tool&quot;,&quot;wafer_id&quot;:&quot;wafer&quot;},&quot;order&quot;:2,&quot;title&quot;:&quot;W07 signed affected − reference&quot;,&quot;type&quot;:&quot;wafer&quot;,&quot;z&quot;:3}],&quot;layoutPreset&quot;:&quot;technic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