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1000000,&quot;compact_unit&quot;:&quot;M&quot;,&quot;kind&quot;:&quot;compact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48200000,&quot;value_format&quot;:&quot;compact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45084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48.2 M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90.4,&quot;id&quot;:&quot;c20&quot;,&quot;locked&quot;:false,&quot;message_role&quot;:&quot;Headline&quot;,&quot;metric_format&quot;:{&quot;compact_divisor&quot;:1000000,&quot;compact_unit&quot;:&quot;M&quot;,&quot;kind&quot;:&quot;compact&quot;,&quot;null_display&quot;:&quot;—&quot;,&quot;percent_scale&quot;:&quot;points&quot;,&quot;precision&quot;:null,&quot;prefix&quot;:&quot;&quot;,&quot;signDisplay&quot;:&quot;auto&quot;,&quot;suffix&quot;:&quot;M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48200000,&quot;value_format&quot;:&quot;compact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