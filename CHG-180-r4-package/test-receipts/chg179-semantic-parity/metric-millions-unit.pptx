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lta&quot;:6.4,&quot;element&quot;:&quot;Hero KPI&quot;,&quot;engine&quot;:&quot;MetricEngine&quot;,&quot;groupId&quot;:null,&quot;h&quot;:190.4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null,&quot;prefix&quot;:&quot;&quot;,&quot;signDisplay&quot;:&quot;auto&quot;,&quot;suffix&quot;:&quot;M&quot;},&quot;order&quot;:0,&quot;period&quot;:&quot;vs prior period&quot;,&quot;showTitle&quot;:false,&quot;target&quot;:90,&quot;textAlign&quot;:&quot;left&quot;,&quot;title&quot;:&quot;Hero KPI&quot;,&quot;type&quot;:&quot;metric&quot;,&quot;unit&quot;:&quot;M&quot;,&quot;value&quot;:48.2,&quot;value_format&quot;:&quot;number&quot;,&quot;w&quot;:520.0,&quot;weight&quot;:1.15,&quot;x&quot;:14.0,&quot;y&quot;:14.0,&quot;z&quot;:1}"/>
          <p:cNvSpPr/>
          <p:nvPr/>
        </p:nvSpPr>
        <p:spPr>
          <a:xfrm>
            <a:off x="106679" y="106680"/>
            <a:ext cx="3962399" cy="145084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48.2 M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lta&quot;:6.4,&quot;element&quot;:&quot;Hero KPI&quot;,&quot;engine&quot;:&quot;MetricEngine&quot;,&quot;groupId&quot;:null,&quot;h&quot;:190.4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null,&quot;prefix&quot;:&quot;&quot;,&quot;signDisplay&quot;:&quot;auto&quot;,&quot;suffix&quot;:&quot;M&quot;},&quot;order&quot;:0,&quot;period&quot;:&quot;vs prior period&quot;,&quot;showTitle&quot;:false,&quot;target&quot;:90,&quot;textAlign&quot;:&quot;left&quot;,&quot;title&quot;:&quot;Hero KPI&quot;,&quot;type&quot;:&quot;metric&quot;,&quot;unit&quot;:&quot;M&quot;,&quot;value&quot;:48.2,&quot;value_format&quot;:&quot;number&quot;,&quot;w&quot;:520,&quot;weight&quot;:1.15,&quot;x&quot;:14,&quot;y&quot;:14,&quot;z&quot;:1}],&quot;layoutPreset&quot;:&quot;editorial&quot;,&quot;mode&quot;:&quot;guided&quot;,&quot;nextId&quot;:2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