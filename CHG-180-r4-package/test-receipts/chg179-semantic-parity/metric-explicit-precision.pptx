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cimals&quot;:3,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3,&quot;prefix&quot;:&quot;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3.45678,&quot;value_format&quot;:&quot;number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45084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3.457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cimals&quot;:3,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3,&quot;prefix&quot;:&quot;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3.45678,&quot;value_format&quot;:&quot;number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