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cimals&quot;:2,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currency&quot;,&quot;null_display&quot;:&quot;—&quot;,&quot;percent_scale&quot;:&quot;points&quot;,&quot;precision&quot;:2,&quot;prefix&quot;:&quot;$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-1234567.8,&quot;value_format&quot;:&quot;currency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-$1,234,567.80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cimals&quot;:2,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currency&quot;,&quot;null_display&quot;:&quot;—&quot;,&quot;percent_scale&quot;:&quot;points&quot;,&quot;precision&quot;:2,&quot;prefix&quot;:&quot;$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-1234567.8,&quot;value_format&quot;:&quot;currency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