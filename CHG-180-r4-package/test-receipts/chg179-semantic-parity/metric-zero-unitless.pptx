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descr="VisualizerSemantic:{&quot;delta&quot;:6.4,&quot;element&quot;:&quot;Hero KPI&quot;,&quot;engine&quot;:&quot;MetricEngine&quot;,&quot;groupId&quot;:null,&quot;h&quot;:190.4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null,&quot;prefix&quot;:&quot;&quot;,&quot;signDisplay&quot;:&quot;auto&quot;,&quot;suffix&quot;:&quot;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0,&quot;value_format&quot;:&quot;number&quot;,&quot;w&quot;:520.0,&quot;weight&quot;:1.15,&quot;x&quot;:14.0,&quot;y&quot;:14.0,&quot;z&quot;:1}"/>
          <p:cNvSpPr/>
          <p:nvPr/>
        </p:nvSpPr>
        <p:spPr>
          <a:xfrm>
            <a:off x="106679" y="106680"/>
            <a:ext cx="3962399" cy="145084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b="1" sz="2400"/>
            </a:pPr>
            <a:r>
              <a:t>0</a:t>
            </a:r>
          </a:p>
        </p:txBody>
      </p:sp>
      <p:sp>
        <p:nvSpPr>
          <p:cNvPr id="3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delta&quot;:6.4,&quot;element&quot;:&quot;Hero KPI&quot;,&quot;engine&quot;:&quot;MetricEngine&quot;,&quot;groupId&quot;:null,&quot;h&quot;:190.4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null,&quot;prefix&quot;:&quot;&quot;,&quot;signDisplay&quot;:&quot;auto&quot;,&quot;suffix&quot;:&quot;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0,&quot;value_format&quot;:&quot;number&quot;,&quot;w&quot;:520,&quot;weight&quot;:1.15,&quot;x&quot;:14,&quot;y&quot;:14,&quot;z&quot;:1}],&quot;layoutPreset&quot;:&quot;editorial&quot;,&quot;mode&quot;:&quot;guided&quot;,&quot;nextId&quot;:2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