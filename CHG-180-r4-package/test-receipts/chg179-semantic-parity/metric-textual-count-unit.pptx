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contacts&quot;},&quot;order&quot;:0,&quot;period&quot;:&quot;vs prior period&quot;,&quot;showTitle&quot;:false,&quot;target&quot;:90,&quot;textAlign&quot;:&quot;left&quot;,&quot;title&quot;:&quot;Hero KPI&quot;,&quot;type&quot;:&quot;metric&quot;,&quot;unit&quot;:&quot;contacts&quot;,&quot;value&quot;:34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4508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34 contacts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contacts&quot;},&quot;order&quot;:0,&quot;period&quot;:&quot;vs prior period&quot;,&quot;showTitle&quot;:false,&quot;target&quot;:90,&quot;textAlign&quot;:&quot;left&quot;,&quot;title&quot;:&quot;Hero KPI&quot;,&quot;type&quot;:&quot;metric&quot;,&quot;unit&quot;:&quot;contacts&quot;,&quot;value&quot;:34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