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Legacy yield KPI" descr="VisualizerSemantic:{&quot;dataset_id&quot;:&quot;percent-data&quot;,&quot;element&quot;:&quot;Hero KPI&quot;,&quot;engine&quot;:&quot;MetricEngine&quot;,&quot;id&quot;:&quot;legacy-kpi&quot;,&quot;locked&quot;:false,&quot;mapping&quot;:{&quot;value&quot;:&quot;yield&quot;},&quot;message_role&quot;:&quot;Headline&quot;,&quot;metric_format&quot;:{&quot;compact_divisor&quot;:null,&quot;compact_unit&quot;:&quot;&quot;,&quot;kind&quot;:&quot;percent&quot;,&quot;null_display&quot;:&quot;—&quot;,&quot;percent_scale&quot;:&quot;ratio&quot;,&quot;precision&quot;:null,&quot;prefix&quot;:&quot;&quot;,&quot;signDisplay&quot;:&quot;auto&quot;,&quot;suffix&quot;:&quot;%&quot;},&quot;order&quot;:0,&quot;title&quot;:&quot;Legacy yield&quot;,&quot;type&quot;:&quot;metric&quot;,&quot;unit&quot;:&quot;M&quot;,&quot;value&quot;:0.276,&quot;value_format&quot;:&quot;percent&quot;,&quot;weight&quot;:1.1,&quot;z&quot;:1,&quot;_metric_field&quot;:{&quot;format&quot;:{&quot;kind&quot;:&quot;percent&quot;,&quot;percent_scale&quot;:&quot;ratio&quot;},&quot;id&quot;:&quot;yield&quot;,&quot;name&quot;:&quot;Yield&quot;,&quot;type&quot;:&quot;number&quot;,&quot;unit&quot;:&quot;%&quot;},&quot;x&quot;:14.0,&quot;y&quot;:14.0,&quot;w&quot;:1572.0,&quot;h&quot;:366.0}"/>
          <p:cNvSpPr/>
          <p:nvPr/>
        </p:nvSpPr>
        <p:spPr>
          <a:xfrm>
            <a:off x="106679" y="106680"/>
            <a:ext cx="11978638" cy="2788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Legacy yield</a:t>
            </a:r>
          </a:p>
          <a:p>
            <a:pPr>
              <a:defRPr b="1" sz="2400"/>
            </a:pPr>
            <a:r>
              <a:t>27.6%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&quot;,&quot;name&quot;:&quot;Week&quot;,&quot;type&quot;:&quot;categorical&quot;},{&quot;format&quot;:{&quot;kind&quot;:&quot;percent&quot;,&quot;percent_scale&quot;:&quot;ratio&quot;},&quot;id&quot;:&quot;yield&quot;,&quot;name&quot;:&quot;Yield&quot;,&quot;type&quot;:&quot;number&quot;,&quot;unit&quot;:&quot;%&quot;}],&quot;id&quot;:&quot;percent-data&quot;,&quot;name&quot;:&quot;Yield&quot;,&quot;revision&quot;:1,&quot;rows&quot;:[[&quot;W0&quot;,0.276]]}],&quot;groups&quot;:{},&quot;items&quot;:[{&quot;dataset_id&quot;:&quot;percent-data&quot;,&quot;element&quot;:&quot;Hero KPI&quot;,&quot;engine&quot;:&quot;MetricEngine&quot;,&quot;id&quot;:&quot;legacy-kpi&quot;,&quot;locked&quot;:false,&quot;mapping&quot;:{&quot;value&quot;:&quot;yield&quot;},&quot;message_role&quot;:&quot;Headline&quot;,&quot;metric_format&quot;:{&quot;compact_divisor&quot;:null,&quot;compact_unit&quot;:&quot;&quot;,&quot;kind&quot;:&quot;percent&quot;,&quot;null_display&quot;:&quot;—&quot;,&quot;percent_scale&quot;:&quot;ratio&quot;,&quot;precision&quot;:null,&quot;prefix&quot;:&quot;&quot;,&quot;signDisplay&quot;:&quot;auto&quot;,&quot;suffix&quot;:&quot;%&quot;},&quot;order&quot;:0,&quot;title&quot;:&quot;Legacy yield&quot;,&quot;type&quot;:&quot;metric&quot;,&quot;unit&quot;:&quot;M&quot;,&quot;value&quot;:0.276,&quot;value_format&quot;:&quot;percent&quot;,&quot;weight&quot;:1.1,&quot;z&quot;:1}],&quot;layoutPreset&quot;:&quot;editorial&quot;,&quot;mode&quot;:&quot;guided&quot;,&quot;nextId&quot;:2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