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RP_HEADER"/>
          <p:cNvSpPr/>
          <p:nvPr/>
        </p:nvSpPr>
        <p:spPr>
          <a:xfrm>
            <a:off x="274320" y="164592"/>
            <a:ext cx="11640312" cy="6583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CORPORATE TEMPLATE</a:t>
            </a:r>
          </a:p>
        </p:txBody>
      </p:sp>
      <p:sp>
        <p:nvSpPr>
          <p:cNvPr id="3" name="CORP_LOGO"/>
          <p:cNvSpPr/>
          <p:nvPr/>
        </p:nvSpPr>
        <p:spPr>
          <a:xfrm>
            <a:off x="10698480" y="219456"/>
            <a:ext cx="9144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LOGO</a:t>
            </a:r>
          </a:p>
        </p:txBody>
      </p:sp>
      <p:sp>
        <p:nvSpPr>
          <p:cNvPr id="4" name="CORP_FOOTER"/>
          <p:cNvSpPr/>
          <p:nvPr/>
        </p:nvSpPr>
        <p:spPr>
          <a:xfrm>
            <a:off x="274320" y="6419088"/>
            <a:ext cx="11640312" cy="2560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Confidential ·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