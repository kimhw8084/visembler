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91.4</c:v>
                </c:pt>
                <c:pt idx="1">
                  <c:v>93.2</c:v>
                </c:pt>
                <c:pt idx="2">
                  <c:v>92.8</c:v>
                </c:pt>
                <c:pt idx="3">
                  <c:v>96.1</c:v>
                </c:pt>
                <c:pt idx="4">
                  <c:v>98.7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P_HEADER"/>
          <p:cNvSpPr/>
          <p:nvPr/>
        </p:nvSpPr>
        <p:spPr>
          <a:xfrm>
            <a:off x="274320" y="164592"/>
            <a:ext cx="11640312" cy="6583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CORPORATE TEMPLATE</a:t>
            </a:r>
          </a:p>
        </p:txBody>
      </p:sp>
      <p:sp>
        <p:nvSpPr>
          <p:cNvPr id="3" name="CORP_LOGO"/>
          <p:cNvSpPr/>
          <p:nvPr/>
        </p:nvSpPr>
        <p:spPr>
          <a:xfrm>
            <a:off x="10698480" y="219456"/>
            <a:ext cx="9144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LOGO</a:t>
            </a:r>
          </a:p>
        </p:txBody>
      </p:sp>
      <p:sp>
        <p:nvSpPr>
          <p:cNvPr id="4" name="CORP_FOOTER"/>
          <p:cNvSpPr/>
          <p:nvPr/>
        </p:nvSpPr>
        <p:spPr>
          <a:xfrm>
            <a:off x="274320" y="6419088"/>
            <a:ext cx="11640312" cy="2560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Confidential · 27</a:t>
            </a:r>
          </a:p>
        </p:txBody>
      </p:sp>
      <p:sp>
        <p:nvSpPr>
          <p:cNvPr id="5" name="VIZ::Executive summary"/>
          <p:cNvSpPr/>
          <p:nvPr/>
        </p:nvSpPr>
        <p:spPr>
          <a:xfrm>
            <a:off x="0" y="877824"/>
            <a:ext cx="7071183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620" b="1">
                <a:solidFill>
                  <a:srgbClr val="1D1D1F"/>
                </a:solidFill>
                <a:latin typeface="Arial"/>
              </a:defRPr>
            </a:pPr>
            <a:r>
              <a:t>Executive summary</a:t>
            </a:r>
          </a:p>
          <a:p>
            <a:pPr>
              <a:defRPr sz="1000">
                <a:solidFill>
                  <a:srgbClr val="6E6E73"/>
                </a:solidFill>
                <a:latin typeface="Arial"/>
              </a:defRPr>
            </a:pPr>
            <a:r>
              <a:t>Editable Visualizer content</a:t>
            </a:r>
          </a:p>
        </p:txBody>
      </p:sp>
      <p:sp>
        <p:nvSpPr>
          <p:cNvPr id="6" name="VIZ::Hero KPI KPI"/>
          <p:cNvSpPr/>
          <p:nvPr/>
        </p:nvSpPr>
        <p:spPr>
          <a:xfrm>
            <a:off x="7315017" y="877824"/>
            <a:ext cx="487667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sz="2592" b="1">
                <a:solidFill>
                  <a:srgbClr val="1D1D1F"/>
                </a:solidFill>
                <a:latin typeface="Arial"/>
              </a:defRPr>
            </a:pPr>
            <a:r>
              <a:t>98.7%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2578608"/>
          <a:ext cx="7802684" cy="26883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VIZ::Action tracker"/>
          <p:cNvGraphicFramePr>
            <a:graphicFrameLocks noGrp="1"/>
          </p:cNvGraphicFramePr>
          <p:nvPr/>
        </p:nvGraphicFramePr>
        <p:xfrm>
          <a:off x="8046518" y="2578608"/>
          <a:ext cx="414517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725"/>
                <a:gridCol w="1381725"/>
                <a:gridCol w="1381726"/>
              </a:tblGrid>
              <a:tr h="672084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672084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Validate 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Kim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</a:tr>
              <a:tr h="672084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Run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672084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Verify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VIZ::Source · production evidence · editable output"/>
          <p:cNvSpPr/>
          <p:nvPr/>
        </p:nvSpPr>
        <p:spPr>
          <a:xfrm>
            <a:off x="0" y="5486400"/>
            <a:ext cx="12191695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  <a:r>
              <a:t>Source · production evidence · editable output</a:t>
            </a:r>
          </a:p>
          <a:p>
            <a:pPr>
              <a:defRPr sz="1000">
                <a:solidFill>
                  <a:srgbClr val="6E6E73"/>
                </a:solidFill>
                <a:latin typeface="Arial"/>
              </a:defRPr>
            </a:pPr>
            <a:r>
              <a:t>Editable Visualizer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