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0105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801.4</c:v>
                </c:pt>
                <c:pt idx="1">
                  <c:v>802</c:v>
                </c:pt>
                <c:pt idx="2">
                  <c:v>799.8</c:v>
                </c:pt>
                <c:pt idx="3">
                  <c:v>798.2</c:v>
                </c:pt>
                <c:pt idx="4">
                  <c:v>797.1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Reference</c:v>
                </c:pt>
                <c:pt idx="4">
                  <c:v>Reference</c:v>
                </c:pt>
                <c:pt idx="5">
                  <c:v>Reference</c:v>
                </c:pt>
                <c:pt idx="6">
                  <c:v>Reference</c:v>
                </c:pt>
                <c:pt idx="7">
                  <c:v>Reference</c:v>
                </c:pt>
                <c:pt idx="8">
                  <c:v>Affected</c:v>
                </c:pt>
                <c:pt idx="9">
                  <c:v>Affected</c:v>
                </c:pt>
                <c:pt idx="10">
                  <c:v>Affected</c:v>
                </c:pt>
                <c:pt idx="11">
                  <c:v>Affected</c:v>
                </c:pt>
                <c:pt idx="12">
                  <c:v>Affected</c:v>
                </c:pt>
                <c:pt idx="13">
                  <c:v>Affected</c:v>
                </c:pt>
                <c:pt idx="14">
                  <c:v>Affected</c:v>
                </c:pt>
                <c:pt idx="15">
                  <c:v>Affected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801.4</c:v>
                </c:pt>
                <c:pt idx="1">
                  <c:v>803.1</c:v>
                </c:pt>
                <c:pt idx="2">
                  <c:v>800.8</c:v>
                </c:pt>
                <c:pt idx="3">
                  <c:v>802.7</c:v>
                </c:pt>
                <c:pt idx="4">
                  <c:v>801.9</c:v>
                </c:pt>
                <c:pt idx="5">
                  <c:v>803.4</c:v>
                </c:pt>
                <c:pt idx="6">
                  <c:v>800.5</c:v>
                </c:pt>
                <c:pt idx="7">
                  <c:v>802.2</c:v>
                </c:pt>
                <c:pt idx="8">
                  <c:v>798</c:v>
                </c:pt>
                <c:pt idx="9">
                  <c:v>797.2</c:v>
                </c:pt>
                <c:pt idx="10">
                  <c:v>799.1</c:v>
                </c:pt>
                <c:pt idx="11">
                  <c:v>796.8</c:v>
                </c:pt>
                <c:pt idx="12">
                  <c:v>798.7</c:v>
                </c:pt>
                <c:pt idx="13">
                  <c:v>797.5</c:v>
                </c:pt>
                <c:pt idx="14">
                  <c:v>799.3</c:v>
                </c:pt>
                <c:pt idx="15">
                  <c:v>796.9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Lot WQ-7314 shows a localized edge-band yield loss after the September 18 ETCH-08 chamber A ru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Lot WQ-7314 shows a localized edge-band yield loss after the September 18 ETCH-08 chamber A run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99759" y="285026"/>
            <a:ext cx="7549205" cy="7821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Lot WQ-7314 shows a localized edge-band yield loss after the September 18 ETCH-08 chamber A run.</a:t>
            </a:r>
          </a:p>
        </p:txBody>
      </p:sp>
      <p:sp>
        <p:nvSpPr>
          <p:cNvPr id="3" name="VIZ::Affected scope" descr="VisualizerSemantic:{&quot;body&quot;:&quot;Wafer WQ-7314 · route R17B · ETCH-08 / chamber A · inline metrology sample 4,812 · paired reference wafer WQ-7298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Wafer WQ-7314 · route R17B · ETCH-08 / chamber A · inline metrology sample 4,812 · paired reference wafer WQ-7298.&quot;,&quot;title&quot;:&quot;Affected scope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7748724" y="419558"/>
            <a:ext cx="3552567" cy="5130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Affected scope</a:t>
            </a:r>
          </a:p>
          <a:p>
            <a:pPr>
              <a:defRPr sz="1000"/>
            </a:pPr>
            <a:r>
              <a:t>Wafer WQ-7314 · route R17B · ETCH-08 / chamber A · inline metrology sample 4,812 · paired reference wafer WQ-7298.</a:t>
            </a:r>
          </a:p>
        </p:txBody>
      </p:sp>
      <p:sp>
        <p:nvSpPr>
          <p:cNvPr id="4" name="VIZ::Affected edge-band yield KPI" descr="VisualizerSemantic:{&quot;capability_overrides&quot;:{&quot;target&quot;:96},&quot;composition_role&quot;:&quot;hero_metric&quot;,&quot;delta&quot;:-4.2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Affected edge-band yield&quot;,&quot;type&quot;:&quot;metric&quot;,&quot;unit&quot;:&quot;%&quot;,&quot;value&quot;:91.8,&quot;weight&quot;:1,&quot;z&quot;:3,&quot;x&quot;:900.4800000000001,&quot;y&quot;:188.76,&quot;w&quot;:685.52,&quot;h&quot;:206.0}"/>
          <p:cNvSpPr/>
          <p:nvPr/>
        </p:nvSpPr>
        <p:spPr>
          <a:xfrm>
            <a:off x="6416511" y="1345038"/>
            <a:ext cx="4884779" cy="146788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edge-band yield</a:t>
            </a:r>
          </a:p>
          <a:p>
            <a:pPr>
              <a:defRPr b="1" sz="2400"/>
            </a:pPr>
            <a:r>
              <a:t>91.8%</a:t>
            </a:r>
          </a:p>
        </p:txBody>
      </p:sp>
      <p:sp>
        <p:nvSpPr>
          <p:cNvPr id="5" name="VIZ::Affected vs paired-reference yield KPI" descr="VisualizerSemantic:{&quot;after&quot;:91.8,&quot;before&quot;:98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s paired-reference yield&quot;,&quot;type&quot;:&quot;comparison&quot;,&quot;unit&quot;:&quot;%&quot;,&quot;weight&quot;:1,&quot;z&quot;:4,&quot;x&quot;:14.0,&quot;y&quot;:183.76,&quot;w&quot;:872.4800000000001,&quot;h&quot;:216.0}"/>
          <p:cNvSpPr/>
          <p:nvPr/>
        </p:nvSpPr>
        <p:spPr>
          <a:xfrm>
            <a:off x="99759" y="1309410"/>
            <a:ext cx="6216992" cy="153914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vs paired-reference yield</a:t>
            </a:r>
          </a:p>
          <a:p>
            <a:pPr>
              <a:defRPr b="1" sz="2400"/>
            </a:pPr>
            <a:r>
              <a:t>98 → 91.8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36-1&quot;,&quot;value&quot;:801.4},{&quot;label&quot;:&quot;W36-2&quot;,&quot;value&quot;:802},{&quot;label&quot;:&quot;W36-3&quot;,&quot;value&quot;:799.8},{&quot;label&quot;:&quot;W36-4&quot;,&quot;value&quot;:798.2},{&quot;label&quot;:&quot;W36-5&quot;,&quot;value&quot;:797.1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65.1264705882353,&quot;w&quot;:509.52000000000004,&quot;h&quot;:247.26705882352942}"/>
          <p:cNvGraphicFramePr>
            <a:graphicFrameLocks noGrp="1"/>
          </p:cNvGraphicFramePr>
          <p:nvPr/>
        </p:nvGraphicFramePr>
        <p:xfrm>
          <a:off x="3449388" y="3314331"/>
          <a:ext cx="3630664" cy="17619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801.4],[&quot;Reference&quot;,803.1],[&quot;Reference&quot;,800.8],[&quot;Reference&quot;,802.7],[&quot;Reference&quot;,801.9],[&quot;Reference&quot;,803.4],[&quot;Reference&quot;,800.5],[&quot;Reference&quot;,802.2],[&quot;Affected&quot;,798],[&quot;Affected&quot;,797.2],[&quot;Affected&quot;,799.1],[&quot;Affected&quot;,796.8],[&quot;Affected&quot;,798.7],[&quot;Affected&quot;,797.5],[&quot;Affected&quot;,799.3],[&quot;Affected&quot;,796.9]],&quot;dataset_id&quot;:&quot;dataset-mufvh8t7-xuoxp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thickness_nm_2&quot;,&quot;x&quot;:&quot;thickness_nm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801.4},{&quot;label&quot;:&quot;Reference&quot;,&quot;value&quot;:803.1},{&quot;label&quot;:&quot;Reference&quot;,&quot;value&quot;:800.8},{&quot;label&quot;:&quot;Reference&quot;,&quot;value&quot;:802.7},{&quot;label&quot;:&quot;Reference&quot;,&quot;value&quot;:801.9},{&quot;label&quot;:&quot;Reference&quot;,&quot;value&quot;:803.4},{&quot;label&quot;:&quot;Reference&quot;,&quot;value&quot;:800.5},{&quot;label&quot;:&quot;Reference&quot;,&quot;value&quot;:802.2},{&quot;label&quot;:&quot;Affected&quot;,&quot;value&quot;:798},{&quot;label&quot;:&quot;Affected&quot;,&quot;value&quot;:797.2},{&quot;label&quot;:&quot;Affected&quot;,&quot;value&quot;:799.1},{&quot;label&quot;:&quot;Affected&quot;,&quot;value&quot;:796.8},{&quot;label&quot;:&quot;Affected&quot;,&quot;value&quot;:798.7},{&quot;label&quot;:&quot;Affected&quot;,&quot;value&quot;:797.5},{&quot;label&quot;:&quot;Affected&quot;,&quot;value&quot;:799.3},{&quot;label&quot;:&quot;Affected&quot;,&quot;value&quot;:796.9}],&quot;observations&quot;:[{&quot;label&quot;:&quot;Reference&quot;,&quot;value&quot;:801.4},{&quot;label&quot;:&quot;Reference&quot;,&quot;value&quot;:803.1},{&quot;label&quot;:&quot;Reference&quot;,&quot;value&quot;:800.8},{&quot;label&quot;:&quot;Reference&quot;,&quot;value&quot;:802.7},{&quot;label&quot;:&quot;Reference&quot;,&quot;value&quot;:801.9},{&quot;label&quot;:&quot;Reference&quot;,&quot;value&quot;:803.4},{&quot;label&quot;:&quot;Reference&quot;,&quot;value&quot;:800.5},{&quot;label&quot;:&quot;Reference&quot;,&quot;value&quot;:802.2},{&quot;label&quot;:&quot;Affected&quot;,&quot;value&quot;:798},{&quot;label&quot;:&quot;Affected&quot;,&quot;value&quot;:797.2},{&quot;label&quot;:&quot;Affected&quot;,&quot;value&quot;:799.1},{&quot;label&quot;:&quot;Affected&quot;,&quot;value&quot;:796.8},{&quot;label&quot;:&quot;Affected&quot;,&quot;value&quot;:798.7},{&quot;label&quot;:&quot;Affected&quot;,&quot;value&quot;:797.5},{&quot;label&quot;:&quot;Affected&quot;,&quot;value&quot;:799.3},{&quot;label&quot;:&quot;Affected&quot;,&quot;value&quot;:796.9}],&quot;x&quot;:1007.5999999999999,&quot;y&quot;:478.76,&quot;w&quot;:432.32000000000005,&quot;h&quot;:220.0}"/>
          <p:cNvGraphicFramePr>
            <a:graphicFrameLocks noGrp="1"/>
          </p:cNvGraphicFramePr>
          <p:nvPr/>
        </p:nvGraphicFramePr>
        <p:xfrm>
          <a:off x="7179811" y="3411479"/>
          <a:ext cx="3080563" cy="15676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descr="VisualizerSemantic:{&quot;composition_role&quot;:&quot;narrative_interpretation&quot;,&quot;detail&quot;:&quot;Nine lower-right edge-band records average 91.8% versus a 98.0% paired-reference mean. Pressure shift begins after PM-44719; cause remains unconfirmed. Keep the lot contained through endpoint calibration and matched rerun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Signal · WQ-7314 edge-band yield is below the paired reference.&quot;,&quot;status&quot;:&quot;Needs verification&quot;,&quot;title&quot;:&quot;Verified finding&quot;,&quot;type&quot;:&quot;evidence&quot;,&quot;weight&quot;:1,&quot;z&quot;:9,&quot;x&quot;:14.0,&quot;y&quot;:751.76,&quot;w&quot;:1572.0,&quot;h&quot;:237.60000000000002}"/>
          <p:cNvSpPr/>
          <p:nvPr/>
        </p:nvSpPr>
        <p:spPr>
          <a:xfrm>
            <a:off x="99759" y="5356783"/>
            <a:ext cx="11201531" cy="16930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Verified finding</a:t>
            </a:r>
          </a:p>
          <a:p>
            <a:pPr>
              <a:defRPr sz="1000"/>
            </a:pPr>
            <a:r>
              <a:t>Signal · WQ-7314 edge-band yield is below the paired reference.</a:t>
            </a:r>
            <a:br/>
            <a:r>
              <a:t>Nine lower-right edge-band records average 91.8% versus a 98.0% paired-reference mean. Pressure shift begins after PM-44719; cause remains unconfirmed. Keep the lot contained through endpoint calibration and matched rerun.</a:t>
            </a:r>
            <a:br/>
            <a:r>
              <a:t>Needs verification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725677" y="7292112"/>
            <a:ext cx="5949695" cy="121136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24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descr="VisualizerSemantic:{&quot;composition_role&quot;:&quot;action_status&quot;,&quot;detail&quot;:&quot;Do not release the lot from one correlated pressure trace. Verify endpoint calibration and a matched chamber B rerun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WQ-7314 pending chamber requalification&quot;,&quot;status&quot;:&quot;Contain&quot;,&quot;title&quot;:&quot;Corrective action&quot;,&quot;type&quot;:&quot;project&quot;,&quot;weight&quot;:1,&quot;z&quot;:10,&quot;x&quot;:14.0,&quot;y&quot;:1540.98,&quot;w&quot;:1572.0,&quot;h&quot;:156.0}"/>
          <p:cNvSpPr/>
          <p:nvPr/>
        </p:nvSpPr>
        <p:spPr>
          <a:xfrm>
            <a:off x="99759" y="10980494"/>
            <a:ext cx="11201531" cy="11116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Corrective action</a:t>
            </a:r>
          </a:p>
          <a:p>
            <a:pPr>
              <a:defRPr sz="1000"/>
            </a:pPr>
            <a:r>
              <a:t>Contain WQ-7314 pending chamber requalification</a:t>
            </a:r>
            <a:br/>
            <a:r>
              <a:t>Do not release the lot from one correlated pressure trace. Verify endpoint calibration and a matched chamber B rerun.</a:t>
            </a:r>
            <a:br/>
            <a: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fvh6l3-bl0d00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6,&quot;value&quot;:98},{&quot;x&quot;:-3,&quot;y&quot;:-5,&quot;value&quot;:98},{&quot;x&quot;:-2,&quot;y&quot;:-5,&quot;value&quot;:98},{&quot;x&quot;:-1,&quot;y&quot;:-5,&quot;value&quot;:98},{&quot;x&quot;:0,&quot;y&quot;:-5,&quot;value&quot;:98},{&quot;x&quot;:1,&quot;y&quot;:-5,&quot;value&quot;:98},{&quot;x&quot;:2,&quot;y&quot;:-5,&quot;value&quot;:98},{&quot;x&quot;:3,&quot;y&quot;:-5,&quot;value&quot;:91.8},{&quot;x&quot;:-4,&quot;y&quot;:-4,&quot;value&quot;:98},{&quot;x&quot;:-3,&quot;y&quot;:-4,&quot;value&quot;:98},{&quot;x&quot;:-2,&quot;y&quot;:-4,&quot;value&quot;:98},{&quot;x&quot;:-1,&quot;y&quot;:-4,&quot;value&quot;:98},{&quot;x&quot;:0,&quot;y&quot;:-4,&quot;value&quot;:98},{&quot;x&quot;:1,&quot;y&quot;:-4,&quot;value&quot;:98},{&quot;x&quot;:2,&quot;y&quot;:-4,&quot;value&quot;:98},{&quot;x&quot;:3,&quot;y&quot;:-4,&quot;value&quot;:91.8},{&quot;x&quot;:4,&quot;y&quot;:-4,&quot;value&quot;:91.8},{&quot;x&quot;:-5,&quot;y&quot;:-3,&quot;value&quot;:98},{&quot;x&quot;:-4,&quot;y&quot;:-3,&quot;value&quot;:98},{&quot;x&quot;:-3,&quot;y&quot;:-3,&quot;value&quot;:98},{&quot;x&quot;:-2,&quot;y&quot;:-3,&quot;value&quot;:98},{&quot;x&quot;:-1,&quot;y&quot;:-3,&quot;value&quot;:98},{&quot;x&quot;:0,&quot;y&quot;:-3,&quot;value&quot;:98},{&quot;x&quot;:1,&quot;y&quot;:-3,&quot;value&quot;:98},{&quot;x&quot;:2,&quot;y&quot;:-3,&quot;value&quot;:98},{&quot;x&quot;:3,&quot;y&quot;:-3,&quot;value&quot;:91.8},{&quot;x&quot;:4,&quot;y&quot;:-3,&quot;value&quot;:91.8},{&quot;x&quot;:5,&quot;y&quot;:-3,&quot;value&quot;:91.8},{&quot;x&quot;:-5,&quot;y&quot;:-2,&quot;value&quot;:98},{&quot;x&quot;:-4,&quot;y&quot;:-2,&quot;value&quot;:98},{&quot;x&quot;:-3,&quot;y&quot;:-2,&quot;value&quot;:98},{&quot;x&quot;:-2,&quot;y&quot;:-2,&quot;value&quot;:98},{&quot;x&quot;:-1,&quot;y&quot;:-2,&quot;value&quot;:98},{&quot;x&quot;:0,&quot;y&quot;:-2,&quot;value&quot;:98},{&quot;x&quot;:1,&quot;y&quot;:-2,&quot;value&quot;:98},{&quot;x&quot;:2,&quot;y&quot;:-2,&quot;value&quot;:98},{&quot;x&quot;:3,&quot;y&quot;:-2,&quot;value&quot;:91.8},{&quot;x&quot;:4,&quot;y&quot;:-2,&quot;value&quot;:91.8},{&quot;x&quot;:5,&quot;y&quot;:-2,&quot;value&quot;:91.8},{&quot;x&quot;:-5,&quot;y&quot;:-1,&quot;value&quot;:98},{&quot;x&quot;:-4,&quot;y&quot;:-1,&quot;value&quot;:98},{&quot;x&quot;:-3,&quot;y&quot;:-1,&quot;value&quot;:98},{&quot;x&quot;:-2,&quot;y&quot;:-1,&quot;value&quot;:98},{&quot;x&quot;:-1,&quot;y&quot;:-1,&quot;value&quot;:98},{&quot;x&quot;:0,&quot;y&quot;:-1,&quot;value&quot;:98},{&quot;x&quot;:1,&quot;y&quot;:-1,&quot;value&quot;:98},{&quot;x&quot;:2,&quot;y&quot;:-1,&quot;value&quot;:98},{&quot;x&quot;:3,&quot;y&quot;:-1,&quot;value&quot;:98},{&quot;x&quot;:4,&quot;y&quot;:-1,&quot;value&quot;:98},{&quot;x&quot;:5,&quot;y&quot;:-1,&quot;value&quot;:98},{&quot;x&quot;:-6,&quot;y&quot;:0,&quot;value&quot;:98},{&quot;x&quot;:-5,&quot;y&quot;:0,&quot;value&quot;:98},{&quot;x&quot;:-4,&quot;y&quot;:0,&quot;value&quot;:98},{&quot;x&quot;:-3,&quot;y&quot;:0,&quot;value&quot;:98},{&quot;x&quot;:-2,&quot;y&quot;:0,&quot;value&quot;:98},{&quot;x&quot;:-1,&quot;y&quot;:0,&quot;value&quot;:98},{&quot;x&quot;:0,&quot;y&quot;:0,&quot;value&quot;:98},{&quot;x&quot;:1,&quot;y&quot;:0,&quot;value&quot;:98},{&quot;x&quot;:2,&quot;y&quot;:0,&quot;value&quot;:98},{&quot;x&quot;:3,&quot;y&quot;:0,&quot;value&quot;:98},{&quot;x&quot;:4,&quot;y&quot;:0,&quot;value&quot;:98},{&quot;x&quot;:5,&quot;y&quot;:0,&quot;value&quot;:98},{&quot;x&quot;:6,&quot;y&quot;:0,&quot;value&quot;:98},{&quot;x&quot;:-5,&quot;y&quot;:1,&quot;value&quot;:98},{&quot;x&quot;:-4,&quot;y&quot;:1,&quot;value&quot;:98},{&quot;x&quot;:-3,&quot;y&quot;:1,&quot;value&quot;:98},{&quot;x&quot;:-2,&quot;y&quot;:1,&quot;value&quot;:98},{&quot;x&quot;:-1,&quot;y&quot;:1,&quot;value&quot;:98},{&quot;x&quot;:0,&quot;y&quot;:1,&quot;value&quot;:98},{&quot;x&quot;:1,&quot;y&quot;:1,&quot;value&quot;:98},{&quot;x&quot;:2,&quot;y&quot;:1,&quot;value&quot;:98},{&quot;x&quot;:3,&quot;y&quot;:1,&quot;value&quot;:98},{&quot;x&quot;:4,&quot;y&quot;:1,&quot;value&quot;:98},{&quot;x&quot;:5,&quot;y&quot;:1,&quot;value&quot;:98},{&quot;x&quot;:-5,&quot;y&quot;:2,&quot;value&quot;:98},{&quot;x&quot;:-4,&quot;y&quot;:2,&quot;value&quot;:98},{&quot;x&quot;:-3,&quot;y&quot;:2,&quot;value&quot;:98},{&quot;x&quot;:-2,&quot;y&quot;:2,&quot;value&quot;:98},{&quot;x&quot;:-1,&quot;y&quot;:2,&quot;value&quot;:98},{&quot;x&quot;:0,&quot;y&quot;:2,&quot;value&quot;:98},{&quot;x&quot;:1,&quot;y&quot;:2,&quot;value&quot;:98},{&quot;x&quot;:2,&quot;y&quot;:2,&quot;value&quot;:98},{&quot;x&quot;:3,&quot;y&quot;:2,&quot;value&quot;:98},{&quot;x&quot;:4,&quot;y&quot;:2,&quot;value&quot;:98},{&quot;x&quot;:5,&quot;y&quot;:2,&quot;value&quot;:98},{&quot;x&quot;:-5,&quot;y&quot;:3,&quot;value&quot;:98},{&quot;x&quot;:-4,&quot;y&quot;:3,&quot;value&quot;:98},{&quot;x&quot;:-3,&quot;y&quot;:3,&quot;value&quot;:98},{&quot;x&quot;:-2,&quot;y&quot;:3,&quot;value&quot;:98},{&quot;x&quot;:-1,&quot;y&quot;:3,&quot;value&quot;:98},{&quot;x&quot;:0,&quot;y&quot;:3,&quot;value&quot;:98},{&quot;x&quot;:1,&quot;y&quot;:3,&quot;value&quot;:98},{&quot;x&quot;:2,&quot;y&quot;:3,&quot;value&quot;:98},{&quot;x&quot;:3,&quot;y&quot;:3,&quot;value&quot;:98},{&quot;x&quot;:4,&quot;y&quot;:3,&quot;value&quot;:98},{&quot;x&quot;:5,&quot;y&quot;:3,&quot;value&quot;:98},{&quot;x&quot;:-4,&quot;y&quot;:4,&quot;value&quot;:98},{&quot;x&quot;:-3,&quot;y&quot;:4,&quot;value&quot;:98},{&quot;x&quot;:-2,&quot;y&quot;:4,&quot;value&quot;:98},{&quot;x&quot;:-1,&quot;y&quot;:4,&quot;value&quot;:98},{&quot;x&quot;:0,&quot;y&quot;:4,&quot;value&quot;:98},{&quot;x&quot;:1,&quot;y&quot;:4,&quot;value&quot;:98},{&quot;x&quot;:2,&quot;y&quot;:4,&quot;value&quot;:98},{&quot;x&quot;:3,&quot;y&quot;:4,&quot;value&quot;:98},{&quot;x&quot;:4,&quot;y&quot;:4,&quot;value&quot;:98},{&quot;x&quot;:-3,&quot;y&quot;:5,&quot;value&quot;:98},{&quot;x&quot;:-2,&quot;y&quot;:5,&quot;value&quot;:98},{&quot;x&quot;:-1,&quot;y&quot;:5,&quot;value&quot;:98},{&quot;x&quot;:0,&quot;y&quot;:5,&quot;value&quot;:98},{&quot;x&quot;:1,&quot;y&quot;:5,&quot;value&quot;:98},{&quot;x&quot;:2,&quot;y&quot;:5,&quot;value&quot;:98},{&quot;x&quot;:3,&quot;y&quot;:5,&quot;value&quot;:98},{&quot;x&quot;:0,&quot;y&quot;:6,&quot;value&quot;:9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33.76,&quot;w&quot;:310.0,&quot;h&quot;:310.0}"/>
          <p:cNvSpPr/>
          <p:nvPr/>
        </p:nvSpPr>
        <p:spPr>
          <a:xfrm>
            <a:off x="1140675" y="3090824"/>
            <a:ext cx="2208953" cy="220895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229033" y="3173120"/>
            <a:ext cx="20322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229033" y="3429152"/>
            <a:ext cx="2032236" cy="35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113 observations · 0 missing · Value 91.8 to 98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79049" y="3901342"/>
            <a:ext cx="932204" cy="932204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99431" y="3897685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123964" y="3755038"/>
            <a:ext cx="65254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6,&quot;value&quot;:98,&quot;delta&quot;:null,&quot;reference_value&quot;:null,&quot;affected_value&quot;:null}"/>
          <p:cNvSpPr/>
          <p:nvPr/>
        </p:nvSpPr>
        <p:spPr>
          <a:xfrm>
            <a:off x="2210193" y="474825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5,&quot;value&quot;:98,&quot;delta&quot;:null,&quot;reference_value&quot;:null,&quot;affected_value&quot;:null}"/>
          <p:cNvSpPr/>
          <p:nvPr/>
        </p:nvSpPr>
        <p:spPr>
          <a:xfrm>
            <a:off x="2002312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5,&quot;value&quot;:98,&quot;delta&quot;:null,&quot;reference_value&quot;:null,&quot;affected_value&quot;:null}"/>
          <p:cNvSpPr/>
          <p:nvPr/>
        </p:nvSpPr>
        <p:spPr>
          <a:xfrm>
            <a:off x="2071606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5,&quot;value&quot;:98,&quot;delta&quot;:null,&quot;reference_value&quot;:null,&quot;affected_value&quot;:null}"/>
          <p:cNvSpPr/>
          <p:nvPr/>
        </p:nvSpPr>
        <p:spPr>
          <a:xfrm>
            <a:off x="2140899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5,&quot;value&quot;:98,&quot;delta&quot;:null,&quot;reference_value&quot;:null,&quot;affected_value&quot;:null}"/>
          <p:cNvSpPr/>
          <p:nvPr/>
        </p:nvSpPr>
        <p:spPr>
          <a:xfrm>
            <a:off x="2210193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5,&quot;value&quot;:98,&quot;delta&quot;:null,&quot;reference_value&quot;:null,&quot;affected_value&quot;:null}"/>
          <p:cNvSpPr/>
          <p:nvPr/>
        </p:nvSpPr>
        <p:spPr>
          <a:xfrm>
            <a:off x="2279487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5,&quot;value&quot;:98,&quot;delta&quot;:null,&quot;reference_value&quot;:null,&quot;affected_value&quot;:null}"/>
          <p:cNvSpPr/>
          <p:nvPr/>
        </p:nvSpPr>
        <p:spPr>
          <a:xfrm>
            <a:off x="2348781" y="4678956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5,&quot;value&quot;:91.8,&quot;delta&quot;:null,&quot;reference_value&quot;:null,&quot;affected_value&quot;:null}"/>
          <p:cNvSpPr/>
          <p:nvPr/>
        </p:nvSpPr>
        <p:spPr>
          <a:xfrm>
            <a:off x="2418075" y="4678956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4,&quot;value&quot;:98,&quot;delta&quot;:null,&quot;reference_value&quot;:null,&quot;affected_value&quot;:null}"/>
          <p:cNvSpPr/>
          <p:nvPr/>
        </p:nvSpPr>
        <p:spPr>
          <a:xfrm>
            <a:off x="1933018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4,&quot;value&quot;:98,&quot;delta&quot;:null,&quot;reference_value&quot;:null,&quot;affected_value&quot;:null}"/>
          <p:cNvSpPr/>
          <p:nvPr/>
        </p:nvSpPr>
        <p:spPr>
          <a:xfrm>
            <a:off x="2002312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4,&quot;value&quot;:98,&quot;delta&quot;:null,&quot;reference_value&quot;:null,&quot;affected_value&quot;:null}"/>
          <p:cNvSpPr/>
          <p:nvPr/>
        </p:nvSpPr>
        <p:spPr>
          <a:xfrm>
            <a:off x="2071606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4,&quot;value&quot;:98,&quot;delta&quot;:null,&quot;reference_value&quot;:null,&quot;affected_value&quot;:null}"/>
          <p:cNvSpPr/>
          <p:nvPr/>
        </p:nvSpPr>
        <p:spPr>
          <a:xfrm>
            <a:off x="2140899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4,&quot;value&quot;:98,&quot;delta&quot;:null,&quot;reference_value&quot;:null,&quot;affected_value&quot;:null}"/>
          <p:cNvSpPr/>
          <p:nvPr/>
        </p:nvSpPr>
        <p:spPr>
          <a:xfrm>
            <a:off x="2210193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4,&quot;value&quot;:98,&quot;delta&quot;:null,&quot;reference_value&quot;:null,&quot;affected_value&quot;:null}"/>
          <p:cNvSpPr/>
          <p:nvPr/>
        </p:nvSpPr>
        <p:spPr>
          <a:xfrm>
            <a:off x="2279487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4,&quot;value&quot;:98,&quot;delta&quot;:null,&quot;reference_value&quot;:null,&quot;affected_value&quot;:null}"/>
          <p:cNvSpPr/>
          <p:nvPr/>
        </p:nvSpPr>
        <p:spPr>
          <a:xfrm>
            <a:off x="2348781" y="4609662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4,&quot;value&quot;:91.8,&quot;delta&quot;:null,&quot;reference_value&quot;:null,&quot;affected_value&quot;:null}"/>
          <p:cNvSpPr/>
          <p:nvPr/>
        </p:nvSpPr>
        <p:spPr>
          <a:xfrm>
            <a:off x="2418075" y="4609662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4,&quot;value&quot;:91.8,&quot;delta&quot;:null,&quot;reference_value&quot;:null,&quot;affected_value&quot;:null}"/>
          <p:cNvSpPr/>
          <p:nvPr/>
        </p:nvSpPr>
        <p:spPr>
          <a:xfrm>
            <a:off x="2487369" y="4609662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5,&quot;y&quot;:-3,&quot;value&quot;:98,&quot;delta&quot;:null,&quot;reference_value&quot;:null,&quot;affected_value&quot;:null}"/>
          <p:cNvSpPr/>
          <p:nvPr/>
        </p:nvSpPr>
        <p:spPr>
          <a:xfrm>
            <a:off x="1863724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4,&quot;y&quot;:-3,&quot;value&quot;:98,&quot;delta&quot;:null,&quot;reference_value&quot;:null,&quot;affected_value&quot;:null}"/>
          <p:cNvSpPr/>
          <p:nvPr/>
        </p:nvSpPr>
        <p:spPr>
          <a:xfrm>
            <a:off x="1933018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3,&quot;y&quot;:-3,&quot;value&quot;:98,&quot;delta&quot;:null,&quot;reference_value&quot;:null,&quot;affected_value&quot;:null}"/>
          <p:cNvSpPr/>
          <p:nvPr/>
        </p:nvSpPr>
        <p:spPr>
          <a:xfrm>
            <a:off x="2002312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2,&quot;y&quot;:-3,&quot;value&quot;:98,&quot;delta&quot;:null,&quot;reference_value&quot;:null,&quot;affected_value&quot;:null}"/>
          <p:cNvSpPr/>
          <p:nvPr/>
        </p:nvSpPr>
        <p:spPr>
          <a:xfrm>
            <a:off x="2071606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-1,&quot;y&quot;:-3,&quot;value&quot;:98,&quot;delta&quot;:null,&quot;reference_value&quot;:null,&quot;affected_value&quot;:null}"/>
          <p:cNvSpPr/>
          <p:nvPr/>
        </p:nvSpPr>
        <p:spPr>
          <a:xfrm>
            <a:off x="2140899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0,&quot;y&quot;:-3,&quot;value&quot;:98,&quot;delta&quot;:null,&quot;reference_value&quot;:null,&quot;affected_value&quot;:null}"/>
          <p:cNvSpPr/>
          <p:nvPr/>
        </p:nvSpPr>
        <p:spPr>
          <a:xfrm>
            <a:off x="2210193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1,&quot;y&quot;:-3,&quot;value&quot;:98,&quot;delta&quot;:null,&quot;reference_value&quot;:null,&quot;affected_value&quot;:null}"/>
          <p:cNvSpPr/>
          <p:nvPr/>
        </p:nvSpPr>
        <p:spPr>
          <a:xfrm>
            <a:off x="2279487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2,&quot;y&quot;:-3,&quot;value&quot;:98,&quot;delta&quot;:null,&quot;reference_value&quot;:null,&quot;affected_value&quot;:null}"/>
          <p:cNvSpPr/>
          <p:nvPr/>
        </p:nvSpPr>
        <p:spPr>
          <a:xfrm>
            <a:off x="2348781" y="4540368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3,&quot;y&quot;:-3,&quot;value&quot;:91.8,&quot;delta&quot;:null,&quot;reference_value&quot;:null,&quot;affected_value&quot;:null}"/>
          <p:cNvSpPr/>
          <p:nvPr/>
        </p:nvSpPr>
        <p:spPr>
          <a:xfrm>
            <a:off x="2418075" y="4540368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4,&quot;y&quot;:-3,&quot;value&quot;:91.8,&quot;delta&quot;:null,&quot;reference_value&quot;:null,&quot;affected_value&quot;:null}"/>
          <p:cNvSpPr/>
          <p:nvPr/>
        </p:nvSpPr>
        <p:spPr>
          <a:xfrm>
            <a:off x="2487369" y="4540368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5,&quot;y&quot;:-3,&quot;value&quot;:91.8,&quot;delta&quot;:null,&quot;reference_value&quot;:null,&quot;affected_value&quot;:null}"/>
          <p:cNvSpPr/>
          <p:nvPr/>
        </p:nvSpPr>
        <p:spPr>
          <a:xfrm>
            <a:off x="2556663" y="4540368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5,&quot;y&quot;:-2,&quot;value&quot;:98,&quot;delta&quot;:null,&quot;reference_value&quot;:null,&quot;affected_value&quot;:null}"/>
          <p:cNvSpPr/>
          <p:nvPr/>
        </p:nvSpPr>
        <p:spPr>
          <a:xfrm>
            <a:off x="1863724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4,&quot;y&quot;:-2,&quot;value&quot;:98,&quot;delta&quot;:null,&quot;reference_value&quot;:null,&quot;affected_value&quot;:null}"/>
          <p:cNvSpPr/>
          <p:nvPr/>
        </p:nvSpPr>
        <p:spPr>
          <a:xfrm>
            <a:off x="1933018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-3,&quot;y&quot;:-2,&quot;value&quot;:98,&quot;delta&quot;:null,&quot;reference_value&quot;:null,&quot;affected_value&quot;:null}"/>
          <p:cNvSpPr/>
          <p:nvPr/>
        </p:nvSpPr>
        <p:spPr>
          <a:xfrm>
            <a:off x="2002312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-2,&quot;y&quot;:-2,&quot;value&quot;:98,&quot;delta&quot;:null,&quot;reference_value&quot;:null,&quot;affected_value&quot;:null}"/>
          <p:cNvSpPr/>
          <p:nvPr/>
        </p:nvSpPr>
        <p:spPr>
          <a:xfrm>
            <a:off x="2071606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-1,&quot;y&quot;:-2,&quot;value&quot;:98,&quot;delta&quot;:null,&quot;reference_value&quot;:null,&quot;affected_value&quot;:null}"/>
          <p:cNvSpPr/>
          <p:nvPr/>
        </p:nvSpPr>
        <p:spPr>
          <a:xfrm>
            <a:off x="2140899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0,&quot;y&quot;:-2,&quot;value&quot;:98,&quot;delta&quot;:null,&quot;reference_value&quot;:null,&quot;affected_value&quot;:null}"/>
          <p:cNvSpPr/>
          <p:nvPr/>
        </p:nvSpPr>
        <p:spPr>
          <a:xfrm>
            <a:off x="2210193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1,&quot;y&quot;:-2,&quot;value&quot;:98,&quot;delta&quot;:null,&quot;reference_value&quot;:null,&quot;affected_value&quot;:null}"/>
          <p:cNvSpPr/>
          <p:nvPr/>
        </p:nvSpPr>
        <p:spPr>
          <a:xfrm>
            <a:off x="2279487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2,&quot;y&quot;:-2,&quot;value&quot;:98,&quot;delta&quot;:null,&quot;reference_value&quot;:null,&quot;affected_value&quot;:null}"/>
          <p:cNvSpPr/>
          <p:nvPr/>
        </p:nvSpPr>
        <p:spPr>
          <a:xfrm>
            <a:off x="2348781" y="447107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3,&quot;y&quot;:-2,&quot;value&quot;:91.8,&quot;delta&quot;:null,&quot;reference_value&quot;:null,&quot;affected_value&quot;:null}"/>
          <p:cNvSpPr/>
          <p:nvPr/>
        </p:nvSpPr>
        <p:spPr>
          <a:xfrm>
            <a:off x="2418075" y="4471074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4,&quot;y&quot;:-2,&quot;value&quot;:91.8,&quot;delta&quot;:null,&quot;reference_value&quot;:null,&quot;affected_value&quot;:null}"/>
          <p:cNvSpPr/>
          <p:nvPr/>
        </p:nvSpPr>
        <p:spPr>
          <a:xfrm>
            <a:off x="2487369" y="4471074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5,&quot;y&quot;:-2,&quot;value&quot;:91.8,&quot;delta&quot;:null,&quot;reference_value&quot;:null,&quot;affected_value&quot;:null}"/>
          <p:cNvSpPr/>
          <p:nvPr/>
        </p:nvSpPr>
        <p:spPr>
          <a:xfrm>
            <a:off x="2556663" y="4471074"/>
            <a:ext cx="69915" cy="69915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5,&quot;y&quot;:-1,&quot;value&quot;:98,&quot;delta&quot;:null,&quot;reference_value&quot;:null,&quot;affected_value&quot;:null}"/>
          <p:cNvSpPr/>
          <p:nvPr/>
        </p:nvSpPr>
        <p:spPr>
          <a:xfrm>
            <a:off x="1863724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-4,&quot;y&quot;:-1,&quot;value&quot;:98,&quot;delta&quot;:null,&quot;reference_value&quot;:null,&quot;affected_value&quot;:null}"/>
          <p:cNvSpPr/>
          <p:nvPr/>
        </p:nvSpPr>
        <p:spPr>
          <a:xfrm>
            <a:off x="1933018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-3,&quot;y&quot;:-1,&quot;value&quot;:98,&quot;delta&quot;:null,&quot;reference_value&quot;:null,&quot;affected_value&quot;:null}"/>
          <p:cNvSpPr/>
          <p:nvPr/>
        </p:nvSpPr>
        <p:spPr>
          <a:xfrm>
            <a:off x="2002312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-2,&quot;y&quot;:-1,&quot;value&quot;:98,&quot;delta&quot;:null,&quot;reference_value&quot;:null,&quot;affected_value&quot;:null}"/>
          <p:cNvSpPr/>
          <p:nvPr/>
        </p:nvSpPr>
        <p:spPr>
          <a:xfrm>
            <a:off x="2071606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-1,&quot;y&quot;:-1,&quot;value&quot;:98,&quot;delta&quot;:null,&quot;reference_value&quot;:null,&quot;affected_value&quot;:null}"/>
          <p:cNvSpPr/>
          <p:nvPr/>
        </p:nvSpPr>
        <p:spPr>
          <a:xfrm>
            <a:off x="2140899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0,&quot;y&quot;:-1,&quot;value&quot;:98,&quot;delta&quot;:null,&quot;reference_value&quot;:null,&quot;affected_value&quot;:null}"/>
          <p:cNvSpPr/>
          <p:nvPr/>
        </p:nvSpPr>
        <p:spPr>
          <a:xfrm>
            <a:off x="2210193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1,&quot;y&quot;:-1,&quot;value&quot;:98,&quot;delta&quot;:null,&quot;reference_value&quot;:null,&quot;affected_value&quot;:null}"/>
          <p:cNvSpPr/>
          <p:nvPr/>
        </p:nvSpPr>
        <p:spPr>
          <a:xfrm>
            <a:off x="2279487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2,&quot;y&quot;:-1,&quot;value&quot;:98,&quot;delta&quot;:null,&quot;reference_value&quot;:null,&quot;affected_value&quot;:null}"/>
          <p:cNvSpPr/>
          <p:nvPr/>
        </p:nvSpPr>
        <p:spPr>
          <a:xfrm>
            <a:off x="2348781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3,&quot;y&quot;:-1,&quot;value&quot;:98,&quot;delta&quot;:null,&quot;reference_value&quot;:null,&quot;affected_value&quot;:null}"/>
          <p:cNvSpPr/>
          <p:nvPr/>
        </p:nvSpPr>
        <p:spPr>
          <a:xfrm>
            <a:off x="2418075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4,&quot;y&quot;:-1,&quot;value&quot;:98,&quot;delta&quot;:null,&quot;reference_value&quot;:null,&quot;affected_value&quot;:null}"/>
          <p:cNvSpPr/>
          <p:nvPr/>
        </p:nvSpPr>
        <p:spPr>
          <a:xfrm>
            <a:off x="2487369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5,&quot;y&quot;:-1,&quot;value&quot;:98,&quot;delta&quot;:null,&quot;reference_value&quot;:null,&quot;affected_value&quot;:null}"/>
          <p:cNvSpPr/>
          <p:nvPr/>
        </p:nvSpPr>
        <p:spPr>
          <a:xfrm>
            <a:off x="2556663" y="4401780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-6,&quot;y&quot;:0,&quot;value&quot;:98,&quot;delta&quot;:null,&quot;reference_value&quot;:null,&quot;affected_value&quot;:null}"/>
          <p:cNvSpPr/>
          <p:nvPr/>
        </p:nvSpPr>
        <p:spPr>
          <a:xfrm>
            <a:off x="1794430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-5,&quot;y&quot;:0,&quot;value&quot;:98,&quot;delta&quot;:null,&quot;reference_value&quot;:null,&quot;affected_value&quot;:null}"/>
          <p:cNvSpPr/>
          <p:nvPr/>
        </p:nvSpPr>
        <p:spPr>
          <a:xfrm>
            <a:off x="1863724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-4,&quot;y&quot;:0,&quot;value&quot;:98,&quot;delta&quot;:null,&quot;reference_value&quot;:null,&quot;affected_value&quot;:null}"/>
          <p:cNvSpPr/>
          <p:nvPr/>
        </p:nvSpPr>
        <p:spPr>
          <a:xfrm>
            <a:off x="1933018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-3,&quot;y&quot;:0,&quot;value&quot;:98,&quot;delta&quot;:null,&quot;reference_value&quot;:null,&quot;affected_value&quot;:null}"/>
          <p:cNvSpPr/>
          <p:nvPr/>
        </p:nvSpPr>
        <p:spPr>
          <a:xfrm>
            <a:off x="2002312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-2,&quot;y&quot;:0,&quot;value&quot;:98,&quot;delta&quot;:null,&quot;reference_value&quot;:null,&quot;affected_value&quot;:null}"/>
          <p:cNvSpPr/>
          <p:nvPr/>
        </p:nvSpPr>
        <p:spPr>
          <a:xfrm>
            <a:off x="2071606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1,&quot;y&quot;:0,&quot;value&quot;:98,&quot;delta&quot;:null,&quot;reference_value&quot;:null,&quot;affected_value&quot;:null}"/>
          <p:cNvSpPr/>
          <p:nvPr/>
        </p:nvSpPr>
        <p:spPr>
          <a:xfrm>
            <a:off x="2140899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0,&quot;y&quot;:0,&quot;value&quot;:98,&quot;delta&quot;:null,&quot;reference_value&quot;:null,&quot;affected_value&quot;:null}"/>
          <p:cNvSpPr/>
          <p:nvPr/>
        </p:nvSpPr>
        <p:spPr>
          <a:xfrm>
            <a:off x="2210193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1,&quot;y&quot;:0,&quot;value&quot;:98,&quot;delta&quot;:null,&quot;reference_value&quot;:null,&quot;affected_value&quot;:null}"/>
          <p:cNvSpPr/>
          <p:nvPr/>
        </p:nvSpPr>
        <p:spPr>
          <a:xfrm>
            <a:off x="2279487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2,&quot;y&quot;:0,&quot;value&quot;:98,&quot;delta&quot;:null,&quot;reference_value&quot;:null,&quot;affected_value&quot;:null}"/>
          <p:cNvSpPr/>
          <p:nvPr/>
        </p:nvSpPr>
        <p:spPr>
          <a:xfrm>
            <a:off x="2348781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3,&quot;y&quot;:0,&quot;value&quot;:98,&quot;delta&quot;:null,&quot;reference_value&quot;:null,&quot;affected_value&quot;:null}"/>
          <p:cNvSpPr/>
          <p:nvPr/>
        </p:nvSpPr>
        <p:spPr>
          <a:xfrm>
            <a:off x="2418075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4,&quot;y&quot;:0,&quot;value&quot;:98,&quot;delta&quot;:null,&quot;reference_value&quot;:null,&quot;affected_value&quot;:null}"/>
          <p:cNvSpPr/>
          <p:nvPr/>
        </p:nvSpPr>
        <p:spPr>
          <a:xfrm>
            <a:off x="2487369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5,&quot;y&quot;:0,&quot;value&quot;:98,&quot;delta&quot;:null,&quot;reference_value&quot;:null,&quot;affected_value&quot;:null}"/>
          <p:cNvSpPr/>
          <p:nvPr/>
        </p:nvSpPr>
        <p:spPr>
          <a:xfrm>
            <a:off x="2556663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6,&quot;y&quot;:0,&quot;value&quot;:98,&quot;delta&quot;:null,&quot;reference_value&quot;:null,&quot;affected_value&quot;:null}"/>
          <p:cNvSpPr/>
          <p:nvPr/>
        </p:nvSpPr>
        <p:spPr>
          <a:xfrm>
            <a:off x="2625956" y="433248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-5,&quot;y&quot;:1,&quot;value&quot;:98,&quot;delta&quot;:null,&quot;reference_value&quot;:null,&quot;affected_value&quot;:null}"/>
          <p:cNvSpPr/>
          <p:nvPr/>
        </p:nvSpPr>
        <p:spPr>
          <a:xfrm>
            <a:off x="1863724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1,&quot;value&quot;:98,&quot;delta&quot;:null,&quot;reference_value&quot;:null,&quot;affected_value&quot;:null}"/>
          <p:cNvSpPr/>
          <p:nvPr/>
        </p:nvSpPr>
        <p:spPr>
          <a:xfrm>
            <a:off x="1933018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1,&quot;value&quot;:98,&quot;delta&quot;:null,&quot;reference_value&quot;:null,&quot;affected_value&quot;:null}"/>
          <p:cNvSpPr/>
          <p:nvPr/>
        </p:nvSpPr>
        <p:spPr>
          <a:xfrm>
            <a:off x="2002312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1,&quot;value&quot;:98,&quot;delta&quot;:null,&quot;reference_value&quot;:null,&quot;affected_value&quot;:null}"/>
          <p:cNvSpPr/>
          <p:nvPr/>
        </p:nvSpPr>
        <p:spPr>
          <a:xfrm>
            <a:off x="2071606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1,&quot;value&quot;:98,&quot;delta&quot;:null,&quot;reference_value&quot;:null,&quot;affected_value&quot;:null}"/>
          <p:cNvSpPr/>
          <p:nvPr/>
        </p:nvSpPr>
        <p:spPr>
          <a:xfrm>
            <a:off x="2140899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1,&quot;value&quot;:98,&quot;delta&quot;:null,&quot;reference_value&quot;:null,&quot;affected_value&quot;:null}"/>
          <p:cNvSpPr/>
          <p:nvPr/>
        </p:nvSpPr>
        <p:spPr>
          <a:xfrm>
            <a:off x="2210193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1,&quot;value&quot;:98,&quot;delta&quot;:null,&quot;reference_value&quot;:null,&quot;affected_value&quot;:null}"/>
          <p:cNvSpPr/>
          <p:nvPr/>
        </p:nvSpPr>
        <p:spPr>
          <a:xfrm>
            <a:off x="2279487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1,&quot;value&quot;:98,&quot;delta&quot;:null,&quot;reference_value&quot;:null,&quot;affected_value&quot;:null}"/>
          <p:cNvSpPr/>
          <p:nvPr/>
        </p:nvSpPr>
        <p:spPr>
          <a:xfrm>
            <a:off x="2348781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1,&quot;value&quot;:98,&quot;delta&quot;:null,&quot;reference_value&quot;:null,&quot;affected_value&quot;:null}"/>
          <p:cNvSpPr/>
          <p:nvPr/>
        </p:nvSpPr>
        <p:spPr>
          <a:xfrm>
            <a:off x="2418075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1,&quot;value&quot;:98,&quot;delta&quot;:null,&quot;reference_value&quot;:null,&quot;affected_value&quot;:null}"/>
          <p:cNvSpPr/>
          <p:nvPr/>
        </p:nvSpPr>
        <p:spPr>
          <a:xfrm>
            <a:off x="2487369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5,&quot;y&quot;:1,&quot;value&quot;:98,&quot;delta&quot;:null,&quot;reference_value&quot;:null,&quot;affected_value&quot;:null}"/>
          <p:cNvSpPr/>
          <p:nvPr/>
        </p:nvSpPr>
        <p:spPr>
          <a:xfrm>
            <a:off x="2556663" y="4263193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5,&quot;y&quot;:2,&quot;value&quot;:98,&quot;delta&quot;:null,&quot;reference_value&quot;:null,&quot;affected_value&quot;:null}"/>
          <p:cNvSpPr/>
          <p:nvPr/>
        </p:nvSpPr>
        <p:spPr>
          <a:xfrm>
            <a:off x="1863724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4,&quot;y&quot;:2,&quot;value&quot;:98,&quot;delta&quot;:null,&quot;reference_value&quot;:null,&quot;affected_value&quot;:null}"/>
          <p:cNvSpPr/>
          <p:nvPr/>
        </p:nvSpPr>
        <p:spPr>
          <a:xfrm>
            <a:off x="1933018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-3,&quot;y&quot;:2,&quot;value&quot;:98,&quot;delta&quot;:null,&quot;reference_value&quot;:null,&quot;affected_value&quot;:null}"/>
          <p:cNvSpPr/>
          <p:nvPr/>
        </p:nvSpPr>
        <p:spPr>
          <a:xfrm>
            <a:off x="2002312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-2,&quot;y&quot;:2,&quot;value&quot;:98,&quot;delta&quot;:null,&quot;reference_value&quot;:null,&quot;affected_value&quot;:null}"/>
          <p:cNvSpPr/>
          <p:nvPr/>
        </p:nvSpPr>
        <p:spPr>
          <a:xfrm>
            <a:off x="2071606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-1,&quot;y&quot;:2,&quot;value&quot;:98,&quot;delta&quot;:null,&quot;reference_value&quot;:null,&quot;affected_value&quot;:null}"/>
          <p:cNvSpPr/>
          <p:nvPr/>
        </p:nvSpPr>
        <p:spPr>
          <a:xfrm>
            <a:off x="2140899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0,&quot;y&quot;:2,&quot;value&quot;:98,&quot;delta&quot;:null,&quot;reference_value&quot;:null,&quot;affected_value&quot;:null}"/>
          <p:cNvSpPr/>
          <p:nvPr/>
        </p:nvSpPr>
        <p:spPr>
          <a:xfrm>
            <a:off x="2210193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1,&quot;y&quot;:2,&quot;value&quot;:98,&quot;delta&quot;:null,&quot;reference_value&quot;:null,&quot;affected_value&quot;:null}"/>
          <p:cNvSpPr/>
          <p:nvPr/>
        </p:nvSpPr>
        <p:spPr>
          <a:xfrm>
            <a:off x="2279487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die-82" descr="VisualizerSemanticDie:{&quot;index&quot;:81,&quot;x&quot;:2,&quot;y&quot;:2,&quot;value&quot;:98,&quot;delta&quot;:null,&quot;reference_value&quot;:null,&quot;affected_value&quot;:null}"/>
          <p:cNvSpPr/>
          <p:nvPr/>
        </p:nvSpPr>
        <p:spPr>
          <a:xfrm>
            <a:off x="2348781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VIZ::Affected die yield::die-83" descr="VisualizerSemanticDie:{&quot;index&quot;:82,&quot;x&quot;:3,&quot;y&quot;:2,&quot;value&quot;:98,&quot;delta&quot;:null,&quot;reference_value&quot;:null,&quot;affected_value&quot;:null}"/>
          <p:cNvSpPr/>
          <p:nvPr/>
        </p:nvSpPr>
        <p:spPr>
          <a:xfrm>
            <a:off x="2418075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die-84" descr="VisualizerSemanticDie:{&quot;index&quot;:83,&quot;x&quot;:4,&quot;y&quot;:2,&quot;value&quot;:98,&quot;delta&quot;:null,&quot;reference_value&quot;:null,&quot;affected_value&quot;:null}"/>
          <p:cNvSpPr/>
          <p:nvPr/>
        </p:nvSpPr>
        <p:spPr>
          <a:xfrm>
            <a:off x="2487369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die-85" descr="VisualizerSemanticDie:{&quot;index&quot;:84,&quot;x&quot;:5,&quot;y&quot;:2,&quot;value&quot;:98,&quot;delta&quot;:null,&quot;reference_value&quot;:null,&quot;affected_value&quot;:null}"/>
          <p:cNvSpPr/>
          <p:nvPr/>
        </p:nvSpPr>
        <p:spPr>
          <a:xfrm>
            <a:off x="2556663" y="4193899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die-86" descr="VisualizerSemanticDie:{&quot;index&quot;:85,&quot;x&quot;:-5,&quot;y&quot;:3,&quot;value&quot;:98,&quot;delta&quot;:null,&quot;reference_value&quot;:null,&quot;affected_value&quot;:null}"/>
          <p:cNvSpPr/>
          <p:nvPr/>
        </p:nvSpPr>
        <p:spPr>
          <a:xfrm>
            <a:off x="1863724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die-87" descr="VisualizerSemanticDie:{&quot;index&quot;:86,&quot;x&quot;:-4,&quot;y&quot;:3,&quot;value&quot;:98,&quot;delta&quot;:null,&quot;reference_value&quot;:null,&quot;affected_value&quot;:null}"/>
          <p:cNvSpPr/>
          <p:nvPr/>
        </p:nvSpPr>
        <p:spPr>
          <a:xfrm>
            <a:off x="1933018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die-88" descr="VisualizerSemanticDie:{&quot;index&quot;:87,&quot;x&quot;:-3,&quot;y&quot;:3,&quot;value&quot;:98,&quot;delta&quot;:null,&quot;reference_value&quot;:null,&quot;affected_value&quot;:null}"/>
          <p:cNvSpPr/>
          <p:nvPr/>
        </p:nvSpPr>
        <p:spPr>
          <a:xfrm>
            <a:off x="2002312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die-89" descr="VisualizerSemanticDie:{&quot;index&quot;:88,&quot;x&quot;:-2,&quot;y&quot;:3,&quot;value&quot;:98,&quot;delta&quot;:null,&quot;reference_value&quot;:null,&quot;affected_value&quot;:null}"/>
          <p:cNvSpPr/>
          <p:nvPr/>
        </p:nvSpPr>
        <p:spPr>
          <a:xfrm>
            <a:off x="2071606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die-90" descr="VisualizerSemanticDie:{&quot;index&quot;:89,&quot;x&quot;:-1,&quot;y&quot;:3,&quot;value&quot;:98,&quot;delta&quot;:null,&quot;reference_value&quot;:null,&quot;affected_value&quot;:null}"/>
          <p:cNvSpPr/>
          <p:nvPr/>
        </p:nvSpPr>
        <p:spPr>
          <a:xfrm>
            <a:off x="2140899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die-91" descr="VisualizerSemanticDie:{&quot;index&quot;:90,&quot;x&quot;:0,&quot;y&quot;:3,&quot;value&quot;:98,&quot;delta&quot;:null,&quot;reference_value&quot;:null,&quot;affected_value&quot;:null}"/>
          <p:cNvSpPr/>
          <p:nvPr/>
        </p:nvSpPr>
        <p:spPr>
          <a:xfrm>
            <a:off x="2210193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die-92" descr="VisualizerSemanticDie:{&quot;index&quot;:91,&quot;x&quot;:1,&quot;y&quot;:3,&quot;value&quot;:98,&quot;delta&quot;:null,&quot;reference_value&quot;:null,&quot;affected_value&quot;:null}"/>
          <p:cNvSpPr/>
          <p:nvPr/>
        </p:nvSpPr>
        <p:spPr>
          <a:xfrm>
            <a:off x="2279487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Z::Affected die yield::die-93" descr="VisualizerSemanticDie:{&quot;index&quot;:92,&quot;x&quot;:2,&quot;y&quot;:3,&quot;value&quot;:98,&quot;delta&quot;:null,&quot;reference_value&quot;:null,&quot;affected_value&quot;:null}"/>
          <p:cNvSpPr/>
          <p:nvPr/>
        </p:nvSpPr>
        <p:spPr>
          <a:xfrm>
            <a:off x="2348781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VIZ::Affected die yield::die-94" descr="VisualizerSemanticDie:{&quot;index&quot;:93,&quot;x&quot;:3,&quot;y&quot;:3,&quot;value&quot;:98,&quot;delta&quot;:null,&quot;reference_value&quot;:null,&quot;affected_value&quot;:null}"/>
          <p:cNvSpPr/>
          <p:nvPr/>
        </p:nvSpPr>
        <p:spPr>
          <a:xfrm>
            <a:off x="2418075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VIZ::Affected die yield::die-95" descr="VisualizerSemanticDie:{&quot;index&quot;:94,&quot;x&quot;:4,&quot;y&quot;:3,&quot;value&quot;:98,&quot;delta&quot;:null,&quot;reference_value&quot;:null,&quot;affected_value&quot;:null}"/>
          <p:cNvSpPr/>
          <p:nvPr/>
        </p:nvSpPr>
        <p:spPr>
          <a:xfrm>
            <a:off x="2487369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VIZ::Affected die yield::die-96" descr="VisualizerSemanticDie:{&quot;index&quot;:95,&quot;x&quot;:5,&quot;y&quot;:3,&quot;value&quot;:98,&quot;delta&quot;:null,&quot;reference_value&quot;:null,&quot;affected_value&quot;:null}"/>
          <p:cNvSpPr/>
          <p:nvPr/>
        </p:nvSpPr>
        <p:spPr>
          <a:xfrm>
            <a:off x="2556663" y="4124605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IZ::Affected die yield::die-97" descr="VisualizerSemanticDie:{&quot;index&quot;:96,&quot;x&quot;:-4,&quot;y&quot;:4,&quot;value&quot;:98,&quot;delta&quot;:null,&quot;reference_value&quot;:null,&quot;affected_value&quot;:null}"/>
          <p:cNvSpPr/>
          <p:nvPr/>
        </p:nvSpPr>
        <p:spPr>
          <a:xfrm>
            <a:off x="1933018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IZ::Affected die yield::die-98" descr="VisualizerSemanticDie:{&quot;index&quot;:97,&quot;x&quot;:-3,&quot;y&quot;:4,&quot;value&quot;:98,&quot;delta&quot;:null,&quot;reference_value&quot;:null,&quot;affected_value&quot;:null}"/>
          <p:cNvSpPr/>
          <p:nvPr/>
        </p:nvSpPr>
        <p:spPr>
          <a:xfrm>
            <a:off x="2002312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VIZ::Affected die yield::die-99" descr="VisualizerSemanticDie:{&quot;index&quot;:98,&quot;x&quot;:-2,&quot;y&quot;:4,&quot;value&quot;:98,&quot;delta&quot;:null,&quot;reference_value&quot;:null,&quot;affected_value&quot;:null}"/>
          <p:cNvSpPr/>
          <p:nvPr/>
        </p:nvSpPr>
        <p:spPr>
          <a:xfrm>
            <a:off x="2071606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IZ::Affected die yield::die-100" descr="VisualizerSemanticDie:{&quot;index&quot;:99,&quot;x&quot;:-1,&quot;y&quot;:4,&quot;value&quot;:98,&quot;delta&quot;:null,&quot;reference_value&quot;:null,&quot;affected_value&quot;:null}"/>
          <p:cNvSpPr/>
          <p:nvPr/>
        </p:nvSpPr>
        <p:spPr>
          <a:xfrm>
            <a:off x="2140899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IZ::Affected die yield::die-101" descr="VisualizerSemanticDie:{&quot;index&quot;:100,&quot;x&quot;:0,&quot;y&quot;:4,&quot;value&quot;:98,&quot;delta&quot;:null,&quot;reference_value&quot;:null,&quot;affected_value&quot;:null}"/>
          <p:cNvSpPr/>
          <p:nvPr/>
        </p:nvSpPr>
        <p:spPr>
          <a:xfrm>
            <a:off x="2210193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VIZ::Affected die yield::die-102" descr="VisualizerSemanticDie:{&quot;index&quot;:101,&quot;x&quot;:1,&quot;y&quot;:4,&quot;value&quot;:98,&quot;delta&quot;:null,&quot;reference_value&quot;:null,&quot;affected_value&quot;:null}"/>
          <p:cNvSpPr/>
          <p:nvPr/>
        </p:nvSpPr>
        <p:spPr>
          <a:xfrm>
            <a:off x="2279487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VIZ::Affected die yield::die-103" descr="VisualizerSemanticDie:{&quot;index&quot;:102,&quot;x&quot;:2,&quot;y&quot;:4,&quot;value&quot;:98,&quot;delta&quot;:null,&quot;reference_value&quot;:null,&quot;affected_value&quot;:null}"/>
          <p:cNvSpPr/>
          <p:nvPr/>
        </p:nvSpPr>
        <p:spPr>
          <a:xfrm>
            <a:off x="2348781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IZ::Affected die yield::die-104" descr="VisualizerSemanticDie:{&quot;index&quot;:103,&quot;x&quot;:3,&quot;y&quot;:4,&quot;value&quot;:98,&quot;delta&quot;:null,&quot;reference_value&quot;:null,&quot;affected_value&quot;:null}"/>
          <p:cNvSpPr/>
          <p:nvPr/>
        </p:nvSpPr>
        <p:spPr>
          <a:xfrm>
            <a:off x="2418075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IZ::Affected die yield::die-105" descr="VisualizerSemanticDie:{&quot;index&quot;:104,&quot;x&quot;:4,&quot;y&quot;:4,&quot;value&quot;:98,&quot;delta&quot;:null,&quot;reference_value&quot;:null,&quot;affected_value&quot;:null}"/>
          <p:cNvSpPr/>
          <p:nvPr/>
        </p:nvSpPr>
        <p:spPr>
          <a:xfrm>
            <a:off x="2487369" y="4055311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VIZ::Affected die yield::die-106" descr="VisualizerSemanticDie:{&quot;index&quot;:105,&quot;x&quot;:-3,&quot;y&quot;:5,&quot;value&quot;:98,&quot;delta&quot;:null,&quot;reference_value&quot;:null,&quot;affected_value&quot;:null}"/>
          <p:cNvSpPr/>
          <p:nvPr/>
        </p:nvSpPr>
        <p:spPr>
          <a:xfrm>
            <a:off x="2002312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VIZ::Affected die yield::die-107" descr="VisualizerSemanticDie:{&quot;index&quot;:106,&quot;x&quot;:-2,&quot;y&quot;:5,&quot;value&quot;:98,&quot;delta&quot;:null,&quot;reference_value&quot;:null,&quot;affected_value&quot;:null}"/>
          <p:cNvSpPr/>
          <p:nvPr/>
        </p:nvSpPr>
        <p:spPr>
          <a:xfrm>
            <a:off x="2071606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VIZ::Affected die yield::die-108" descr="VisualizerSemanticDie:{&quot;index&quot;:107,&quot;x&quot;:-1,&quot;y&quot;:5,&quot;value&quot;:98,&quot;delta&quot;:null,&quot;reference_value&quot;:null,&quot;affected_value&quot;:null}"/>
          <p:cNvSpPr/>
          <p:nvPr/>
        </p:nvSpPr>
        <p:spPr>
          <a:xfrm>
            <a:off x="2140899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VIZ::Affected die yield::die-109" descr="VisualizerSemanticDie:{&quot;index&quot;:108,&quot;x&quot;:0,&quot;y&quot;:5,&quot;value&quot;:98,&quot;delta&quot;:null,&quot;reference_value&quot;:null,&quot;affected_value&quot;:null}"/>
          <p:cNvSpPr/>
          <p:nvPr/>
        </p:nvSpPr>
        <p:spPr>
          <a:xfrm>
            <a:off x="2210193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VIZ::Affected die yield::die-110" descr="VisualizerSemanticDie:{&quot;index&quot;:109,&quot;x&quot;:1,&quot;y&quot;:5,&quot;value&quot;:98,&quot;delta&quot;:null,&quot;reference_value&quot;:null,&quot;affected_value&quot;:null}"/>
          <p:cNvSpPr/>
          <p:nvPr/>
        </p:nvSpPr>
        <p:spPr>
          <a:xfrm>
            <a:off x="2279487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VIZ::Affected die yield::die-111" descr="VisualizerSemanticDie:{&quot;index&quot;:110,&quot;x&quot;:2,&quot;y&quot;:5,&quot;value&quot;:98,&quot;delta&quot;:null,&quot;reference_value&quot;:null,&quot;affected_value&quot;:null}"/>
          <p:cNvSpPr/>
          <p:nvPr/>
        </p:nvSpPr>
        <p:spPr>
          <a:xfrm>
            <a:off x="2348781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Z::Affected die yield::die-112" descr="VisualizerSemanticDie:{&quot;index&quot;:111,&quot;x&quot;:3,&quot;y&quot;:5,&quot;value&quot;:98,&quot;delta&quot;:null,&quot;reference_value&quot;:null,&quot;affected_value&quot;:null}"/>
          <p:cNvSpPr/>
          <p:nvPr/>
        </p:nvSpPr>
        <p:spPr>
          <a:xfrm>
            <a:off x="2418075" y="3986017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Z::Affected die yield::die-113" descr="VisualizerSemanticDie:{&quot;index&quot;:112,&quot;x&quot;:0,&quot;y&quot;:6,&quot;value&quot;:98,&quot;delta&quot;:null,&quot;reference_value&quot;:null,&quot;affected_value&quot;:null}"/>
          <p:cNvSpPr/>
          <p:nvPr/>
        </p:nvSpPr>
        <p:spPr>
          <a:xfrm>
            <a:off x="2210193" y="3916724"/>
            <a:ext cx="69915" cy="69915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IZ::Affected die yield::legend-title"/>
          <p:cNvSpPr txBox="1"/>
          <p:nvPr/>
        </p:nvSpPr>
        <p:spPr>
          <a:xfrm>
            <a:off x="1250403" y="4870122"/>
            <a:ext cx="1989497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33" name="VIZ::Affected die yield::legend-1"/>
          <p:cNvSpPr/>
          <p:nvPr/>
        </p:nvSpPr>
        <p:spPr>
          <a:xfrm>
            <a:off x="1250403" y="5080434"/>
            <a:ext cx="200735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VIZ::Affected die yield::legend-2"/>
          <p:cNvSpPr/>
          <p:nvPr/>
        </p:nvSpPr>
        <p:spPr>
          <a:xfrm>
            <a:off x="1473998" y="5080434"/>
            <a:ext cx="200735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IZ::Affected die yield::legend-3"/>
          <p:cNvSpPr/>
          <p:nvPr/>
        </p:nvSpPr>
        <p:spPr>
          <a:xfrm>
            <a:off x="1697593" y="5080434"/>
            <a:ext cx="200735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IZ::Affected die yield::legend-4"/>
          <p:cNvSpPr/>
          <p:nvPr/>
        </p:nvSpPr>
        <p:spPr>
          <a:xfrm>
            <a:off x="1921188" y="5080434"/>
            <a:ext cx="200735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VIZ::Affected die yield::legend-5"/>
          <p:cNvSpPr/>
          <p:nvPr/>
        </p:nvSpPr>
        <p:spPr>
          <a:xfrm>
            <a:off x="2144783" y="5080434"/>
            <a:ext cx="200735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VIZ::Affected die yield::legend-6"/>
          <p:cNvSpPr/>
          <p:nvPr/>
        </p:nvSpPr>
        <p:spPr>
          <a:xfrm>
            <a:off x="2368379" y="5080434"/>
            <a:ext cx="200735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VIZ::Affected die yield::legend-7"/>
          <p:cNvSpPr/>
          <p:nvPr/>
        </p:nvSpPr>
        <p:spPr>
          <a:xfrm>
            <a:off x="2591974" y="5080434"/>
            <a:ext cx="200735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VIZ::Affected die yield::legend-8"/>
          <p:cNvSpPr/>
          <p:nvPr/>
        </p:nvSpPr>
        <p:spPr>
          <a:xfrm>
            <a:off x="2815569" y="5080434"/>
            <a:ext cx="200735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VIZ::Affected die yield::legend-9"/>
          <p:cNvSpPr/>
          <p:nvPr/>
        </p:nvSpPr>
        <p:spPr>
          <a:xfrm>
            <a:off x="3039164" y="5080434"/>
            <a:ext cx="200735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IZ::Affected die yield::legend-low"/>
          <p:cNvSpPr txBox="1"/>
          <p:nvPr/>
        </p:nvSpPr>
        <p:spPr>
          <a:xfrm>
            <a:off x="1250403" y="5194734"/>
            <a:ext cx="5968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91.8</a:t>
            </a:r>
          </a:p>
        </p:txBody>
      </p:sp>
      <p:sp>
        <p:nvSpPr>
          <p:cNvPr id="143" name="VIZ::Affected die yield::legend-high"/>
          <p:cNvSpPr txBox="1"/>
          <p:nvPr/>
        </p:nvSpPr>
        <p:spPr>
          <a:xfrm>
            <a:off x="2643050" y="5194734"/>
            <a:ext cx="5968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</a:t>
            </a:r>
          </a:p>
        </p:txBody>
      </p:sp>
      <p:graphicFrame>
        <p:nvGraphicFramePr>
          <p:cNvPr id="144" name="VIZ::Clean Table" descr="VisualizerSemantic:{&quot;composition_role&quot;:&quot;detailed_evidence&quot;,&quot;customTable&quot;:{&quot;headers&quot;:[&quot;Measure&quot;,&quot;Affected&quot;,&quot;Reference&quot;,&quot;Review&quot;]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},&quot;element&quot;:&quot;Clean Table&quot;,&quot;engine&quot;:&quot;TableEngine&quot;,&quot;groupId&quot;:null,&quot;id&quot;:&quot;c7&quot;,&quot;locked&quot;:false,&quot;message_role&quot;:&quot;Primary Evidence&quot;,&quot;order&quot;:8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,&quot;section_id&quot;:&quot;evidence&quot;,&quot;section_title&quot;:&quot;Engineering evidence&quot;,&quot;title&quot;:&quot;Clean Table&quot;,&quot;type&quot;:&quot;table&quot;,&quot;weight&quot;:1,&quot;z&quot;:7,&quot;x&quot;:14.0,&quot;y&quot;:1201.3600000000001,&quot;w&quot;:1572.0,&quot;h&quot;:305.62}"/>
          <p:cNvGraphicFramePr>
            <a:graphicFrameLocks noGrp="1"/>
          </p:cNvGraphicFramePr>
          <p:nvPr/>
        </p:nvGraphicFramePr>
        <p:xfrm>
          <a:off x="99759" y="8560479"/>
          <a:ext cx="11201531" cy="2177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82"/>
                <a:gridCol w="2800382"/>
                <a:gridCol w="2800382"/>
                <a:gridCol w="2800385"/>
              </a:tblGrid>
              <a:tr h="54443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Review</a:t>
                      </a:r>
                    </a:p>
                  </a:txBody>
                  <a:tcPr/>
                </a:tc>
              </a:tr>
              <a:tr h="54443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Edge-band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Contain pending matched rerun</a:t>
                      </a:r>
                    </a:p>
                  </a:txBody>
                  <a:tcPr/>
                </a:tc>
              </a:tr>
              <a:tr h="54443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Film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798.0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802.1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Check endpoint calibration</a:t>
                      </a:r>
                    </a:p>
                  </a:txBody>
                  <a:tcPr/>
                </a:tc>
              </a:tr>
              <a:tr h="54443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+2.4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Association only; verify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5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80541" y="7310400"/>
            <a:ext cx="58399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46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1023.36,&quot;w&quot;:834.968,&quot;h&quot;:170.0}"/>
          <p:cNvSpPr/>
          <p:nvPr/>
        </p:nvSpPr>
        <p:spPr>
          <a:xfrm>
            <a:off x="2780541" y="7705008"/>
            <a:ext cx="130911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47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4290824" y="7705008"/>
            <a:ext cx="130911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8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801107" y="7705008"/>
            <a:ext cx="130911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9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311390" y="7705008"/>
            <a:ext cx="130911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50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4094228" y="801666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604511" y="801666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114794" y="801666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3,&quot;missing&quot;:0},&quot;semantic_tags&quot;:[&quot;die_x&quot;],&quot;type&quot;:&quot;integer&quot;,&quot;unit&quot;:&quot;&quot;},{&quot;id&quot;:&quot;die_y_2&quot;,&quot;name&quot;:&quot;Die Y&quot;,&quot;nullable&quot;:false,&quot;profile&quot;:{&quot;distinct&quot;:13,&quot;missing&quot;:0},&quot;semantic_tags&quot;:[&quot;die_y&quot;],&quot;type&quot;:&quot;integer&quot;,&quot;unit&quot;:&quot;&quot;},{&quot;id&quot;:&quot;yield_3&quot;,&quot;name&quot;:&quot;Yield&quot;,&quot;nullable&quot;:false,&quot;profile&quot;:{&quot;distinct&quot;:2,&quot;missing&quot;:0},&quot;semantic_tags&quot;:[&quot;value&quot;],&quot;type&quot;:&quot;number&quot;,&quot;unit&quot;:&quot;&quot;}],&quot;id&quot;:&quot;dataset-mufvh6l3-bl0d00&quot;,&quot;metadata&quot;:{&quot;header&quot;:{&quot;confidence&quot;:1,&quot;present&quot;:true,&quot;source_row&quot;:0}},&quot;name&quot;:&quot;Pasted data&quot;,&quot;revision&quot;:1,&quot;rows&quot;:[[0,-6,98],[-3,-5,98],[-2,-5,98],[-1,-5,98],[0,-5,98],[1,-5,98],[2,-5,98],[3,-5,91.8],[-4,-4,98],[-3,-4,98],[-2,-4,98],[-1,-4,98],[0,-4,98],[1,-4,98],[2,-4,98],[3,-4,91.8],[4,-4,91.8],[-5,-3,98],[-4,-3,98],[-3,-3,98],[-2,-3,98],[-1,-3,98],[0,-3,98],[1,-3,98],[2,-3,98],[3,-3,91.8],[4,-3,91.8],[5,-3,91.8],[-5,-2,98],[-4,-2,98],[-3,-2,98],[-2,-2,98],[-1,-2,98],[0,-2,98],[1,-2,98],[2,-2,98],[3,-2,91.8],[4,-2,91.8],[5,-2,91.8],[-5,-1,98],[-4,-1,98],[-3,-1,98],[-2,-1,98],[-1,-1,98],[0,-1,98],[1,-1,98],[2,-1,98],[3,-1,98],[4,-1,98],[5,-1,98],[-6,0,98],[-5,0,98],[-4,0,98],[-3,0,98],[-2,0,98],[-1,0,98],[0,0,98],[1,0,98],[2,0,98],[3,0,98],[4,0,98],[5,0,98],[6,0,98],[-5,1,98],[-4,1,98],[-3,1,98],[-2,1,98],[-1,1,98],[0,1,98],[1,1,98],[2,1,98],[3,1,98],[4,1,98],[5,1,98],[-5,2,98],[-4,2,98],[-3,2,98],[-2,2,98],[-1,2,98],[0,2,98],[1,2,98],[2,2,98],[3,2,98],[4,2,98],[5,2,98],[-5,3,98],[-4,3,98],[-3,3,98],[-2,3,98],[-1,3,98],[0,3,98],[1,3,98],[2,3,98],[3,3,98],[4,3,98],[5,3,98],[-4,4,98],[-3,4,98],[-2,4,98],[-1,4,98],[0,4,98],[1,4,98],[2,4,98],[3,4,98],[4,4,98],[-3,5,98],[-2,5,98],[-1,5,98],[0,5,98],[1,5,98],[2,5,98],[3,5,98],[0,6,98]],&quot;source&quot;:{&quot;imported_at&quot;:&quot;2026-09-24T18:35:42.615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thickness_nm_2&quot;,&quot;name&quot;:&quot;Thickness nm&quot;,&quot;nullable&quot;:false,&quot;profile&quot;:{&quot;distinct&quot;:16,&quot;missing&quot;:0},&quot;semantic_tags&quot;:[],&quot;type&quot;:&quot;number&quot;,&quot;unit&quot;:&quot;&quot;}],&quot;id&quot;:&quot;dataset-mufvh8t7-xuoxpc&quot;,&quot;metadata&quot;:{&quot;header&quot;:{&quot;confidence&quot;:1,&quot;present&quot;:true,&quot;source_row&quot;:0}},&quot;name&quot;:&quot;Pasted data&quot;,&quot;revision&quot;:1,&quot;rows&quot;:[[&quot;Reference&quot;,801.4],[&quot;Reference&quot;,803.1],[&quot;Reference&quot;,800.8],[&quot;Reference&quot;,802.7],[&quot;Reference&quot;,801.9],[&quot;Reference&quot;,803.4],[&quot;Reference&quot;,800.5],[&quot;Reference&quot;,802.2],[&quot;Affected&quot;,798],[&quot;Affected&quot;,797.2],[&quot;Affected&quot;,799.1],[&quot;Affected&quot;,796.8],[&quot;Affected&quot;,798.7],[&quot;Affected&quot;,797.5],[&quot;Affected&quot;,799.3],[&quot;Affected&quot;,796.9]],&quot;source&quot;:{&quot;imported_at&quot;:&quot;2026-09-24T18:35:45.499Z&quot;,&quot;kind&quot;:&quot;clipboard&quot;,&quot;label&quot;:&quot;TSV&quot;},&quot;warnings&quot;:[]}],&quot;groups&quot;:{},&quot;items&quot;:[{&quot;body&quot;:&quot;Lot WQ-7314 shows a localized edge-band yield loss after the September 18 ETCH-08 chamber A ru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Lot WQ-7314 shows a localized edge-band yield loss after the September 18 ETCH-08 chamber A run.&quot;,&quot;title&quot;:&quot;Executive Statement&quot;,&quot;type&quot;:&quot;text&quot;,&quot;weight&quot;:1,&quot;z&quot;:1},{&quot;body&quot;:&quot;Wafer WQ-7314 · route R17B · ETCH-08 / chamber A · inline metrology sample 4,812 · paired reference wafer WQ-7298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Wafer WQ-7314 · route R17B · ETCH-08 / chamber A · inline metrology sample 4,812 · paired reference wafer WQ-7298.&quot;,&quot;title&quot;:&quot;Affected scope&quot;,&quot;type&quot;:&quot;text&quot;,&quot;weight&quot;:1,&quot;z&quot;:2},{&quot;capability_overrides&quot;:{&quot;target&quot;:96},&quot;composition_role&quot;:&quot;hero_metric&quot;,&quot;delta&quot;:-4.2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Affected edge-band yield&quot;,&quot;type&quot;:&quot;metric&quot;,&quot;unit&quot;:&quot;%&quot;,&quot;value&quot;:91.8,&quot;weight&quot;:1,&quot;z&quot;:3},{&quot;after&quot;:91.8,&quot;before&quot;:98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s paired-reference yield&quot;,&quot;type&quot;:&quot;comparison&quot;,&quot;unit&quot;:&quot;%&quot;,&quot;weight&quot;:1,&quot;z&quot;:4},{&quot;chamber&quot;:&quot;&quot;,&quot;composition_role&quot;:&quot;primary_analysis&quot;,&quot;dataset_id&quot;:&quot;dataset-mufvh6l3-bl0d00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36-1&quot;,&quot;value&quot;:801.4},{&quot;label&quot;:&quot;W36-2&quot;,&quot;value&quot;:802},{&quot;label&quot;:&quot;W36-3&quot;,&quot;value&quot;:799.8},{&quot;label&quot;:&quot;W36-4&quot;,&quot;value&quot;:798.2},{&quot;label&quot;:&quot;W36-5&quot;,&quot;value&quot;:797.1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vh8t7-xuoxp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thickness_nm_2&quot;,&quot;x&quot;:&quot;thickness_nm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Measure&quot;,&quot;Affected&quot;,&quot;Reference&quot;,&quot;Review&quot;]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},&quot;element&quot;:&quot;Clean Table&quot;,&quot;engine&quot;:&quot;TableEngine&quot;,&quot;groupId&quot;:null,&quot;id&quot;:&quot;c7&quot;,&quot;locked&quot;:false,&quot;message_role&quot;:&quot;Primary Evidence&quot;,&quot;order&quot;:8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Nine lower-right edge-band records average 91.8% versus a 98.0% paired-reference mean. Pressure shift begins after PM-44719; cause remains unconfirmed. Keep the lot contained through endpoint calibration and matched rerun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Signal · WQ-7314 edge-band yield is below the paired reference.&quot;,&quot;status&quot;:&quot;Needs verification&quot;,&quot;title&quot;:&quot;Verified finding&quot;,&quot;type&quot;:&quot;evidence&quot;,&quot;weight&quot;:1,&quot;z&quot;:9},{&quot;composition_role&quot;:&quot;action_status&quot;,&quot;detail&quot;:&quot;Do not release the lot from one correlated pressure trace. Verify endpoint calibration and a matched chamber B rerun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WQ-7314 pending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