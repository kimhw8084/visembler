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03691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Demand by week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Demand by week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W38</c:v>
                </c:pt>
                <c:pt idx="1">
                  <c:v>W39</c:v>
                </c:pt>
                <c:pt idx="2">
                  <c:v>W40</c:v>
                </c:pt>
                <c:pt idx="3">
                  <c:v>W41</c:v>
                </c:pt>
                <c:pt idx="4">
                  <c:v>W42</c:v>
                </c:pt>
                <c:pt idx="5">
                  <c:v>W43</c:v>
                </c:pt>
                <c:pt idx="6">
                  <c:v>W44</c:v>
                </c:pt>
                <c:pt idx="7">
                  <c:v>W45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112000</c:v>
                </c:pt>
                <c:pt idx="1">
                  <c:v>117000</c:v>
                </c:pt>
                <c:pt idx="2">
                  <c:v>121000</c:v>
                </c:pt>
                <c:pt idx="3">
                  <c:v>125000</c:v>
                </c:pt>
                <c:pt idx="4">
                  <c:v>130000</c:v>
                </c:pt>
                <c:pt idx="5">
                  <c:v>134000</c:v>
                </c:pt>
                <c:pt idx="6">
                  <c:v>139000</c:v>
                </c:pt>
                <c:pt idx="7">
                  <c:v>144000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Confirmed capacity by week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Confirmed capacity by week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W38</c:v>
                </c:pt>
                <c:pt idx="1">
                  <c:v>W39</c:v>
                </c:pt>
                <c:pt idx="2">
                  <c:v>W40</c:v>
                </c:pt>
                <c:pt idx="3">
                  <c:v>W41</c:v>
                </c:pt>
                <c:pt idx="4">
                  <c:v>W42</c:v>
                </c:pt>
                <c:pt idx="5">
                  <c:v>W43</c:v>
                </c:pt>
                <c:pt idx="6">
                  <c:v>W44</c:v>
                </c:pt>
                <c:pt idx="7">
                  <c:v>W45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120000</c:v>
                </c:pt>
                <c:pt idx="1">
                  <c:v>124000</c:v>
                </c:pt>
                <c:pt idx="2">
                  <c:v>126000</c:v>
                </c:pt>
                <c:pt idx="3">
                  <c:v>130000</c:v>
                </c:pt>
                <c:pt idx="4">
                  <c:v>132000</c:v>
                </c:pt>
                <c:pt idx="5">
                  <c:v>136000</c:v>
                </c:pt>
                <c:pt idx="6">
                  <c:v>140000</c:v>
                </c:pt>
                <c:pt idx="7">
                  <c:v>142000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Hero Title" descr="VisualizerSemantic:{&quot;body&quot;:&quot;The Q4 capacity plan covers baseline demand, but a long-lead actuator constraint leaves the launch buffer exposed.&quot;,&quot;composition_role&quot;:&quot;report_headline&quot;,&quot;element&quot;:&quot;Hero Title&quot;,&quot;engine&quot;:&quot;TextEngine&quot;,&quot;groupId&quot;:null,&quot;id&quot;:&quot;c9&quot;,&quot;locked&quot;:false,&quot;message_role&quot;:&quot;Headline&quot;,&quot;order&quot;:0,&quot;section_id&quot;:&quot;opening&quot;,&quot;section_title&quot;:&quot;Overview&quot;,&quot;showTitle&quot;:false,&quot;text&quot;:&quot;The Q4 capacity plan covers baseline demand, but a long-lead actuator constraint leaves the launch buffer exposed.&quot;,&quot;textAlign&quot;:&quot;left&quot;,&quot;title&quot;:&quot;Hero Title&quot;,&quot;type&quot;:&quot;text&quot;,&quot;weight&quot;:1.1,&quot;z&quot;:9,&quot;x&quot;:14.0,&quot;y&quot;:40.0,&quot;w&quot;:1059.44,&quot;h&quot;:109.76}"/>
          <p:cNvSpPr/>
          <p:nvPr/>
        </p:nvSpPr>
        <p:spPr>
          <a:xfrm>
            <a:off x="87532" y="250092"/>
            <a:ext cx="6623944" cy="68625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Hero Title</a:t>
            </a:r>
          </a:p>
          <a:p>
            <a:pPr>
              <a:defRPr sz="1000"/>
            </a:pPr>
            <a:r>
              <a:t>The Q4 capacity plan covers baseline demand, but a long-lead actuator constraint leaves the launch buffer exposed.</a:t>
            </a:r>
          </a:p>
        </p:txBody>
      </p:sp>
      <p:sp>
        <p:nvSpPr>
          <p:cNvPr id="3" name="VIZ::Body Narrative" descr="VisualizerSemantic:{&quot;body&quot;:&quot;Northstar launch · weeks 38–45 · supplier feed closed 2026-09-23 18:00 UTC · demand scenario P70 · allocation review for Operations and Procurement.&quot;,&quot;composition_role&quot;:&quot;context&quot;,&quot;element&quot;:&quot;Body Narrative&quot;,&quot;engine&quot;:&quot;TextEngine&quot;,&quot;groupId&quot;:null,&quot;id&quot;:&quot;c10&quot;,&quot;locked&quot;:false,&quot;message_role&quot;:&quot;Context&quot;,&quot;order&quot;:1,&quot;section_id&quot;:&quot;opening&quot;,&quot;section_title&quot;:&quot;Overview&quot;,&quot;showTitle&quot;:false,&quot;text&quot;:&quot;Northstar launch · weeks 38–45 · supplier feed closed 2026-09-23 18:00 UTC · demand scenario P70 · allocation review for Operations and Procurement.&quot;,&quot;textAlign&quot;:&quot;left&quot;,&quot;title&quot;:&quot;Body Narrative&quot;,&quot;type&quot;:&quot;text&quot;,&quot;weight&quot;:1.1,&quot;z&quot;:10,&quot;x&quot;:1087.44,&quot;y&quot;:43.38,&quot;w&quot;:498.56,&quot;h&quot;:103.0}"/>
          <p:cNvSpPr/>
          <p:nvPr/>
        </p:nvSpPr>
        <p:spPr>
          <a:xfrm>
            <a:off x="6799008" y="271225"/>
            <a:ext cx="3117150" cy="64398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Body Narrative</a:t>
            </a:r>
          </a:p>
          <a:p>
            <a:pPr>
              <a:defRPr sz="1000"/>
            </a:pPr>
            <a:r>
              <a:t>Northstar launch · weeks 38–45 · supplier feed closed 2026-09-23 18:00 UTC · demand scenario P70 · allocation review for Operations and Procurement.</a:t>
            </a:r>
          </a:p>
        </p:txBody>
      </p:sp>
      <p:sp>
        <p:nvSpPr>
          <p:cNvPr id="4" name="VIZ::P70 capacity headroom KPI" descr="VisualizerSemantic:{&quot;capability_overrides&quot;:{&quot;target&quot;:8},&quot;composition_role&quot;:&quot;hero_metric&quot;,&quot;delta&quot;:-5.3,&quot;element&quot;:&quot;Hero KPI&quot;,&quot;engine&quot;:&quot;MetricEngine&quot;,&quot;groupId&quot;:null,&quot;id&quot;:&quot;c3&quot;,&quot;locked&quot;:false,&quot;message_role&quot;:&quot;Headline&quot;,&quot;order&quot;:2,&quot;period&quot;:&quot;vs prior period&quot;,&quot;section_id&quot;:&quot;performance&quot;,&quot;section_title&quot;:&quot;Performance&quot;,&quot;showTitle&quot;:true,&quot;target&quot;:8,&quot;textAlign&quot;:&quot;left&quot;,&quot;title&quot;:&quot;P70 capacity headroom&quot;,&quot;type&quot;:&quot;metric&quot;,&quot;unit&quot;:&quot;%&quot;,&quot;value&quot;:2.7,&quot;weight&quot;:1.15,&quot;z&quot;:3,&quot;x&quot;:676.48,&quot;y&quot;:188.76,&quot;w&quot;:447.76,&quot;h&quot;:186.0}"/>
          <p:cNvSpPr/>
          <p:nvPr/>
        </p:nvSpPr>
        <p:spPr>
          <a:xfrm>
            <a:off x="4229560" y="1180185"/>
            <a:ext cx="2799532" cy="116292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P70 capacity headroom</a:t>
            </a:r>
          </a:p>
          <a:p>
            <a:pPr>
              <a:defRPr b="1" sz="2400"/>
            </a:pPr>
            <a:r>
              <a:t>2.7%</a:t>
            </a:r>
          </a:p>
        </p:txBody>
      </p:sp>
      <p:sp>
        <p:nvSpPr>
          <p:cNvPr id="5" name="VIZ::Actuator lead time KPI" descr="VisualizerSemantic:{&quot;composition_role&quot;:&quot;hero_metric&quot;,&quot;delta&quot;:26,&quot;element&quot;:&quot;Hero KPI&quot;,&quot;engine&quot;:&quot;MetricEngine&quot;,&quot;groupId&quot;:null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days&quot;},&quot;order&quot;:3,&quot;period&quot;:&quot;vs prior period&quot;,&quot;section_id&quot;:&quot;performance&quot;,&quot;section_title&quot;:&quot;Performance&quot;,&quot;showTitle&quot;:true,&quot;target&quot;:90,&quot;textAlign&quot;:&quot;left&quot;,&quot;title&quot;:&quot;Actuator lead time&quot;,&quot;type&quot;:&quot;metric&quot;,&quot;unit&quot;:&quot;days&quot;,&quot;value&quot;:116,&quot;weight&quot;:1.15,&quot;z&quot;:4,&quot;x&quot;:1138.24,&quot;y&quot;:188.76,&quot;w&quot;:447.76,&quot;h&quot;:186.0}"/>
          <p:cNvSpPr/>
          <p:nvPr/>
        </p:nvSpPr>
        <p:spPr>
          <a:xfrm>
            <a:off x="7116626" y="1180185"/>
            <a:ext cx="2799532" cy="1162929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Actuator lead time</a:t>
            </a:r>
          </a:p>
          <a:p>
            <a:pPr>
              <a:defRPr b="1" sz="2400"/>
            </a:pPr>
            <a:r>
              <a:t>116 days</a:t>
            </a:r>
          </a:p>
        </p:txBody>
      </p:sp>
      <p:sp>
        <p:nvSpPr>
          <p:cNvPr id="6" name="VIZ::Confirmed capacity · W38 to W45 KPI" descr="VisualizerSemantic:{&quot;after&quot;:142000,&quot;before&quot;:12000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Confirmed capacity · W38 to W45&quot;,&quot;type&quot;:&quot;comparison&quot;,&quot;unit&quot;:&quot;units&quot;,&quot;weight&quot;:1.15,&quot;z&quot;:5,&quot;x&quot;:14.0,&quot;y&quot;:183.76,&quot;w&quot;:648.48,&quot;h&quot;:196.0}"/>
          <p:cNvSpPr/>
          <p:nvPr/>
        </p:nvSpPr>
        <p:spPr>
          <a:xfrm>
            <a:off x="87532" y="1148923"/>
            <a:ext cx="4054496" cy="1225452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E6E73"/>
                </a:solidFill>
                <a:latin typeface="Arial"/>
              </a:defRPr>
            </a:pPr>
            <a:r>
              <a:t>Confirmed capacity · W38 to W45</a:t>
            </a:r>
          </a:p>
          <a:p>
            <a:pPr>
              <a:defRPr b="1" sz="2400"/>
            </a:pPr>
            <a:r>
              <a:t>120000 → 142000</a:t>
            </a:r>
          </a:p>
          <a:p>
            <a:pPr>
              <a:defRPr sz="900"/>
            </a:pPr>
            <a:r>
              <a:t>units</a:t>
            </a:r>
          </a:p>
        </p:txBody>
      </p:sp>
      <p:graphicFrame>
        <p:nvGraphicFramePr>
          <p:cNvPr id="7" name="Chart 6" descr="VisualizerSemantic:{&quot;brush&quot;:[0,5],&quot;composition_role&quot;:&quot;primary_analysis&quot;,&quot;cross&quot;:null,&quot;data&quot;:[[&quot;W38&quot;,112000],[&quot;W39&quot;,117000],[&quot;W40&quot;,121000],[&quot;W41&quot;,125000],[&quot;W42&quot;,130000],[&quot;W43&quot;,134000],[&quot;W44&quot;,139000],[&quot;W45&quot;,144000]],&quot;dataset_id&quot;:&quot;dataset-mufvidpr-f91h77&quot;,&quot;drill&quot;:null,&quot;element&quot;:&quot;Line Chart&quot;,&quot;engine&quot;:&quot;CoreChartEngine&quot;,&quot;groupId&quot;:null,&quot;id&quot;:&quot;c1&quot;,&quot;locked&quot;:false,&quot;mapping&quot;:{&quot;category&quot;:&quot;week_1&quot;,&quot;value&quot;:&quot;demand_units_2&quot;,&quot;x&quot;:&quot;week_1&quot;,&quot;y&quot;:&quot;demand_units_2&quot;},&quot;message_role&quot;:&quot;Supporting Evidence&quot;,&quot;order&quot;:5,&quot;revealed&quot;:true,&quot;rows&quot;:[{&quot;label&quot;:&quot;W38&quot;,&quot;value&quot;:112000},{&quot;label&quot;:&quot;W39&quot;,&quot;value&quot;:117000},{&quot;label&quot;:&quot;W40&quot;,&quot;value&quot;:121000},{&quot;label&quot;:&quot;W41&quot;,&quot;value&quot;:125000},{&quot;label&quot;:&quot;W42&quot;,&quot;value&quot;:130000},{&quot;label&quot;:&quot;W43&quot;,&quot;value&quot;:134000},{&quot;label&quot;:&quot;W44&quot;,&quot;value&quot;:139000},{&quot;label&quot;:&quot;W45&quot;,&quot;value&quot;:144000}],&quot;section_id&quot;:&quot;analysis&quot;,&quot;section_title&quot;:&quot;Analysis&quot;,&quot;showTitle&quot;:true,&quot;textAlign&quot;:&quot;left&quot;,&quot;title&quot;:&quot;Demand by week&quot;,&quot;type&quot;:&quot;chart&quot;,&quot;variant&quot;:&quot;line&quot;,&quot;view_type&quot;:&quot;line&quot;,&quot;weight&quot;:1.8,&quot;z&quot;:1,&quot;observations&quot;:[{&quot;label&quot;:&quot;W38&quot;,&quot;value&quot;:112000},{&quot;label&quot;:&quot;W39&quot;,&quot;value&quot;:117000},{&quot;label&quot;:&quot;W40&quot;,&quot;value&quot;:121000},{&quot;label&quot;:&quot;W41&quot;,&quot;value&quot;:125000},{&quot;label&quot;:&quot;W42&quot;,&quot;value&quot;:130000},{&quot;label&quot;:&quot;W43&quot;,&quot;value&quot;:134000},{&quot;label&quot;:&quot;W44&quot;,&quot;value&quot;:139000},{&quot;label&quot;:&quot;W45&quot;,&quot;value&quot;:144000}],&quot;x&quot;:805.0654545454545,&quot;y&quot;:413.76,&quot;w&quot;:751.7090909090908,&quot;h&quot;:364.79999999999995}"/>
          <p:cNvGraphicFramePr>
            <a:graphicFrameLocks noGrp="1"/>
          </p:cNvGraphicFramePr>
          <p:nvPr/>
        </p:nvGraphicFramePr>
        <p:xfrm>
          <a:off x="5033516" y="2586954"/>
          <a:ext cx="4699915" cy="228084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brush&quot;:[0,5],&quot;composition_role&quot;:&quot;supporting_analysis&quot;,&quot;cross&quot;:null,&quot;data&quot;:[[&quot;W38&quot;,120000],[&quot;W39&quot;,124000],[&quot;W40&quot;,126000],[&quot;W41&quot;,130000],[&quot;W42&quot;,132000],[&quot;W43&quot;,136000],[&quot;W44&quot;,140000],[&quot;W45&quot;,142000]],&quot;dataset_id&quot;:&quot;dataset-mufvidpr-f91h77&quot;,&quot;drill&quot;:null,&quot;element&quot;:&quot;Line Chart&quot;,&quot;engine&quot;:&quot;CoreChartEngine&quot;,&quot;groupId&quot;:null,&quot;id&quot;:&quot;c2&quot;,&quot;locked&quot;:false,&quot;mapping&quot;:{&quot;category&quot;:&quot;week_1&quot;,&quot;value&quot;:&quot;demand_units_2&quot;,&quot;x&quot;:&quot;week_1&quot;,&quot;y&quot;:&quot;confirmed_capacity_3&quot;},&quot;message_role&quot;:&quot;Supporting Evidence&quot;,&quot;order&quot;:6,&quot;revealed&quot;:true,&quot;rows&quot;:[{&quot;label&quot;:&quot;W38&quot;,&quot;value&quot;:120000},{&quot;label&quot;:&quot;W39&quot;,&quot;value&quot;:124000},{&quot;label&quot;:&quot;W40&quot;,&quot;value&quot;:126000},{&quot;label&quot;:&quot;W41&quot;,&quot;value&quot;:130000},{&quot;label&quot;:&quot;W42&quot;,&quot;value&quot;:132000},{&quot;label&quot;:&quot;W43&quot;,&quot;value&quot;:136000},{&quot;label&quot;:&quot;W44&quot;,&quot;value&quot;:140000},{&quot;label&quot;:&quot;W45&quot;,&quot;value&quot;:142000}],&quot;section_id&quot;:&quot;analysis&quot;,&quot;section_title&quot;:&quot;Analysis&quot;,&quot;showTitle&quot;:true,&quot;textAlign&quot;:&quot;left&quot;,&quot;title&quot;:&quot;Confirmed capacity by week&quot;,&quot;type&quot;:&quot;chart&quot;,&quot;variant&quot;:&quot;line&quot;,&quot;view_type&quot;:&quot;line&quot;,&quot;weight&quot;:1.8,&quot;z&quot;:2,&quot;observations&quot;:[{&quot;label&quot;:&quot;W38&quot;,&quot;value&quot;:120000},{&quot;label&quot;:&quot;W39&quot;,&quot;value&quot;:124000},{&quot;label&quot;:&quot;W40&quot;,&quot;value&quot;:126000},{&quot;label&quot;:&quot;W41&quot;,&quot;value&quot;:130000},{&quot;label&quot;:&quot;W42&quot;,&quot;value&quot;:132000},{&quot;label&quot;:&quot;W43&quot;,&quot;value&quot;:136000},{&quot;label&quot;:&quot;W44&quot;,&quot;value&quot;:140000},{&quot;label&quot;:&quot;W45&quot;,&quot;value&quot;:142000}],&quot;x&quot;:470.3030303030303,&quot;y&quot;:786.56,&quot;w&quot;:659.3939393939394,&quot;h&quot;:320.0}"/>
          <p:cNvGraphicFramePr>
            <a:graphicFrameLocks noGrp="1"/>
          </p:cNvGraphicFramePr>
          <p:nvPr/>
        </p:nvGraphicFramePr>
        <p:xfrm>
          <a:off x="2940479" y="4917814"/>
          <a:ext cx="4122733" cy="2000738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Body Narrative" descr="VisualizerSemantic:{&quot;body&quot;:&quot;Confirmed capacity exceeds the P70 baseline by 2.7% in aggregate. Another 27,500 actuator units remain unconfirmed across two suppliers; the 116-day lead time makes that small buffer fragile. Do not treat planned capacity as firm supply until the dated allocation lands.&quot;,&quot;composition_role&quot;:&quot;narrative_interpretation&quot;,&quot;element&quot;:&quot;Body Narrative&quot;,&quot;engine&quot;:&quot;TextEngine&quot;,&quot;groupId&quot;:null,&quot;id&quot;:&quot;c11&quot;,&quot;locked&quot;:false,&quot;message_role&quot;:&quot;Context&quot;,&quot;order&quot;:7,&quot;section_id&quot;:&quot;analysis&quot;,&quot;section_title&quot;:&quot;Analysis&quot;,&quot;showTitle&quot;:false,&quot;text&quot;:&quot;Confirmed capacity exceeds the P70 baseline by 2.7% in aggregate. Another 27,500 actuator units remain unconfirmed across two suppliers; the 116-day lead time makes that small buffer fragile. Do not treat planned capacity as firm supply until the dated allocation lands.&quot;,&quot;textAlign&quot;:&quot;left&quot;,&quot;title&quot;:&quot;Body Narrative&quot;,&quot;type&quot;:&quot;text&quot;,&quot;weight&quot;:1.1,&quot;z&quot;:11,&quot;x&quot;:43.22545454545457,&quot;y&quot;:538.16,&quot;w&quot;:747.8399999999999,&quot;h&quot;:116.0}"/>
          <p:cNvSpPr/>
          <p:nvPr/>
        </p:nvSpPr>
        <p:spPr>
          <a:xfrm>
            <a:off x="270258" y="3364741"/>
            <a:ext cx="4675725" cy="72526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Body Narrative</a:t>
            </a:r>
          </a:p>
          <a:p>
            <a:pPr>
              <a:defRPr sz="1000"/>
            </a:pPr>
            <a:r>
              <a:t>Confirmed capacity exceeds the P70 baseline by 2.7% in aggregate. Another 27,500 actuator units remain unconfirmed across two suppliers; the 116-day lead time makes that small buffer fragile. Do not treat planned capacity as firm supply until the dated allocation lands.</a:t>
            </a:r>
          </a:p>
        </p:txBody>
      </p:sp>
      <p:sp>
        <p:nvSpPr>
          <p:cNvPr id="11" name="VIZ::Allocation decision path"/>
          <p:cNvSpPr/>
          <p:nvPr/>
        </p:nvSpPr>
        <p:spPr>
          <a:xfrm>
            <a:off x="2862306" y="7131131"/>
            <a:ext cx="4279078" cy="1456787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593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2" name="VIZ::Risk Callout" descr="VisualizerSemantic:{&quot;composition_role&quot;:&quot;decision_risk&quot;,&quot;detail&quot;:&quot;Aggregate headroom hides a concentrated 16-week lead-time constraint. Do not treat unconfirmed supplier allocation as available capacity.&quot;,&quot;element&quot;:&quot;Risk Callout&quot;,&quot;engine&quot;:&quot;DecisionCompositeEngine&quot;,&quot;groupId&quot;:null,&quot;id&quot;:&quot;c7&quot;,&quot;locked&quot;:false,&quot;message_role&quot;:&quot;Risk&quot;,&quot;order&quot;:10,&quot;section_id&quot;:&quot;decision&quot;,&quot;section_title&quot;:&quot;Decision&quot;,&quot;showTitle&quot;:false,&quot;statement&quot;:&quot;Reserve critical actuator supply before releasing the balance&quot;,&quot;status&quot;:&quot;At risk&quot;,&quot;textAlign&quot;:&quot;left&quot;,&quot;title&quot;:&quot;Risk Callout&quot;,&quot;type&quot;:&quot;decision&quot;,&quot;weight&quot;:1.15,&quot;z&quot;:7,&quot;x&quot;:14.0,&quot;y&quot;:1700.46,&quot;w&quot;:1572.0,&quot;h&quot;:105.28000000000002}"/>
          <p:cNvSpPr/>
          <p:nvPr/>
        </p:nvSpPr>
        <p:spPr>
          <a:xfrm>
            <a:off x="87532" y="10631798"/>
            <a:ext cx="9828626" cy="65824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Risk Callout</a:t>
            </a:r>
          </a:p>
          <a:p>
            <a:pPr>
              <a:defRPr sz="1000"/>
            </a:pPr>
            <a:r>
              <a:t>Reserve critical actuator supply before releasing the balance</a:t>
            </a:r>
            <a:br/>
            <a:r>
              <a:t>Aggregate headroom hides a concentrated 16-week lead-time constraint. Do not treat unconfirmed supplier allocation as available capacity.</a:t>
            </a:r>
            <a:br/>
            <a:r>
              <a:t>At risk</a:t>
            </a:r>
          </a:p>
        </p:txBody>
      </p:sp>
      <p:sp>
        <p:nvSpPr>
          <p:cNvPr id="13" name="VIZ::Key Takeaway" descr="VisualizerSemantic:{&quot;body&quot;:&quot;Next step: reserve 18,000 qualified actuators now, then release the remaining build only after supplier NC-8841 confirms its dated allocation.&quot;,&quot;composition_role&quot;:&quot;conclusion&quot;,&quot;element&quot;:&quot;Key Takeaway&quot;,&quot;engine&quot;:&quot;TextEngine&quot;,&quot;groupId&quot;:null,&quot;id&quot;:&quot;c12&quot;,&quot;locked&quot;:false,&quot;message_role&quot;:&quot;Action&quot;,&quot;order&quot;:11,&quot;section_id&quot;:&quot;delivery&quot;,&quot;section_title&quot;:&quot;Next steps&quot;,&quot;showTitle&quot;:false,&quot;text&quot;:&quot;Next step: reserve 18,000 qualified actuators now, then release the remaining build only after supplier NC-8841 confirms its dated allocation.&quot;,&quot;textAlign&quot;:&quot;left&quot;,&quot;title&quot;:&quot;Key Takeaway&quot;,&quot;type&quot;:&quot;text&quot;,&quot;weight&quot;:1.1,&quot;z&quot;:12,&quot;x&quot;:14.0,&quot;y&quot;:1839.74,&quot;w&quot;:1572.0,&quot;h&quot;:96.0}"/>
          <p:cNvSpPr/>
          <p:nvPr/>
        </p:nvSpPr>
        <p:spPr>
          <a:xfrm>
            <a:off x="87532" y="11502619"/>
            <a:ext cx="9828626" cy="600221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300" b="1">
                <a:solidFill>
                  <a:srgbClr val="1D1D1F"/>
                </a:solidFill>
                <a:latin typeface="Arial"/>
              </a:defRPr>
            </a:pPr>
            <a:r>
              <a:t>Key Takeaway</a:t>
            </a:r>
          </a:p>
          <a:p>
            <a:pPr>
              <a:defRPr sz="1000"/>
            </a:pPr>
            <a:r>
              <a:t>Next step: reserve 18,000 qualified actuators now, then release the remaining build only after supplier NC-8841 confirms its dated allocation.</a:t>
            </a:r>
          </a:p>
        </p:txBody>
      </p:sp>
      <p:graphicFrame>
        <p:nvGraphicFramePr>
          <p:cNvPr id="14" name="VIZ::Clean Table" descr="VisualizerSemantic:{&quot;composition_role&quot;:&quot;detailed_evidence&quot;,&quot;customTable&quot;:{&quot;headers&quot;:[&quot;Supplier / part&quot;,&quot;Committed&quot;,&quot;Unconfirmed&quot;,&quot;Lead time&quot;,&quot;Decision evidence&quot;],&quot;rows&quot;:[[&quot;Northstar Motion / AX-8841&quot;,72000,18000,&quot;116 days&quot;,&quot;Reserve qualified stock now&quot;],[&quot;Apex Controls / actuator-22B&quot;,54000,9500,&quot;98 days&quot;,&quot;Date-coded allocation pending&quot;],[&quot;Orion Systems / NX-041-REV-C&quot;,39000,0,&quot;42 days&quot;,&quot;Capacity confirmed through W45&quot;]]},&quot;element&quot;:&quot;Clean Table&quot;,&quot;engine&quot;:&quot;TableEngine&quot;,&quot;groupId&quot;:null,&quot;id&quot;:&quot;c6&quot;,&quot;locked&quot;:false,&quot;message_role&quot;:&quot;Primary Evidence&quot;,&quot;order&quot;:8,&quot;rows&quot;:[[&quot;Northstar Motion / AX-8841&quot;,72000,18000,&quot;116 days&quot;,&quot;Reserve qualified stock now&quot;],[&quot;Apex Controls / actuator-22B&quot;,54000,9500,&quot;98 days&quot;,&quot;Date-coded allocation pending&quot;],[&quot;Orion Systems / NX-041-REV-C&quot;,39000,0,&quot;42 days&quot;,&quot;Capacity confirmed through W45&quot;]],&quot;section_id&quot;:&quot;evidence&quot;,&quot;section_title&quot;:&quot;Evidence&quot;,&quot;showTitle&quot;:false,&quot;textAlign&quot;:&quot;left&quot;,&quot;title&quot;:&quot;Clean Table&quot;,&quot;type&quot;:&quot;table&quot;,&quot;weight&quot;:1.55,&quot;z&quot;:6,&quot;x&quot;:14.0,&quot;y&quot;:1381.56,&quot;w&quot;:1572.0,&quot;h&quot;:284.90000000000003}"/>
          <p:cNvGraphicFramePr>
            <a:graphicFrameLocks noGrp="1"/>
          </p:cNvGraphicFramePr>
          <p:nvPr/>
        </p:nvGraphicFramePr>
        <p:xfrm>
          <a:off x="87532" y="8637937"/>
          <a:ext cx="9828626" cy="17812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725"/>
                <a:gridCol w="1965725"/>
                <a:gridCol w="1965725"/>
                <a:gridCol w="1965725"/>
                <a:gridCol w="1965726"/>
              </a:tblGrid>
              <a:tr h="44532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Supplier / 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Committed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Unconfirmed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Lead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Decision evidence</a:t>
                      </a:r>
                    </a:p>
                  </a:txBody>
                  <a:tcPr/>
                </a:tc>
              </a:tr>
              <a:tr h="445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Northstar Motion / AX-8841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72000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116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Reserve qualified stock now</a:t>
                      </a:r>
                    </a:p>
                  </a:txBody>
                  <a:tcPr/>
                </a:tc>
              </a:tr>
              <a:tr h="44532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Apex Controls / actuator-22B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54000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98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Date-coded allocation pending</a:t>
                      </a:r>
                    </a:p>
                  </a:txBody>
                  <a:tcPr/>
                </a:tc>
              </a:tr>
              <a:tr h="44532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Orion Systems / NX-041-REV-C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39000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42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Capacity confirmed through W45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VIZ::DiagramTitle::Allocation decision path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2917170" y="7149419"/>
            <a:ext cx="4169350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Allocation decision path</a:t>
            </a:r>
          </a:p>
        </p:txBody>
      </p:sp>
      <p:sp>
        <p:nvSpPr>
          <p:cNvPr id="16" name="VIZ::Allocation decision path::Reconcile P70 demand::node-1" descr="VisualizerSemantic:{&quot;composition_role&quot;:&quot;causal_evidence&quot;,&quot;direction&quot;:&quot;right&quot;,&quot;edges&quot;:[[&quot;Reconcile P70 demand&quot;,&quot;Reserve qualified actuators&quot;],[&quot;Reserve qualified actuators&quot;,&quot;Confirm date-coded allocation&quot;],[&quot;Confirm date-coded allocation&quot;,&quot;Release remaining build&quot;]],&quot;element&quot;:&quot;Process Flow&quot;,&quot;engine&quot;:&quot;DiagramEngine&quot;,&quot;groupId&quot;:null,&quot;id&quot;:&quot;c8&quot;,&quot;locked&quot;:false,&quot;message_role&quot;:&quot;Primary Evidence&quot;,&quot;nodes&quot;:[&quot;Reconcile P70 demand&quot;,&quot;Reserve qualified actuators&quot;,&quot;Confirm date-coded allocation&quot;,&quot;Release remaining build&quot;],&quot;order&quot;:9,&quot;section_id&quot;:&quot;evidence&quot;,&quot;section_title&quot;:&quot;Evidence&quot;,&quot;showTitle&quot;:true,&quot;textAlign&quot;:&quot;left&quot;,&quot;title&quot;:&quot;Allocation decision path&quot;,&quot;type&quot;:&quot;diagram&quot;,&quot;weight&quot;:1.5,&quot;z&quot;:8,&quot;x&quot;:457.8,&quot;y&quot;:1140.56,&quot;w&quot;:684.4,&quot;h&quot;:233.0}"/>
          <p:cNvSpPr/>
          <p:nvPr/>
        </p:nvSpPr>
        <p:spPr>
          <a:xfrm>
            <a:off x="2917170" y="7666740"/>
            <a:ext cx="891461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Reconcile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P70 demand</a:t>
            </a:r>
          </a:p>
        </p:txBody>
      </p:sp>
      <p:sp>
        <p:nvSpPr>
          <p:cNvPr id="17" name="VIZ::Allocation decision path::Reserve qualified actuators::node-2" descr="VisualizerDiagramNode:{&quot;item_id&quot;:&quot;c8&quot;,&quot;node_index&quot;:1,&quot;label&quot;:&quot;Reserve qualified actuators&quot;,&quot;page&quot;:1,&quot;page_count&quot;:1,&quot;direction&quot;:&quot;right&quot;}"/>
          <p:cNvSpPr/>
          <p:nvPr/>
        </p:nvSpPr>
        <p:spPr>
          <a:xfrm>
            <a:off x="4009799" y="7666740"/>
            <a:ext cx="891461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Reserve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qualified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actuators</a:t>
            </a:r>
          </a:p>
        </p:txBody>
      </p:sp>
      <p:sp>
        <p:nvSpPr>
          <p:cNvPr id="18" name="VIZ::Allocation decision path::Confirm date-coded allocation::node-3" descr="VisualizerDiagramNode:{&quot;item_id&quot;:&quot;c8&quot;,&quot;node_index&quot;:2,&quot;label&quot;:&quot;Confirm date-coded allocation&quot;,&quot;page&quot;:1,&quot;page_count&quot;:1,&quot;direction&quot;:&quot;right&quot;}"/>
          <p:cNvSpPr/>
          <p:nvPr/>
        </p:nvSpPr>
        <p:spPr>
          <a:xfrm>
            <a:off x="5102428" y="7666740"/>
            <a:ext cx="891461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Confirm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date-coded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allocation</a:t>
            </a:r>
          </a:p>
        </p:txBody>
      </p:sp>
      <p:sp>
        <p:nvSpPr>
          <p:cNvPr id="19" name="VIZ::Allocation decision path::Release remaining build::node-4" descr="VisualizerDiagramNode:{&quot;item_id&quot;:&quot;c8&quot;,&quot;node_index&quot;:3,&quot;label&quot;:&quot;Release remaining build&quot;,&quot;page&quot;:1,&quot;page_count&quot;:1,&quot;direction&quot;:&quot;right&quot;}"/>
          <p:cNvSpPr/>
          <p:nvPr/>
        </p:nvSpPr>
        <p:spPr>
          <a:xfrm>
            <a:off x="6195057" y="7666740"/>
            <a:ext cx="891461" cy="623313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Release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remaining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build</a:t>
            </a:r>
          </a:p>
        </p:txBody>
      </p:sp>
      <p:cxnSp>
        <p:nvCxnSpPr>
          <p:cNvPr id="20" name="VIZ::DiagramEdge::Allocation decision path::1" descr="VisualizerSemanticEdge:{&quot;item_id&quot;:&quot;c8&quot;,&quot;edge_index&quot;:0,&quot;source&quot;:&quot;Reconcile P70 demand&quot;,&quot;target&quot;:&quot;Reserve qualified actuators&quot;,&quot;continuation&quot;:false}"/>
          <p:cNvCxnSpPr/>
          <p:nvPr/>
        </p:nvCxnSpPr>
        <p:spPr>
          <a:xfrm>
            <a:off x="3813203" y="7978396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VIZ::DiagramEdge::Allocation decision path::2" descr="VisualizerSemanticEdge:{&quot;item_id&quot;:&quot;c8&quot;,&quot;edge_index&quot;:1,&quot;source&quot;:&quot;Reserve qualified actuators&quot;,&quot;target&quot;:&quot;Confirm date-coded allocation&quot;,&quot;continuation&quot;:false}"/>
          <p:cNvCxnSpPr/>
          <p:nvPr/>
        </p:nvCxnSpPr>
        <p:spPr>
          <a:xfrm>
            <a:off x="4905832" y="7978396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VIZ::DiagramEdge::Allocation decision path::3" descr="VisualizerSemanticEdge:{&quot;item_id&quot;:&quot;c8&quot;,&quot;edge_index&quot;:2,&quot;source&quot;:&quot;Confirm date-coded allocation&quot;,&quot;target&quot;:&quot;Release remaining build&quot;,&quot;continuation&quot;:false}"/>
          <p:cNvCxnSpPr/>
          <p:nvPr/>
        </p:nvCxnSpPr>
        <p:spPr>
          <a:xfrm>
            <a:off x="5998461" y="7978396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week_1&quot;,&quot;name&quot;:&quot;Week&quot;,&quot;nullable&quot;:false,&quot;profile&quot;:{&quot;distinct&quot;:8,&quot;missing&quot;:0},&quot;semantic_tags&quot;:[],&quot;type&quot;:&quot;string&quot;},{&quot;id&quot;:&quot;demand_units_2&quot;,&quot;name&quot;:&quot;Demand units&quot;,&quot;nullable&quot;:false,&quot;profile&quot;:{&quot;distinct&quot;:8,&quot;missing&quot;:0},&quot;semantic_tags&quot;:[],&quot;type&quot;:&quot;integer&quot;,&quot;unit&quot;:&quot;&quot;},{&quot;id&quot;:&quot;confirmed_capacity_3&quot;,&quot;name&quot;:&quot;Confirmed capacity&quot;,&quot;nullable&quot;:false,&quot;profile&quot;:{&quot;distinct&quot;:8,&quot;missing&quot;:0},&quot;semantic_tags&quot;:[],&quot;type&quot;:&quot;integer&quot;,&quot;unit&quot;:&quot;&quot;},{&quot;id&quot;:&quot;actuator_lead_days_4&quot;,&quot;name&quot;:&quot;Actuator lead days&quot;,&quot;nullable&quot;:false,&quot;profile&quot;:{&quot;distinct&quot;:8,&quot;missing&quot;:0},&quot;semantic_tags&quot;:[],&quot;type&quot;:&quot;integer&quot;,&quot;unit&quot;:&quot;&quot;}],&quot;id&quot;:&quot;dataset-mufvidpr-f91h77&quot;,&quot;metadata&quot;:{&quot;header&quot;:{&quot;confidence&quot;:0.875,&quot;present&quot;:true,&quot;source_row&quot;:0}},&quot;name&quot;:&quot;Pasted data&quot;,&quot;revision&quot;:2,&quot;rows&quot;:[[&quot;W38&quot;,112000,120000,84],[&quot;W39&quot;,117000,124000,87],[&quot;W40&quot;,121000,126000,91],[&quot;W41&quot;,125000,130000,96],[&quot;W42&quot;,130000,132000,103],[&quot;W43&quot;,134000,136000,108],[&quot;W44&quot;,139000,140000,112],[&quot;W45&quot;,144000,142000,116]],&quot;source&quot;:{&quot;imported_at&quot;:&quot;2026-09-24T18:36:38.511Z&quot;,&quot;kind&quot;:&quot;clipboard&quot;,&quot;label&quot;:&quot;TSV&quot;},&quot;warnings&quot;:[]}],&quot;groups&quot;:{},&quot;items&quot;:[{&quot;brush&quot;:[0,5],&quot;composition_role&quot;:&quot;primary_analysis&quot;,&quot;cross&quot;:null,&quot;data&quot;:[[&quot;Lot A&quot;,64],[&quot;Lot B&quot;,72],[&quot;Lot C&quot;,68],[&quot;Lot D&quot;,81],[&quot;Lot E&quot;,77],[&quot;Lot F&quot;,89]],&quot;dataset_id&quot;:&quot;dataset-mufvidpr-f91h77&quot;,&quot;drill&quot;:null,&quot;element&quot;:&quot;Line Chart&quot;,&quot;engine&quot;:&quot;CoreChartEngine&quot;,&quot;groupId&quot;:null,&quot;id&quot;:&quot;c1&quot;,&quot;locked&quot;:false,&quot;mapping&quot;:{&quot;category&quot;:&quot;week_1&quot;,&quot;value&quot;:&quot;demand_units_2&quot;,&quot;x&quot;:&quot;week_1&quot;,&quot;y&quot;:&quot;demand_units_2&quot;},&quot;message_role&quot;:&quot;Supporting Evidence&quot;,&quot;order&quot;:5,&quot;revealed&quot;:true,&quot;rows&quot;:[{&quot;label&quot;:&quot;Lot A&quot;,&quot;value&quot;:64},{&quot;label&quot;:&quot;Lot B&quot;,&quot;value&quot;:72},{&quot;label&quot;:&quot;Lot C&quot;,&quot;value&quot;:68},{&quot;label&quot;:&quot;Lot D&quot;,&quot;value&quot;:81},{&quot;label&quot;:&quot;Lot E&quot;,&quot;value&quot;:77},{&quot;label&quot;:&quot;Lot F&quot;,&quot;value&quot;:89}],&quot;section_id&quot;:&quot;analysis&quot;,&quot;section_title&quot;:&quot;Analysis&quot;,&quot;showTitle&quot;:true,&quot;textAlign&quot;:&quot;left&quot;,&quot;title&quot;:&quot;Demand by week&quot;,&quot;type&quot;:&quot;chart&quot;,&quot;variant&quot;:&quot;line&quot;,&quot;view_type&quot;:&quot;line&quot;,&quot;weight&quot;:1.8,&quot;z&quot;:1},{&quot;brush&quot;:[0,5],&quot;composition_role&quot;:&quot;supporting_analysis&quot;,&quot;cross&quot;:null,&quot;data&quot;:[[&quot;Lot A&quot;,64],[&quot;Lot B&quot;,72],[&quot;Lot C&quot;,68],[&quot;Lot D&quot;,81],[&quot;Lot E&quot;,77],[&quot;Lot F&quot;,89]],&quot;dataset_id&quot;:&quot;dataset-mufvidpr-f91h77&quot;,&quot;drill&quot;:null,&quot;element&quot;:&quot;Line Chart&quot;,&quot;engine&quot;:&quot;CoreChartEngine&quot;,&quot;groupId&quot;:null,&quot;id&quot;:&quot;c2&quot;,&quot;locked&quot;:false,&quot;mapping&quot;:{&quot;category&quot;:&quot;week_1&quot;,&quot;value&quot;:&quot;demand_units_2&quot;,&quot;x&quot;:&quot;week_1&quot;,&quot;y&quot;:&quot;confirmed_capacity_3&quot;},&quot;message_role&quot;:&quot;Supporting Evidence&quot;,&quot;order&quot;:6,&quot;revealed&quot;:true,&quot;rows&quot;:[{&quot;label&quot;:&quot;Lot A&quot;,&quot;value&quot;:64},{&quot;label&quot;:&quot;Lot B&quot;,&quot;value&quot;:72},{&quot;label&quot;:&quot;Lot C&quot;,&quot;value&quot;:68},{&quot;label&quot;:&quot;Lot D&quot;,&quot;value&quot;:81},{&quot;label&quot;:&quot;Lot E&quot;,&quot;value&quot;:77},{&quot;label&quot;:&quot;Lot F&quot;,&quot;value&quot;:89}],&quot;section_id&quot;:&quot;analysis&quot;,&quot;section_title&quot;:&quot;Analysis&quot;,&quot;showTitle&quot;:true,&quot;textAlign&quot;:&quot;left&quot;,&quot;title&quot;:&quot;Confirmed capacity by week&quot;,&quot;type&quot;:&quot;chart&quot;,&quot;variant&quot;:&quot;line&quot;,&quot;view_type&quot;:&quot;line&quot;,&quot;weight&quot;:1.8,&quot;z&quot;:2},{&quot;capability_overrides&quot;:{&quot;target&quot;:8},&quot;composition_role&quot;:&quot;hero_metric&quot;,&quot;delta&quot;:-5.3,&quot;element&quot;:&quot;Hero KPI&quot;,&quot;engine&quot;:&quot;MetricEngine&quot;,&quot;groupId&quot;:null,&quot;id&quot;:&quot;c3&quot;,&quot;locked&quot;:false,&quot;message_role&quot;:&quot;Headline&quot;,&quot;order&quot;:2,&quot;period&quot;:&quot;vs prior period&quot;,&quot;section_id&quot;:&quot;performance&quot;,&quot;section_title&quot;:&quot;Performance&quot;,&quot;showTitle&quot;:true,&quot;target&quot;:8,&quot;textAlign&quot;:&quot;left&quot;,&quot;title&quot;:&quot;P70 capacity headroom&quot;,&quot;type&quot;:&quot;metric&quot;,&quot;unit&quot;:&quot;%&quot;,&quot;value&quot;:2.7,&quot;weight&quot;:1.15,&quot;z&quot;:3},{&quot;composition_role&quot;:&quot;hero_metric&quot;,&quot;delta&quot;:26,&quot;element&quot;:&quot;Hero KPI&quot;,&quot;engine&quot;:&quot;MetricEngine&quot;,&quot;groupId&quot;:null,&quot;id&quot;:&quot;c4&quot;,&quot;locked&quot;:false,&quot;message_role&quot;:&quot;Headlin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days&quot;},&quot;order&quot;:3,&quot;period&quot;:&quot;vs prior period&quot;,&quot;section_id&quot;:&quot;performance&quot;,&quot;section_title&quot;:&quot;Performance&quot;,&quot;showTitle&quot;:true,&quot;target&quot;:90,&quot;textAlign&quot;:&quot;left&quot;,&quot;title&quot;:&quot;Actuator lead time&quot;,&quot;type&quot;:&quot;metric&quot;,&quot;unit&quot;:&quot;days&quot;,&quot;value&quot;:116,&quot;weight&quot;:1.15,&quot;z&quot;:4},{&quot;after&quot;:142000,&quot;before&quot;:12000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extAlign&quot;:&quot;left&quot;,&quot;title&quot;:&quot;Confirmed capacity · W38 to W45&quot;,&quot;type&quot;:&quot;comparison&quot;,&quot;unit&quot;:&quot;units&quot;,&quot;weight&quot;:1.15,&quot;z&quot;:5},{&quot;composition_role&quot;:&quot;detailed_evidence&quot;,&quot;customTable&quot;:{&quot;headers&quot;:[&quot;Supplier / part&quot;,&quot;Committed&quot;,&quot;Unconfirmed&quot;,&quot;Lead time&quot;,&quot;Decision evidence&quot;],&quot;rows&quot;:[[&quot;Northstar Motion / AX-8841&quot;,72000,18000,&quot;116 days&quot;,&quot;Reserve qualified stock now&quot;],[&quot;Apex Controls / actuator-22B&quot;,54000,9500,&quot;98 days&quot;,&quot;Date-coded allocation pending&quot;],[&quot;Orion Systems / NX-041-REV-C&quot;,39000,0,&quot;42 days&quot;,&quot;Capacity confirmed through W45&quot;]]},&quot;element&quot;:&quot;Clean Table&quot;,&quot;engine&quot;:&quot;TableEngine&quot;,&quot;groupId&quot;:null,&quot;id&quot;:&quot;c6&quot;,&quot;locked&quot;:false,&quot;message_role&quot;:&quot;Primary Evidence&quot;,&quot;order&quot;:8,&quot;rows&quot;:[[&quot;Northstar Motion / AX-8841&quot;,72000,18000,&quot;116 days&quot;,&quot;Reserve qualified stock now&quot;],[&quot;Apex Controls / actuator-22B&quot;,54000,9500,&quot;98 days&quot;,&quot;Date-coded allocation pending&quot;],[&quot;Orion Systems / NX-041-REV-C&quot;,39000,0,&quot;42 days&quot;,&quot;Capacity confirmed through W45&quot;]],&quot;section_id&quot;:&quot;evidence&quot;,&quot;section_title&quot;:&quot;Evidence&quot;,&quot;showTitle&quot;:false,&quot;textAlign&quot;:&quot;left&quot;,&quot;title&quot;:&quot;Clean Table&quot;,&quot;type&quot;:&quot;table&quot;,&quot;weight&quot;:1.55,&quot;z&quot;:6},{&quot;composition_role&quot;:&quot;decision_risk&quot;,&quot;detail&quot;:&quot;Aggregate headroom hides a concentrated 16-week lead-time constraint. Do not treat unconfirmed supplier allocation as available capacity.&quot;,&quot;element&quot;:&quot;Risk Callout&quot;,&quot;engine&quot;:&quot;DecisionCompositeEngine&quot;,&quot;groupId&quot;:null,&quot;id&quot;:&quot;c7&quot;,&quot;locked&quot;:false,&quot;message_role&quot;:&quot;Risk&quot;,&quot;order&quot;:10,&quot;section_id&quot;:&quot;decision&quot;,&quot;section_title&quot;:&quot;Decision&quot;,&quot;showTitle&quot;:false,&quot;statement&quot;:&quot;Reserve critical actuator supply before releasing the balance&quot;,&quot;status&quot;:&quot;At risk&quot;,&quot;textAlign&quot;:&quot;left&quot;,&quot;title&quot;:&quot;Risk Callout&quot;,&quot;type&quot;:&quot;decision&quot;,&quot;weight&quot;:1.15,&quot;z&quot;:7},{&quot;composition_role&quot;:&quot;causal_evidence&quot;,&quot;direction&quot;:&quot;right&quot;,&quot;edges&quot;:[[&quot;Reconcile P70 demand&quot;,&quot;Reserve qualified actuators&quot;],[&quot;Reserve qualified actuators&quot;,&quot;Confirm date-coded allocation&quot;],[&quot;Confirm date-coded allocation&quot;,&quot;Release remaining build&quot;]],&quot;element&quot;:&quot;Process Flow&quot;,&quot;engine&quot;:&quot;DiagramEngine&quot;,&quot;groupId&quot;:null,&quot;id&quot;:&quot;c8&quot;,&quot;locked&quot;:false,&quot;message_role&quot;:&quot;Primary Evidence&quot;,&quot;nodes&quot;:[&quot;Reconcile P70 demand&quot;,&quot;Reserve qualified actuators&quot;,&quot;Confirm date-coded allocation&quot;,&quot;Release remaining build&quot;],&quot;order&quot;:9,&quot;section_id&quot;:&quot;evidence&quot;,&quot;section_title&quot;:&quot;Evidence&quot;,&quot;showTitle&quot;:true,&quot;textAlign&quot;:&quot;left&quot;,&quot;title&quot;:&quot;Allocation decision path&quot;,&quot;type&quot;:&quot;diagram&quot;,&quot;weight&quot;:1.5,&quot;z&quot;:8},{&quot;body&quot;:&quot;The Q4 capacity plan covers baseline demand, but a long-lead actuator constraint leaves the launch buffer exposed.&quot;,&quot;composition_role&quot;:&quot;report_headline&quot;,&quot;element&quot;:&quot;Hero Title&quot;,&quot;engine&quot;:&quot;TextEngine&quot;,&quot;groupId&quot;:null,&quot;id&quot;:&quot;c9&quot;,&quot;locked&quot;:false,&quot;message_role&quot;:&quot;Headline&quot;,&quot;order&quot;:0,&quot;section_id&quot;:&quot;opening&quot;,&quot;section_title&quot;:&quot;Overview&quot;,&quot;showTitle&quot;:false,&quot;text&quot;:&quot;The Q4 capacity plan covers baseline demand, but a long-lead actuator constraint leaves the launch buffer exposed.&quot;,&quot;textAlign&quot;:&quot;left&quot;,&quot;title&quot;:&quot;Hero Title&quot;,&quot;type&quot;:&quot;text&quot;,&quot;weight&quot;:1.1,&quot;z&quot;:9},{&quot;body&quot;:&quot;Northstar launch · weeks 38–45 · supplier feed closed 2026-09-23 18:00 UTC · demand scenario P70 · allocation review for Operations and Procurement.&quot;,&quot;composition_role&quot;:&quot;context&quot;,&quot;element&quot;:&quot;Body Narrative&quot;,&quot;engine&quot;:&quot;TextEngine&quot;,&quot;groupId&quot;:null,&quot;id&quot;:&quot;c10&quot;,&quot;locked&quot;:false,&quot;message_role&quot;:&quot;Context&quot;,&quot;order&quot;:1,&quot;section_id&quot;:&quot;opening&quot;,&quot;section_title&quot;:&quot;Overview&quot;,&quot;showTitle&quot;:false,&quot;text&quot;:&quot;Northstar launch · weeks 38–45 · supplier feed closed 2026-09-23 18:00 UTC · demand scenario P70 · allocation review for Operations and Procurement.&quot;,&quot;textAlign&quot;:&quot;left&quot;,&quot;title&quot;:&quot;Body Narrative&quot;,&quot;type&quot;:&quot;text&quot;,&quot;weight&quot;:1.1,&quot;z&quot;:10},{&quot;body&quot;:&quot;Confirmed capacity exceeds the P70 baseline by 2.7% in aggregate. Another 27,500 actuator units remain unconfirmed across two suppliers; the 116-day lead time makes that small buffer fragile. Do not treat planned capacity as firm supply until the dated allocation lands.&quot;,&quot;composition_role&quot;:&quot;narrative_interpretation&quot;,&quot;element&quot;:&quot;Body Narrative&quot;,&quot;engine&quot;:&quot;TextEngine&quot;,&quot;groupId&quot;:null,&quot;id&quot;:&quot;c11&quot;,&quot;locked&quot;:false,&quot;message_role&quot;:&quot;Context&quot;,&quot;order&quot;:7,&quot;section_id&quot;:&quot;analysis&quot;,&quot;section_title&quot;:&quot;Analysis&quot;,&quot;showTitle&quot;:false,&quot;text&quot;:&quot;Confirmed capacity exceeds the P70 baseline by 2.7% in aggregate. Another 27,500 actuator units remain unconfirmed across two suppliers; the 116-day lead time makes that small buffer fragile. Do not treat planned capacity as firm supply until the dated allocation lands.&quot;,&quot;textAlign&quot;:&quot;left&quot;,&quot;title&quot;:&quot;Body Narrative&quot;,&quot;type&quot;:&quot;text&quot;,&quot;weight&quot;:1.1,&quot;z&quot;:11},{&quot;body&quot;:&quot;Next step: reserve 18,000 qualified actuators now, then release the remaining build only after supplier NC-8841 confirms its dated allocation.&quot;,&quot;composition_role&quot;:&quot;conclusion&quot;,&quot;element&quot;:&quot;Key Takeaway&quot;,&quot;engine&quot;:&quot;TextEngine&quot;,&quot;groupId&quot;:null,&quot;id&quot;:&quot;c12&quot;,&quot;locked&quot;:false,&quot;message_role&quot;:&quot;Action&quot;,&quot;order&quot;:11,&quot;section_id&quot;:&quot;delivery&quot;,&quot;section_title&quot;:&quot;Next steps&quot;,&quot;showTitle&quot;:false,&quot;text&quot;:&quot;Next step: reserve 18,000 qualified actuators now, then release the remaining build only after supplier NC-8841 confirms its dated allocation.&quot;,&quot;textAlign&quot;:&quot;left&quot;,&quot;title&quot;:&quot;Key Takeaway&quot;,&quot;type&quot;:&quot;text&quot;,&quot;weight&quot;:1.1,&quot;z&quot;:12}],&quot;layoutPreset&quot;:&quot;review&quot;,&quot;mode&quot;:&quot;smart&quot;,&quot;nextId&quot;:13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