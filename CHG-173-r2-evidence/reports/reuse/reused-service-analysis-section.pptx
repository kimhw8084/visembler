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849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 copy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W37-1</c:v>
                </c:pt>
                <c:pt idx="1">
                  <c:v>W37-2</c:v>
                </c:pt>
                <c:pt idx="2">
                  <c:v>W37-3</c:v>
                </c:pt>
                <c:pt idx="3">
                  <c:v>W37-4</c:v>
                </c:pt>
                <c:pt idx="4">
                  <c:v>W37-5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43</c:v>
                </c:pt>
                <c:pt idx="2">
                  <c:v>34</c:v>
                </c:pt>
                <c:pt idx="3">
                  <c:v>26</c:v>
                </c:pt>
                <c:pt idx="4">
                  <c:v>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Bookings by quarter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 by quarter copy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W37-1</c:v>
                </c:pt>
                <c:pt idx="1">
                  <c:v>W37-2</c:v>
                </c:pt>
                <c:pt idx="2">
                  <c:v>W37-3</c:v>
                </c:pt>
                <c:pt idx="3">
                  <c:v>W37-4</c:v>
                </c:pt>
                <c:pt idx="4">
                  <c:v>W37-5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</c:v>
                </c:pt>
                <c:pt idx="1">
                  <c:v>129</c:v>
                </c:pt>
                <c:pt idx="2">
                  <c:v>97</c:v>
                </c:pt>
                <c:pt idx="3">
                  <c:v>63</c:v>
                </c:pt>
                <c:pt idx="4">
                  <c:v>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composition_role&quot;:&quot;primary_analysis&quot;,&quot;dataset_id&quot;:&quot;dataset-mufvge6b-6rm2gy&quot;,&quot;element&quot;:&quot;Line Chart&quot;,&quot;engine&quot;:&quot;CoreChartEngine&quot;,&quot;groupId&quot;:null,&quot;id&quot;:&quot;c2&quot;,&quot;locked&quot;:false,&quot;mapping&quot;:{&quot;category&quot;:&quot;incident_week_1&quot;,&quot;value&quot;:&quot;p1_incidents_2&quot;,&quot;x&quot;:&quot;incident_week_1&quot;,&quot;y&quot;:&quot;p1_incidents_2&quot;},&quot;message_role&quot;:&quot;Primary Evidence&quot;,&quot;order&quot;:0,&quot;section_id&quot;:&quot;analysis&quot;,&quot;section_title&quot;:&quot;Analysis&quot;,&quot;showTitle&quot;:true,&quot;title&quot;:&quot;Quarterly retention copy&quot;,&quot;type&quot;:&quot;chart&quot;,&quot;weight&quot;:1,&quot;z&quot;:2,&quot;data&quot;:[[&quot;W37-1&quot;,51],[&quot;W37-2&quot;,43],[&quot;W37-3&quot;,34],[&quot;W37-4&quot;,26],[&quot;W37-5&quot;,18]],&quot;rows&quot;:[{&quot;label&quot;:&quot;W37-1&quot;,&quot;value&quot;:51},{&quot;label&quot;:&quot;W37-2&quot;,&quot;value&quot;:43},{&quot;label&quot;:&quot;W37-3&quot;,&quot;value&quot;:34},{&quot;label&quot;:&quot;W37-4&quot;,&quot;value&quot;:26},{&quot;label&quot;:&quot;W37-5&quot;,&quot;value&quot;:18}],&quot;observations&quot;:[{&quot;label&quot;:&quot;W37-1&quot;,&quot;value&quot;:51},{&quot;label&quot;:&quot;W37-2&quot;,&quot;value&quot;:43},{&quot;label&quot;:&quot;W37-3&quot;,&quot;value&quot;:34},{&quot;label&quot;:&quot;W37-4&quot;,&quot;value&quot;:26},{&quot;label&quot;:&quot;W37-5&quot;,&quot;value&quot;:18}],&quot;x&quot;:182.8630303030303,&quot;y&quot;:40.0,&quot;w&quot;:659.3939393939394,&quot;h&quot;:320.0}"/>
          <p:cNvGraphicFramePr>
            <a:graphicFrameLocks noGrp="1"/>
          </p:cNvGraphicFramePr>
          <p:nvPr/>
        </p:nvGraphicFramePr>
        <p:xfrm>
          <a:off x="1393416" y="304800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composition_role&quot;:&quot;primary_analysis&quot;,&quot;dataset_id&quot;:&quot;dataset-mufvge6b-6rm2gy&quot;,&quot;element&quot;:&quot;Line Chart&quot;,&quot;engine&quot;:&quot;CoreChartEngine&quot;,&quot;groupId&quot;:null,&quot;id&quot;:&quot;c3&quot;,&quot;locked&quot;:false,&quot;mapping&quot;:{&quot;category&quot;:&quot;incident_week_1&quot;,&quot;value&quot;:&quot;p1_incidents_2&quot;,&quot;x&quot;:&quot;incident_week_1&quot;,&quot;y&quot;:&quot;customer_impact_hours_3&quot;},&quot;message_role&quot;:&quot;Primary Evidence&quot;,&quot;order&quot;:1,&quot;section_id&quot;:&quot;analysis&quot;,&quot;section_title&quot;:&quot;Analysis&quot;,&quot;showTitle&quot;:true,&quot;title&quot;:&quot;Bookings by quarter copy&quot;,&quot;type&quot;:&quot;chart&quot;,&quot;weight&quot;:1,&quot;z&quot;:3,&quot;data&quot;:[[&quot;W37-1&quot;,154],[&quot;W37-2&quot;,129],[&quot;W37-3&quot;,97],[&quot;W37-4&quot;,63],[&quot;W37-5&quot;,41]],&quot;rows&quot;:[{&quot;label&quot;:&quot;W37-1&quot;,&quot;value&quot;:154},{&quot;label&quot;:&quot;W37-2&quot;,&quot;value&quot;:129},{&quot;label&quot;:&quot;W37-3&quot;,&quot;value&quot;:97},{&quot;label&quot;:&quot;W37-4&quot;,&quot;value&quot;:63},{&quot;label&quot;:&quot;W37-5&quot;,&quot;value&quot;:41}],&quot;observations&quot;:[{&quot;label&quot;:&quot;W37-1&quot;,&quot;value&quot;:154},{&quot;label&quot;:&quot;W37-2&quot;,&quot;value&quot;:129},{&quot;label&quot;:&quot;W37-3&quot;,&quot;value&quot;:97},{&quot;label&quot;:&quot;W37-4&quot;,&quot;value&quot;:63},{&quot;label&quot;:&quot;W37-5&quot;,&quot;value&quot;:41}],&quot;x&quot;:856.2569696969697,&quot;y&quot;:63.904117647058825,&quot;w&quot;:560.88,&quot;h&quot;:272.19176470588235}"/>
          <p:cNvGraphicFramePr>
            <a:graphicFrameLocks noGrp="1"/>
          </p:cNvGraphicFramePr>
          <p:nvPr/>
        </p:nvGraphicFramePr>
        <p:xfrm>
          <a:off x="6524677" y="486949"/>
          <a:ext cx="4273905" cy="207410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cident_week_1&quot;,&quot;name&quot;:&quot;Incident week&quot;,&quot;nullable&quot;:false,&quot;profile&quot;:{&quot;distinct&quot;:5,&quot;missing&quot;:0},&quot;semantic_tags&quot;:[],&quot;type&quot;:&quot;string&quot;},{&quot;id&quot;:&quot;p1_incidents_2&quot;,&quot;name&quot;:&quot;P1 incidents&quot;,&quot;nullable&quot;:false,&quot;profile&quot;:{&quot;distinct&quot;:5,&quot;missing&quot;:0},&quot;semantic_tags&quot;:[],&quot;type&quot;:&quot;integer&quot;,&quot;unit&quot;:&quot;&quot;},{&quot;id&quot;:&quot;customer_impact_hours_3&quot;,&quot;name&quot;:&quot;Customer impact hours&quot;,&quot;nullable&quot;:false,&quot;profile&quot;:{&quot;distinct&quot;:5,&quot;missing&quot;:0},&quot;semantic_tags&quot;:[],&quot;type&quot;:&quot;integer&quot;,&quot;unit&quot;:&quot;&quot;}],&quot;id&quot;:&quot;dataset-mufvge6b-6rm2gy&quot;,&quot;metadata&quot;:{&quot;header&quot;:{&quot;confidence&quot;:0.8333333333333334,&quot;present&quot;:true,&quot;source_row&quot;:0}},&quot;name&quot;:&quot;Pasted data&quot;,&quot;revision&quot;:1,&quot;rows&quot;:[[&quot;W37-1&quot;,51,154],[&quot;W37-2&quot;,43,129],[&quot;W37-3&quot;,34,97],[&quot;W37-4&quot;,26,63],[&quot;W37-5&quot;,18,41]],&quot;source&quot;:{&quot;imported_at&quot;:&quot;2026-09-24T18:35:05.795Z&quot;,&quot;kind&quot;:&quot;clipboard&quot;,&quot;label&quot;:&quot;TSV&quot;},&quot;warnings&quot;:[]}],&quot;groups&quot;:{},&quot;items&quot;:[{&quot;composition_role&quot;:&quot;primary_analysis&quot;,&quot;dataset_id&quot;:&quot;dataset-mufvge6b-6rm2gy&quot;,&quot;element&quot;:&quot;Line Chart&quot;,&quot;engine&quot;:&quot;CoreChartEngine&quot;,&quot;groupId&quot;:null,&quot;id&quot;:&quot;c2&quot;,&quot;locked&quot;:false,&quot;mapping&quot;:{&quot;category&quot;:&quot;incident_week_1&quot;,&quot;value&quot;:&quot;p1_incidents_2&quot;,&quot;x&quot;:&quot;incident_week_1&quot;,&quot;y&quot;:&quot;p1_incidents_2&quot;},&quot;message_role&quot;:&quot;Primary Evidence&quot;,&quot;order&quot;:0,&quot;section_id&quot;:&quot;analysis&quot;,&quot;section_title&quot;:&quot;Analysis&quot;,&quot;showTitle&quot;:true,&quot;title&quot;:&quot;Quarterly retention copy&quot;,&quot;type&quot;:&quot;chart&quot;,&quot;weight&quot;:1,&quot;z&quot;:2},{&quot;composition_role&quot;:&quot;primary_analysis&quot;,&quot;dataset_id&quot;:&quot;dataset-mufvge6b-6rm2gy&quot;,&quot;element&quot;:&quot;Line Chart&quot;,&quot;engine&quot;:&quot;CoreChartEngine&quot;,&quot;groupId&quot;:null,&quot;id&quot;:&quot;c3&quot;,&quot;locked&quot;:false,&quot;mapping&quot;:{&quot;category&quot;:&quot;incident_week_1&quot;,&quot;value&quot;:&quot;p1_incidents_2&quot;,&quot;x&quot;:&quot;incident_week_1&quot;,&quot;y&quot;:&quot;customer_impact_hours_3&quot;},&quot;message_role&quot;:&quot;Primary Evidence&quot;,&quot;order&quot;:1,&quot;section_id&quot;:&quot;analysis&quot;,&quot;section_title&quot;:&quot;Analysis&quot;,&quot;showTitle&quot;:true,&quot;title&quot;:&quot;Bookings by quarter copy&quot;,&quot;type&quot;:&quot;chart&quot;,&quot;weight&quot;:1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