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117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P1 incidents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 incidents per week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  <c:pt idx="5">
                  <c:v>W36-6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37</c:v>
                </c:pt>
                <c:pt idx="2">
                  <c:v>31</c:v>
                </c:pt>
                <c:pt idx="3">
                  <c:v>25</c:v>
                </c:pt>
                <c:pt idx="4">
                  <c:v>19</c:v>
                </c:pt>
                <c:pt idx="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Customer impact hours per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impact hours per week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  <c:pt idx="5">
                  <c:v>W36-6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</c:v>
                </c:pt>
                <c:pt idx="1">
                  <c:v>102</c:v>
                </c:pt>
                <c:pt idx="2">
                  <c:v>84</c:v>
                </c:pt>
                <c:pt idx="3">
                  <c:v>61</c:v>
                </c:pt>
                <c:pt idx="4">
                  <c:v>39</c:v>
                </c:pt>
                <c:pt idx="5">
                  <c:v>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INC-2026-0918-447 · retry governor remains gated until the matched-shard probe clears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INC-2026-0918-447 · retry governor remains gated until the matched-shard probe clears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80" y="304799"/>
            <a:ext cx="8072931" cy="9367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INC-2026-0918-447 · retry governor remains gated until the matched-shard probe clears.</a:t>
            </a:r>
          </a:p>
        </p:txBody>
      </p:sp>
      <p:sp>
        <p:nvSpPr>
          <p:cNvPr id="3" name="VIZ::Quarterly context" descr="VisualizerSemantic:{&quot;body&quot;:&quot;Edge API · us-central-2 / shard 17 · incident window 2026-09-18 14:06–15:42 UTC · 31,884 requests failed or retried · incident commander: Platform Reliability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Edge API · us-central-2 / shard 17 · incident window 2026-09-18 14:06–15:42 UTC · 31,884 requests failed or retried · incident commander: Platform Reliability.&quot;,&quot;title&quot;:&quot;Quarterly context&quot;,&quot;type&quot;:&quot;text&quot;,&quot;weight&quot;:1,&quot;z&quot;:2,&quot;x&quot;:1087.44,&quot;y&quot;:49.96560000000001,&quot;w&quot;:498.56,&quot;h&quot;:103.0}"/>
          <p:cNvSpPr/>
          <p:nvPr/>
        </p:nvSpPr>
        <p:spPr>
          <a:xfrm>
            <a:off x="8286291" y="380737"/>
            <a:ext cx="3799026" cy="78485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Quarterly context</a:t>
            </a:r>
          </a:p>
          <a:p>
            <a:pPr>
              <a:defRPr sz="1000"/>
            </a:pPr>
            <a:r>
              <a:t>Edge API · us-central-2 / shard 17 · incident window 2026-09-18 14:06–15:42 UTC · 31,884 requests failed or retried · incident commander: Platform Reliability.</a:t>
            </a:r>
          </a:p>
        </p:txBody>
      </p:sp>
      <p:sp>
        <p:nvSpPr>
          <p:cNvPr id="4" name="VIZ::Availability during event KPI" descr="VisualizerSemantic:{&quot;capability_overrides&quot;:{&quot;target&quot;:99.9},&quot;composition_role&quot;:&quot;hero_metric&quot;,&quot;delta&quot;:-0.4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9.9,&quot;title&quot;:&quot;Availability during event&quot;,&quot;type&quot;:&quot;metric&quot;,&quot;unit&quot;:&quot;%&quot;,&quot;value&quot;:99.42,&quot;weight&quot;:1,&quot;z&quot;:3,&quot;x&quot;:676.48,&quot;y&quot;:206.18240000000003,&quot;w&quot;:447.76,&quot;h&quot;:179.73760000000001}"/>
          <p:cNvSpPr/>
          <p:nvPr/>
        </p:nvSpPr>
        <p:spPr>
          <a:xfrm>
            <a:off x="5154777" y="1571109"/>
            <a:ext cx="3411930" cy="1369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Availability during event</a:t>
            </a:r>
          </a:p>
          <a:p>
            <a:pPr>
              <a:defRPr b="1" sz="2400"/>
            </a:pPr>
            <a:r>
              <a:t>99.42%</a:t>
            </a:r>
          </a:p>
        </p:txBody>
      </p:sp>
      <p:sp>
        <p:nvSpPr>
          <p:cNvPr id="5" name="VIZ::Latest weekly customer impact hours · from 136h KPI" descr="VisualizerSemantic:{&quot;capability_overrides&quot;:{&quot;target&quot;:8},&quot;composition_role&quot;:&quot;hero_metric&quot;,&quot;delta&quot;:-114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ours&quot;},&quot;order&quot;:3,&quot;section_id&quot;:&quot;performance&quot;,&quot;section_title&quot;:&quot;Performance&quot;,&quot;showTitle&quot;:true,&quot;target&quot;:8,&quot;title&quot;:&quot;Latest weekly customer impact hours · from 136h&quot;,&quot;type&quot;:&quot;metric&quot;,&quot;unit&quot;:&quot;hours&quot;,&quot;value&quot;:22,&quot;weight&quot;:1,&quot;z&quot;:4,&quot;x&quot;:14.0,&quot;y&quot;:196.93120000000002,&quot;w&quot;:648.48,&quot;h&quot;:180.0}"/>
          <p:cNvSpPr/>
          <p:nvPr/>
        </p:nvSpPr>
        <p:spPr>
          <a:xfrm>
            <a:off x="106680" y="1500615"/>
            <a:ext cx="4941416" cy="137159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Latest weekly customer impact hours · from 136h</a:t>
            </a:r>
          </a:p>
          <a:p>
            <a:pPr>
              <a:defRPr b="1" sz="2400"/>
            </a:pPr>
            <a:r>
              <a:t>22 hours</a:t>
            </a:r>
          </a:p>
        </p:txBody>
      </p:sp>
      <p:sp>
        <p:nvSpPr>
          <p:cNvPr id="6" name="VIZ::P1 incidents · initial to latest KPI" descr="VisualizerSemantic:{&quot;after&quot;:15,&quot;before&quot;:42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ases&quot;},&quot;order&quot;:4,&quot;section_id&quot;:&quot;performance&quot;,&quot;section_title&quot;:&quot;Performance&quot;,&quot;showTitle&quot;:true,&quot;title&quot;:&quot;P1 incidents · initial to latest&quot;,&quot;type&quot;:&quot;comparison&quot;,&quot;unit&quot;:&quot;cases&quot;,&quot;weight&quot;:1,&quot;z&quot;:5,&quot;x&quot;:1138.24,&quot;y&quot;:196.93120000000002,&quot;w&quot;:447.76,&quot;h&quot;:198.24}"/>
          <p:cNvSpPr/>
          <p:nvPr/>
        </p:nvSpPr>
        <p:spPr>
          <a:xfrm>
            <a:off x="8673387" y="1500615"/>
            <a:ext cx="3411930" cy="151058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P1 incidents · initial to latest</a:t>
            </a:r>
          </a:p>
          <a:p>
            <a:pPr>
              <a:defRPr b="1" sz="2400"/>
            </a:pPr>
            <a:r>
              <a:t>42 → 15</a:t>
            </a:r>
          </a:p>
          <a:p>
            <a:pPr>
              <a:defRPr sz="900"/>
            </a:pPr>
            <a:r>
              <a:t>cases</a:t>
            </a:r>
          </a:p>
        </p:txBody>
      </p:sp>
      <p:graphicFrame>
        <p:nvGraphicFramePr>
          <p:cNvPr id="7" name="Chart 6" descr="VisualizerSemantic:{&quot;composition_role&quot;:&quot;primary_analysis&quot;,&quot;dataset_id&quot;:&quot;dataset-mufvfmw7-w8t72j&quot;,&quot;element&quot;:&quot;Line Chart&quot;,&quot;engine&quot;:&quot;CoreChartEngine&quot;,&quot;groupId&quot;:null,&quot;id&quot;:&quot;c6&quot;,&quot;locked&quot;:false,&quot;mapping&quot;:{&quot;category&quot;:&quot;incident_week_1&quot;,&quot;value&quot;:&quot;p1_incidents_2&quot;,&quot;x&quot;:&quot;incident_week_1&quot;,&quot;y&quot;:&quot;p1_incidents_2&quot;},&quot;message_role&quot;:&quot;Primary Evidence&quot;,&quot;order&quot;:5,&quot;section_id&quot;:&quot;analysis&quot;,&quot;section_title&quot;:&quot;Analysis&quot;,&quot;showTitle&quot;:true,&quot;title&quot;:&quot;P1 incidents per week&quot;,&quot;type&quot;:&quot;chart&quot;,&quot;weight&quot;:1,&quot;z&quot;:6,&quot;data&quot;:[[&quot;W36-1&quot;,42],[&quot;W36-2&quot;,37],[&quot;W36-3&quot;,31],[&quot;W36-4&quot;,25],[&quot;W36-5&quot;,19],[&quot;W36-6&quot;,15]],&quot;rows&quot;:[{&quot;label&quot;:&quot;W36-1&quot;,&quot;value&quot;:42},{&quot;label&quot;:&quot;W36-2&quot;,&quot;value&quot;:37},{&quot;label&quot;:&quot;W36-3&quot;,&quot;value&quot;:31},{&quot;label&quot;:&quot;W36-4&quot;,&quot;value&quot;:25},{&quot;label&quot;:&quot;W36-5&quot;,&quot;value&quot;:19},{&quot;label&quot;:&quot;W36-6&quot;,&quot;value&quot;:15}],&quot;observations&quot;:[{&quot;label&quot;:&quot;W36-1&quot;,&quot;value&quot;:42},{&quot;label&quot;:&quot;W36-2&quot;,&quot;value&quot;:37},{&quot;label&quot;:&quot;W36-3&quot;,&quot;value&quot;:31},{&quot;label&quot;:&quot;W36-4&quot;,&quot;value&quot;:25},{&quot;label&quot;:&quot;W36-5&quot;,&quot;value&quot;:19},{&quot;label&quot;:&quot;W36-6&quot;,&quot;value&quot;:15}],&quot;x&quot;:182.8630303030303,&quot;y&quot;:429.1712,&quot;w&quot;:659.3939393939394,&quot;h&quot;:320.0}"/>
          <p:cNvGraphicFramePr>
            <a:graphicFrameLocks noGrp="1"/>
          </p:cNvGraphicFramePr>
          <p:nvPr/>
        </p:nvGraphicFramePr>
        <p:xfrm>
          <a:off x="1393416" y="3270284"/>
          <a:ext cx="5024581" cy="24383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set_id&quot;:&quot;dataset-mufvfmw7-w8t72j&quot;,&quot;element&quot;:&quot;Line Chart&quot;,&quot;engine&quot;:&quot;CoreChartEngine&quot;,&quot;groupId&quot;:null,&quot;id&quot;:&quot;c10&quot;,&quot;locked&quot;:false,&quot;mapping&quot;:{&quot;category&quot;:&quot;incident_week_1&quot;,&quot;value&quot;:&quot;p1_incidents_2&quot;,&quot;x&quot;:&quot;incident_week_1&quot;,&quot;y&quot;:&quot;customer_impact_hours_3&quot;},&quot;message_role&quot;:&quot;Primary Evidence&quot;,&quot;order&quot;:6,&quot;section_id&quot;:&quot;analysis&quot;,&quot;section_title&quot;:&quot;Analysis&quot;,&quot;showTitle&quot;:true,&quot;title&quot;:&quot;Customer impact hours per week&quot;,&quot;type&quot;:&quot;chart&quot;,&quot;weight&quot;:1,&quot;z&quot;:10,&quot;data&quot;:[[&quot;W36-1&quot;,136],[&quot;W36-2&quot;,102],[&quot;W36-3&quot;,84],[&quot;W36-4&quot;,61],[&quot;W36-5&quot;,39],[&quot;W36-6&quot;,22]],&quot;rows&quot;:[{&quot;label&quot;:&quot;W36-1&quot;,&quot;value&quot;:136},{&quot;label&quot;:&quot;W36-2&quot;,&quot;value&quot;:102},{&quot;label&quot;:&quot;W36-3&quot;,&quot;value&quot;:84},{&quot;label&quot;:&quot;W36-4&quot;,&quot;value&quot;:61},{&quot;label&quot;:&quot;W36-5&quot;,&quot;value&quot;:39},{&quot;label&quot;:&quot;W36-6&quot;,&quot;value&quot;:22}],&quot;observations&quot;:[{&quot;label&quot;:&quot;W36-1&quot;,&quot;value&quot;:136},{&quot;label&quot;:&quot;W36-2&quot;,&quot;value&quot;:102},{&quot;label&quot;:&quot;W36-3&quot;,&quot;value&quot;:84},{&quot;label&quot;:&quot;W36-4&quot;,&quot;value&quot;:61},{&quot;label&quot;:&quot;W36-5&quot;,&quot;value&quot;:39},{&quot;label&quot;:&quot;W36-6&quot;,&quot;value&quot;:22}],&quot;x&quot;:856.2569696969697,&quot;y&quot;:453.0753176470588,&quot;w&quot;:560.88,&quot;h&quot;:272.19176470588235}"/>
          <p:cNvGraphicFramePr>
            <a:graphicFrameLocks noGrp="1"/>
          </p:cNvGraphicFramePr>
          <p:nvPr/>
        </p:nvGraphicFramePr>
        <p:xfrm>
          <a:off x="6524677" y="3452433"/>
          <a:ext cx="4273905" cy="20741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VIZ::Risk Callout" descr="VisualizerSemantic:{&quot;composition_role&quot;:&quot;decision_risk&quot;,&quot;detail&quot;:&quot;Core traffic recovered, but high-value customer retries exceeded the 90-minute objective. Do not convert observed recovery into causal proof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Keep production rollout gated on the matched-shard saturation probe&quot;,&quot;status&quot;:&quot;Monitor&quot;,&quot;title&quot;:&quot;Risk Callout&quot;,&quot;type&quot;:&quot;decision&quot;,&quot;weight&quot;:1,&quot;z&quot;:8,&quot;x&quot;:14.0,&quot;y&quot;:1076.1712,&quot;w&quot;:1572.0,&quot;h&quot;:101.52000000000001}"/>
          <p:cNvSpPr/>
          <p:nvPr/>
        </p:nvSpPr>
        <p:spPr>
          <a:xfrm>
            <a:off x="106680" y="8200423"/>
            <a:ext cx="11978638" cy="7735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Keep production rollout gated on the matched-shard saturation probe</a:t>
            </a:r>
            <a:br/>
            <a:r>
              <a:t>Core traffic recovered, but high-value customer retries exceeded the 90-minute objective. Do not convert observed recovery into causal proof.</a:t>
            </a:r>
            <a:br/>
            <a:r>
              <a:t>Monitor</a:t>
            </a:r>
          </a:p>
        </p:txBody>
      </p:sp>
      <p:sp>
        <p:nvSpPr>
          <p:cNvPr id="11" name="VIZ::Key Takeaway" descr="VisualizerSemantic:{&quot;body&quot;:&quot;Next step: publish the customer reconciliation and reopen rollout after the matched shard passes its 30-minute saturation probe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publish the customer reconciliation and reopen rollout after the matched shard passes its 30-minute saturation probe.&quot;,&quot;title&quot;:&quot;Key Takeaway&quot;,&quot;type&quot;:&quot;text&quot;,&quot;weight&quot;:1,&quot;z&quot;:9,&quot;x&quot;:14.0,&quot;y&quot;:1211.6912,&quot;w&quot;:1572.0,&quot;h&quot;:100.80000000000001}"/>
          <p:cNvSpPr/>
          <p:nvPr/>
        </p:nvSpPr>
        <p:spPr>
          <a:xfrm>
            <a:off x="106680" y="9233085"/>
            <a:ext cx="11978638" cy="7680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publish the customer reconciliation and reopen rollout after the matched shard passes its 30-minute saturation probe.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Service / incident reference&quot;,&quot;Impact&quot;,&quot;Owner&quot;,&quot;Status&quot;]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},&quot;element&quot;:&quot;Clean Table&quot;,&quot;engine&quot;:&quot;TableEngine&quot;,&quot;groupId&quot;:null,&quot;id&quot;:&quot;c7&quot;,&quot;locked&quot;:false,&quot;message_role&quot;:&quot;Primary Evidence&quot;,&quot;order&quot;:7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,&quot;section_id&quot;:&quot;evidence&quot;,&quot;section_title&quot;:&quot;Regional evidence&quot;,&quot;title&quot;:&quot;Clean Table&quot;,&quot;type&quot;:&quot;table&quot;,&quot;weight&quot;:1,&quot;z&quot;:7,&quot;x&quot;:14.0,&quot;y&quot;:783.1712,&quot;w&quot;:1572.0,&quot;h&quot;:259.0}"/>
          <p:cNvGraphicFramePr>
            <a:graphicFrameLocks noGrp="1"/>
          </p:cNvGraphicFramePr>
          <p:nvPr/>
        </p:nvGraphicFramePr>
        <p:xfrm>
          <a:off x="106680" y="5967763"/>
          <a:ext cx="11978638" cy="197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1"/>
              </a:tblGrid>
              <a:tr h="49339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Service / incident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edge-api / INC-2026-0918-447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96 min degraded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Platform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Reconciliation pending</a:t>
                      </a:r>
                    </a:p>
                  </a:txBody>
                  <a:tcPr/>
                </a:tc>
              </a:tr>
              <a:tr h="49339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tenant-gateway / TRACE-73A91F2C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1,842 retrying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Retry governor 0.82</a:t>
                      </a:r>
                    </a:p>
                  </a:txBody>
                  <a:tcPr/>
                </a:tc>
              </a:tr>
              <a:tr h="4933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billing-webhook / INC-2026-0919-021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14 late callbacks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Payments SRE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Replay 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cident_week_1&quot;,&quot;name&quot;:&quot;Incident week&quot;,&quot;nullable&quot;:false,&quot;profile&quot;:{&quot;distinct&quot;:6,&quot;missing&quot;:0},&quot;semantic_tags&quot;:[],&quot;type&quot;:&quot;string&quot;},{&quot;id&quot;:&quot;p1_incidents_2&quot;,&quot;name&quot;:&quot;P1 incidents&quot;,&quot;nullable&quot;:false,&quot;profile&quot;:{&quot;distinct&quot;:6,&quot;missing&quot;:0},&quot;semantic_tags&quot;:[],&quot;type&quot;:&quot;integer&quot;,&quot;unit&quot;:&quot;&quot;},{&quot;id&quot;:&quot;customer_impact_hours_3&quot;,&quot;name&quot;:&quot;Customer impact hours&quot;,&quot;nullable&quot;:false,&quot;profile&quot;:{&quot;distinct&quot;:6,&quot;missing&quot;:0},&quot;semantic_tags&quot;:[],&quot;type&quot;:&quot;integer&quot;,&quot;unit&quot;:&quot;&quot;}],&quot;id&quot;:&quot;dataset-mufvfmw7-w8t72j&quot;,&quot;metadata&quot;:{&quot;header&quot;:{&quot;confidence&quot;:0.8333333333333334,&quot;present&quot;:true,&quot;source_row&quot;:0}},&quot;name&quot;:&quot;Pasted data&quot;,&quot;revision&quot;:1,&quot;rows&quot;:[[&quot;W36-1&quot;,42,136],[&quot;W36-2&quot;,37,102],[&quot;W36-3&quot;,31,84],[&quot;W36-4&quot;,25,61],[&quot;W36-5&quot;,19,39],[&quot;W36-6&quot;,15,22]],&quot;source&quot;:{&quot;imported_at&quot;:&quot;2026-09-24T18:34:30.439Z&quot;,&quot;kind&quot;:&quot;clipboard&quot;,&quot;label&quot;:&quot;TSV&quot;},&quot;warnings&quot;:[]}],&quot;groups&quot;:{},&quot;items&quot;:[{&quot;body&quot;:&quot;INC-2026-0918-447 · retry governor remains gated until the matched-shard probe clears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INC-2026-0918-447 · retry governor remains gated until the matched-shard probe clears.&quot;,&quot;title&quot;:&quot;Executive Statement&quot;,&quot;type&quot;:&quot;text&quot;,&quot;weight&quot;:1,&quot;z&quot;:1},{&quot;body&quot;:&quot;Edge API · us-central-2 / shard 17 · incident window 2026-09-18 14:06–15:42 UTC · 31,884 requests failed or retried · incident commander: Platform Reliability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Edge API · us-central-2 / shard 17 · incident window 2026-09-18 14:06–15:42 UTC · 31,884 requests failed or retried · incident commander: Platform Reliability.&quot;,&quot;title&quot;:&quot;Quarterly context&quot;,&quot;type&quot;:&quot;text&quot;,&quot;weight&quot;:1,&quot;z&quot;:2},{&quot;capability_overrides&quot;:{&quot;target&quot;:99.9},&quot;composition_role&quot;:&quot;hero_metric&quot;,&quot;delta&quot;:-0.4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9.9,&quot;title&quot;:&quot;Availability during event&quot;,&quot;type&quot;:&quot;metric&quot;,&quot;unit&quot;:&quot;%&quot;,&quot;value&quot;:99.42,&quot;weight&quot;:1,&quot;z&quot;:3},{&quot;capability_overrides&quot;:{&quot;target&quot;:8},&quot;composition_role&quot;:&quot;hero_metric&quot;,&quot;delta&quot;:-114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hours&quot;},&quot;order&quot;:3,&quot;section_id&quot;:&quot;performance&quot;,&quot;section_title&quot;:&quot;Performance&quot;,&quot;showTitle&quot;:true,&quot;target&quot;:8,&quot;title&quot;:&quot;Latest weekly customer impact hours · from 136h&quot;,&quot;type&quot;:&quot;metric&quot;,&quot;unit&quot;:&quot;hours&quot;,&quot;value&quot;:22,&quot;weight&quot;:1,&quot;z&quot;:4},{&quot;after&quot;:15,&quot;before&quot;:42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ases&quot;},&quot;order&quot;:4,&quot;section_id&quot;:&quot;performance&quot;,&quot;section_title&quot;:&quot;Performance&quot;,&quot;showTitle&quot;:true,&quot;title&quot;:&quot;P1 incidents · initial to latest&quot;,&quot;type&quot;:&quot;comparison&quot;,&quot;unit&quot;:&quot;cases&quot;,&quot;weight&quot;:1,&quot;z&quot;:5},{&quot;composition_role&quot;:&quot;primary_analysis&quot;,&quot;dataset_id&quot;:&quot;dataset-mufvfmw7-w8t72j&quot;,&quot;element&quot;:&quot;Line Chart&quot;,&quot;engine&quot;:&quot;CoreChartEngine&quot;,&quot;groupId&quot;:null,&quot;id&quot;:&quot;c6&quot;,&quot;locked&quot;:false,&quot;mapping&quot;:{&quot;category&quot;:&quot;incident_week_1&quot;,&quot;value&quot;:&quot;p1_incidents_2&quot;,&quot;x&quot;:&quot;incident_week_1&quot;,&quot;y&quot;:&quot;p1_incidents_2&quot;},&quot;message_role&quot;:&quot;Primary Evidence&quot;,&quot;order&quot;:5,&quot;section_id&quot;:&quot;analysis&quot;,&quot;section_title&quot;:&quot;Analysis&quot;,&quot;showTitle&quot;:true,&quot;title&quot;:&quot;P1 incidents per week&quot;,&quot;type&quot;:&quot;chart&quot;,&quot;weight&quot;:1,&quot;z&quot;:6},{&quot;composition_role&quot;:&quot;detailed_evidence&quot;,&quot;customTable&quot;:{&quot;headers&quot;:[&quot;Service / incident reference&quot;,&quot;Impact&quot;,&quot;Owner&quot;,&quot;Status&quot;]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},&quot;element&quot;:&quot;Clean Table&quot;,&quot;engine&quot;:&quot;TableEngine&quot;,&quot;groupId&quot;:null,&quot;id&quot;:&quot;c7&quot;,&quot;locked&quot;:false,&quot;message_role&quot;:&quot;Primary Evidence&quot;,&quot;order&quot;:7,&quot;rows&quot;:[[&quot;edge-api / INC-2026-0918-447&quot;,&quot;96 min degraded&quot;,&quot;Platform Reliability&quot;,&quot;Reconciliation pending&quot;],[&quot;tenant-gateway / TRACE-73A91F2C&quot;,&quot;1,842 retrying accounts&quot;,&quot;Edge Operations&quot;,&quot;Retry governor 0.82&quot;],[&quot;billing-webhook / INC-2026-0919-021&quot;,&quot;14 late callbacks&quot;,&quot;Payments SRE&quot;,&quot;Replay verified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ore traffic recovered, but high-value customer retries exceeded the 90-minute objective. Do not convert observed recovery into causal proof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Keep production rollout gated on the matched-shard saturation probe&quot;,&quot;status&quot;:&quot;Monitor&quot;,&quot;title&quot;:&quot;Risk Callout&quot;,&quot;type&quot;:&quot;decision&quot;,&quot;weight&quot;:1,&quot;z&quot;:8},{&quot;body&quot;:&quot;Next step: publish the customer reconciliation and reopen rollout after the matched shard passes its 30-minute saturation probe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publish the customer reconciliation and reopen rollout after the matched shard passes its 30-minute saturation probe.&quot;,&quot;title&quot;:&quot;Key Takeaway&quot;,&quot;type&quot;:&quot;text&quot;,&quot;weight&quot;:1,&quot;z&quot;:9},{&quot;composition_role&quot;:&quot;primary_analysis&quot;,&quot;dataset_id&quot;:&quot;dataset-mufvfmw7-w8t72j&quot;,&quot;element&quot;:&quot;Line Chart&quot;,&quot;engine&quot;:&quot;CoreChartEngine&quot;,&quot;groupId&quot;:null,&quot;id&quot;:&quot;c10&quot;,&quot;locked&quot;:false,&quot;mapping&quot;:{&quot;category&quot;:&quot;incident_week_1&quot;,&quot;value&quot;:&quot;p1_incidents_2&quot;,&quot;x&quot;:&quot;incident_week_1&quot;,&quot;y&quot;:&quot;customer_impact_hours_3&quot;},&quot;message_role&quot;:&quot;Primary Evidence&quot;,&quot;order&quot;:6,&quot;section_id&quot;:&quot;analysis&quot;,&quot;section_title&quot;:&quot;Analysis&quot;,&quot;showTitle&quot;:true,&quot;title&quot;:&quot;Customer impact hours per week&quot;,&quot;type&quot;:&quot;chart&quot;,&quot;weight&quot;:1,&quot;z&quot;:10}],&quot;layoutPreset&quot;:&quot;executive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