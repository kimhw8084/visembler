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ross&quot;:null,&quot;data&quot;:[[&quot;East&quot;,280],[&quot;West&quot;,305]],&quot;dataset_id&quot;:&quot;dataset-muft5wa0-wfj83l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omposition_role&quot;:&quot;supporting_analysis&quot;,&quot;cross&quot;:null,&quot;dataset_id&quot;:&quot;dataset-muft5wa0-wfj83l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 descr="VisualizerSemantic:{&quot;brush&quot;:[0,4],&quot;composition_role&quot;:&quot;supporting_analysis&quot;,&quot;cross&quot;:null,&quot;dataset_id&quot;:&quot;dataset-muft5wa0-wfj83l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39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t5wa0-wfj83l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4T17:30:56.808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ft5wa0-wfj83l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ft5wa0-wfj83l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ft5wa0-wfj83l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