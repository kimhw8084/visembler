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2164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98.8</c:v>
                </c:pt>
                <c:pt idx="1">
                  <c:v>98.4</c:v>
                </c:pt>
                <c:pt idx="2">
                  <c:v>94.1</c:v>
                </c:pt>
                <c:pt idx="3">
                  <c:v>94.6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Affected</c:v>
                </c:pt>
                <c:pt idx="4">
                  <c:v>Affected</c:v>
                </c:pt>
                <c:pt idx="5">
                  <c:v>Affected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98.8</c:v>
                </c:pt>
                <c:pt idx="1">
                  <c:v>98.5</c:v>
                </c:pt>
                <c:pt idx="2">
                  <c:v>98.6</c:v>
                </c:pt>
                <c:pt idx="3">
                  <c:v>94.1</c:v>
                </c:pt>
                <c:pt idx="4">
                  <c:v>94.6</c:v>
                </c:pt>
                <c:pt idx="5">
                  <c:v>93.8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,&quot;x&quot;:14.0,&quot;y&quot;:40.0,&quot;w&quot;:1059.44,&quot;h&quot;:120.96000000000001}"/>
          <p:cNvSpPr/>
          <p:nvPr/>
        </p:nvSpPr>
        <p:spPr>
          <a:xfrm>
            <a:off x="99064" y="283041"/>
            <a:ext cx="7496628" cy="85591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Affected lot L2407 shows a localized die-level yield loss after ETCH-08 chamber A processing. Contain the lot until the chamber check and paired reference run confirm recovery.</a:t>
            </a:r>
          </a:p>
        </p:txBody>
      </p:sp>
      <p:sp>
        <p:nvSpPr>
          <p:cNvPr id="3" name="VIZ::Affected scope" descr="VisualizerSemantic: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,&quot;x&quot;:1087.44,&quot;y&quot;:64.48,&quot;w&quot;:498.56,&quot;h&quot;:72.0}"/>
          <p:cNvSpPr/>
          <p:nvPr/>
        </p:nvSpPr>
        <p:spPr>
          <a:xfrm>
            <a:off x="7694757" y="456262"/>
            <a:ext cx="3527825" cy="50947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Affected scope</a:t>
            </a:r>
          </a:p>
          <a:p>
            <a:pPr>
              <a:defRPr sz="1000"/>
            </a:pPr>
            <a:r>
              <a:t>Lot L2407 · ETCH-08 chamber A · affected die compared with a paired reference · release held for verification.</a:t>
            </a:r>
          </a:p>
        </p:txBody>
      </p:sp>
      <p:sp>
        <p:nvSpPr>
          <p:cNvPr id="4" name="VIZ::Affected yield KPI" descr="VisualizerSemantic: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,&quot;x&quot;:900.4800000000001,&quot;y&quot;:199.96,&quot;w&quot;:685.52,&quot;h&quot;:206.0}"/>
          <p:cNvSpPr/>
          <p:nvPr/>
        </p:nvSpPr>
        <p:spPr>
          <a:xfrm>
            <a:off x="6371823" y="1414922"/>
            <a:ext cx="4850759" cy="145766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yield</a:t>
            </a:r>
          </a:p>
          <a:p>
            <a:pPr>
              <a:defRPr b="1" sz="2400"/>
            </a:pPr>
            <a:r>
              <a:t>94.2%</a:t>
            </a:r>
          </a:p>
        </p:txBody>
      </p:sp>
      <p:sp>
        <p:nvSpPr>
          <p:cNvPr id="5" name="VIZ::Affected versus reference yield KPI" descr="VisualizerSemantic: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,&quot;x&quot;:14.0,&quot;y&quot;:194.96,&quot;w&quot;:872.4800000000001,&quot;h&quot;:216.0}"/>
          <p:cNvSpPr/>
          <p:nvPr/>
        </p:nvSpPr>
        <p:spPr>
          <a:xfrm>
            <a:off x="99064" y="1379542"/>
            <a:ext cx="6173693" cy="152842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Affected versus reference yield</a:t>
            </a:r>
          </a:p>
          <a:p>
            <a:pPr>
              <a:defRPr b="1" sz="2400"/>
            </a:pPr>
            <a:r>
              <a:t>98.6 → 94.2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76.32647058823534,&quot;w&quot;:509.52000000000004,&quot;h&quot;:247.26705882352942}"/>
          <p:cNvGraphicFramePr>
            <a:graphicFrameLocks noGrp="1"/>
          </p:cNvGraphicFramePr>
          <p:nvPr/>
        </p:nvGraphicFramePr>
        <p:xfrm>
          <a:off x="3425364" y="3370500"/>
          <a:ext cx="3605378" cy="17496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98.8],[&quot;Reference&quot;,98.5],[&quot;Reference&quot;,98.6],[&quot;Affected&quot;,94.1],[&quot;Affected&quot;,94.6],[&quot;Affected&quot;,93.8]],&quot;dataset_id&quot;:&quot;dataset-muft4sld-mtou8p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observations&quot;:[{&quot;label&quot;:&quot;Reference&quot;,&quot;value&quot;:98.8},{&quot;label&quot;:&quot;Reference&quot;,&quot;value&quot;:98.5},{&quot;label&quot;:&quot;Reference&quot;,&quot;value&quot;:98.6},{&quot;label&quot;:&quot;Affected&quot;,&quot;value&quot;:94.1},{&quot;label&quot;:&quot;Affected&quot;,&quot;value&quot;:94.6},{&quot;label&quot;:&quot;Affected&quot;,&quot;value&quot;:93.8}],&quot;x&quot;:1007.5999999999999,&quot;y&quot;:489.96000000000004,&quot;w&quot;:432.32000000000005,&quot;h&quot;:220.0}"/>
          <p:cNvGraphicFramePr>
            <a:graphicFrameLocks noGrp="1"/>
          </p:cNvGraphicFramePr>
          <p:nvPr/>
        </p:nvGraphicFramePr>
        <p:xfrm>
          <a:off x="7129807" y="3466971"/>
          <a:ext cx="3059108" cy="155672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descr="VisualizerSemantic: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,&quot;x&quot;:14.0,&quot;y&quot;:762.96,&quot;w&quot;:1572.0,&quot;h&quot;:237.60000000000002}"/>
          <p:cNvSpPr/>
          <p:nvPr/>
        </p:nvSpPr>
        <p:spPr>
          <a:xfrm>
            <a:off x="99064" y="5398727"/>
            <a:ext cx="11123517" cy="16812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Verified finding</a:t>
            </a:r>
          </a:p>
          <a:p>
            <a:pPr>
              <a:defRPr sz="1000"/>
            </a:pPr>
            <a:r>
              <a:t>Finding · chamber A pressure drift aligns with the L2407 yield excursion.</a:t>
            </a:r>
            <a:br/>
            <a:r>
              <a:t>Affected yield is 94.2% versus 98.6% reference. Contain L2407 and verify the matched chamber run before release.</a:t>
            </a:r>
            <a:br/>
            <a:r>
              <a:t>Verified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2706694" y="7320577"/>
            <a:ext cx="5908257" cy="120292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1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descr="VisualizerSemantic: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,&quot;x&quot;:14.0,&quot;y&quot;:1552.1799999999998,&quot;w&quot;:1572.0,&quot;h&quot;:156.0}"/>
          <p:cNvSpPr/>
          <p:nvPr/>
        </p:nvSpPr>
        <p:spPr>
          <a:xfrm>
            <a:off x="99064" y="10983271"/>
            <a:ext cx="11123517" cy="110386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Corrective action</a:t>
            </a:r>
          </a:p>
          <a:p>
            <a:pPr>
              <a:defRPr sz="1000"/>
            </a:pPr>
            <a:r>
              <a:t>Contain lot L2407 through chamber requalification</a:t>
            </a:r>
            <a:br/>
            <a:r>
              <a:t>Release only after chamber A and the paired reference run confirm recovery.</a:t>
            </a:r>
            <a:br/>
            <a:r>
              <a:t>Contain</a:t>
            </a:r>
          </a:p>
        </p:txBody>
      </p:sp>
      <p:sp>
        <p:nvSpPr>
          <p:cNvPr id="13" name="VIZ::Affected die yield::spatial-panel" descr="VisualizerSemantic:{&quot;chamber&quot;:null,&quot;composition_role&quot;:&quot;primary_analysis&quot;,&quot;dataset_id&quot;:&quot;dataset-muft4qe0-97pyve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5,&quot;value&quot;:98.2},{&quot;x&quot;:-3,&quot;y&quot;:-4,&quot;value&quot;:98.6},{&quot;x&quot;:-2,&quot;y&quot;:-4,&quot;value&quot;:98.3},{&quot;x&quot;:-1,&quot;y&quot;:-4,&quot;value&quot;:98.8},{&quot;x&quot;:0,&quot;y&quot;:-4,&quot;value&quot;:98.5},{&quot;x&quot;:1,&quot;y&quot;:-4,&quot;value&quot;:98.2},{&quot;x&quot;:2,&quot;y&quot;:-4,&quot;value&quot;:98.7},{&quot;x&quot;:3,&quot;y&quot;:-4,&quot;value&quot;:98.4},{&quot;x&quot;:-4,&quot;y&quot;:-3,&quot;value&quot;:98.4},{&quot;x&quot;:-3,&quot;y&quot;:-3,&quot;value&quot;:98.1},{&quot;x&quot;:-2,&quot;y&quot;:-3,&quot;value&quot;:98.6},{&quot;x&quot;:-1,&quot;y&quot;:-3,&quot;value&quot;:98.3},{&quot;x&quot;:0,&quot;y&quot;:-3,&quot;value&quot;:98.8},{&quot;x&quot;:1,&quot;y&quot;:-3,&quot;value&quot;:98.5},{&quot;x&quot;:2,&quot;y&quot;:-3,&quot;value&quot;:98.2},{&quot;x&quot;:3,&quot;y&quot;:-3,&quot;value&quot;:98.7},{&quot;x&quot;:4,&quot;y&quot;:-3,&quot;value&quot;:98.4},{&quot;x&quot;:-4,&quot;y&quot;:-2,&quot;value&quot;:98.7},{&quot;x&quot;:-3,&quot;y&quot;:-2,&quot;value&quot;:98.4},{&quot;x&quot;:-2,&quot;y&quot;:-2,&quot;value&quot;:98.1},{&quot;x&quot;:-1,&quot;y&quot;:-2,&quot;value&quot;:98.6},{&quot;x&quot;:0,&quot;y&quot;:-2,&quot;value&quot;:98.3},{&quot;x&quot;:1,&quot;y&quot;:-2,&quot;value&quot;:98.8},{&quot;x&quot;:2,&quot;y&quot;:-2,&quot;value&quot;:98.5},{&quot;x&quot;:3,&quot;y&quot;:-2,&quot;value&quot;:98.2},{&quot;x&quot;:4,&quot;y&quot;:-2,&quot;value&quot;:98.7},{&quot;x&quot;:-4,&quot;y&quot;:-1,&quot;value&quot;:98.2},{&quot;x&quot;:-3,&quot;y&quot;:-1,&quot;value&quot;:98.7},{&quot;x&quot;:-2,&quot;y&quot;:-1,&quot;value&quot;:98.4},{&quot;x&quot;:-1,&quot;y&quot;:-1,&quot;value&quot;:98.1},{&quot;x&quot;:0,&quot;y&quot;:-1,&quot;value&quot;:98.6},{&quot;x&quot;:1,&quot;y&quot;:-1,&quot;value&quot;:98.3},{&quot;x&quot;:2,&quot;y&quot;:-1,&quot;value&quot;:98.8},{&quot;x&quot;:3,&quot;y&quot;:-1,&quot;value&quot;:98.5},{&quot;x&quot;:4,&quot;y&quot;:-1,&quot;value&quot;:98.2},{&quot;x&quot;:-5,&quot;y&quot;:0,&quot;value&quot;:98.8},{&quot;x&quot;:-4,&quot;y&quot;:0,&quot;value&quot;:98.5},{&quot;x&quot;:-3,&quot;y&quot;:0,&quot;value&quot;:98.2},{&quot;x&quot;:-2,&quot;y&quot;:0,&quot;value&quot;:98.7},{&quot;x&quot;:-1,&quot;y&quot;:0,&quot;value&quot;:98.4},{&quot;x&quot;:0,&quot;y&quot;:0,&quot;value&quot;:98.1},{&quot;x&quot;:1,&quot;y&quot;:0,&quot;value&quot;:98.6},{&quot;x&quot;:2,&quot;y&quot;:0,&quot;value&quot;:88.6},{&quot;x&quot;:3,&quot;y&quot;:0,&quot;value&quot;:88.7},{&quot;x&quot;:4,&quot;y&quot;:0,&quot;value&quot;:98.5},{&quot;x&quot;:5,&quot;y&quot;:0,&quot;value&quot;:98.2},{&quot;x&quot;:-4,&quot;y&quot;:1,&quot;value&quot;:98.8},{&quot;x&quot;:-3,&quot;y&quot;:1,&quot;value&quot;:98.5},{&quot;x&quot;:-2,&quot;y&quot;:1,&quot;value&quot;:98.2},{&quot;x&quot;:-1,&quot;y&quot;:1,&quot;value&quot;:98.7},{&quot;x&quot;:0,&quot;y&quot;:1,&quot;value&quot;:98.4},{&quot;x&quot;:1,&quot;y&quot;:1,&quot;value&quot;:98.1},{&quot;x&quot;:2,&quot;y&quot;:1,&quot;value&quot;:88.5},{&quot;x&quot;:3,&quot;y&quot;:1,&quot;value&quot;:88.6},{&quot;x&quot;:4,&quot;y&quot;:1,&quot;value&quot;:98.8},{&quot;x&quot;:-4,&quot;y&quot;:2,&quot;value&quot;:98.3},{&quot;x&quot;:-3,&quot;y&quot;:2,&quot;value&quot;:98.8},{&quot;x&quot;:-2,&quot;y&quot;:2,&quot;value&quot;:98.5},{&quot;x&quot;:-1,&quot;y&quot;:2,&quot;value&quot;:98.2},{&quot;x&quot;:0,&quot;y&quot;:2,&quot;value&quot;:98.7},{&quot;x&quot;:1,&quot;y&quot;:2,&quot;value&quot;:98.4},{&quot;x&quot;:2,&quot;y&quot;:2,&quot;value&quot;:98.1},{&quot;x&quot;:3,&quot;y&quot;:2,&quot;value&quot;:98.6},{&quot;x&quot;:4,&quot;y&quot;:2,&quot;value&quot;:98.3},{&quot;x&quot;:-4,&quot;y&quot;:3,&quot;value&quot;:98.6},{&quot;x&quot;:-3,&quot;y&quot;:3,&quot;value&quot;:98.3},{&quot;x&quot;:-2,&quot;y&quot;:3,&quot;value&quot;:98.8},{&quot;x&quot;:-1,&quot;y&quot;:3,&quot;value&quot;:98.5},{&quot;x&quot;:0,&quot;y&quot;:3,&quot;value&quot;:98.2},{&quot;x&quot;:1,&quot;y&quot;:3,&quot;value&quot;:98.7},{&quot;x&quot;:2,&quot;y&quot;:3,&quot;value&quot;:98.4},{&quot;x&quot;:3,&quot;y&quot;:3,&quot;value&quot;:98.1},{&quot;x&quot;:4,&quot;y&quot;:3,&quot;value&quot;:98.6},{&quot;x&quot;:-3,&quot;y&quot;:4,&quot;value&quot;:98.6},{&quot;x&quot;:-2,&quot;y&quot;:4,&quot;value&quot;:98.3},{&quot;x&quot;:-1,&quot;y&quot;:4,&quot;value&quot;:98.8},{&quot;x&quot;:0,&quot;y&quot;:4,&quot;value&quot;:98.5},{&quot;x&quot;:1,&quot;y&quot;:4,&quot;value&quot;:98.2},{&quot;x&quot;:2,&quot;y&quot;:4,&quot;value&quot;:98.7},{&quot;x&quot;:3,&quot;y&quot;:4,&quot;value&quot;:98.4},{&quot;x&quot;:0,&quot;y&quot;:5,&quot;value&quot;:98.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44.96000000000004,&quot;w&quot;:310.0,&quot;h&quot;:310.0}"/>
          <p:cNvSpPr/>
          <p:nvPr/>
        </p:nvSpPr>
        <p:spPr>
          <a:xfrm>
            <a:off x="1132731" y="3148550"/>
            <a:ext cx="2193569" cy="21935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Affected die yield::title"/>
          <p:cNvSpPr txBox="1"/>
          <p:nvPr/>
        </p:nvSpPr>
        <p:spPr>
          <a:xfrm>
            <a:off x="1220473" y="3230846"/>
            <a:ext cx="201808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5" name="VIZ::Affected die yield::metadata"/>
          <p:cNvSpPr txBox="1"/>
          <p:nvPr/>
        </p:nvSpPr>
        <p:spPr>
          <a:xfrm>
            <a:off x="1220473" y="3486878"/>
            <a:ext cx="2018083" cy="350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81 observations · 0 missing · Value 88.5 to 98.8</a:t>
            </a:r>
          </a:p>
        </p:txBody>
      </p:sp>
      <p:sp>
        <p:nvSpPr>
          <p:cNvPr id="16" name="VIZ::Affected die yield::wafer-outline"/>
          <p:cNvSpPr/>
          <p:nvPr/>
        </p:nvSpPr>
        <p:spPr>
          <a:xfrm>
            <a:off x="1767807" y="3954539"/>
            <a:ext cx="923416" cy="923416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Affected die yield::orientation-notch"/>
          <p:cNvSpPr/>
          <p:nvPr/>
        </p:nvSpPr>
        <p:spPr>
          <a:xfrm>
            <a:off x="2183795" y="3950882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"/>
          <p:cNvSpPr txBox="1"/>
          <p:nvPr/>
        </p:nvSpPr>
        <p:spPr>
          <a:xfrm>
            <a:off x="2109471" y="3808235"/>
            <a:ext cx="646391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9" name="VIZ::Affected die yield::die-1" descr="VisualizerSemanticDie:{&quot;index&quot;:0,&quot;x&quot;:0,&quot;y&quot;:-5,&quot;value&quot;:98.2,&quot;delta&quot;:null,&quot;reference_value&quot;:null,&quot;affected_value&quot;:null}"/>
          <p:cNvSpPr/>
          <p:nvPr/>
        </p:nvSpPr>
        <p:spPr>
          <a:xfrm>
            <a:off x="2194887" y="479346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Affected die yield::die-2" descr="VisualizerSemanticDie:{&quot;index&quot;:1,&quot;x&quot;:-3,&quot;y&quot;:-4,&quot;value&quot;:98.6,&quot;delta&quot;:null,&quot;reference_value&quot;:null,&quot;affected_value&quot;:null}"/>
          <p:cNvSpPr/>
          <p:nvPr/>
        </p:nvSpPr>
        <p:spPr>
          <a:xfrm>
            <a:off x="1947781" y="4711095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3" descr="VisualizerSemanticDie:{&quot;index&quot;:2,&quot;x&quot;:-2,&quot;y&quot;:-4,&quot;value&quot;:98.3,&quot;delta&quot;:null,&quot;reference_value&quot;:null,&quot;affected_value&quot;:null}"/>
          <p:cNvSpPr/>
          <p:nvPr/>
        </p:nvSpPr>
        <p:spPr>
          <a:xfrm>
            <a:off x="2030149" y="4711095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4" descr="VisualizerSemanticDie:{&quot;index&quot;:3,&quot;x&quot;:-1,&quot;y&quot;:-4,&quot;value&quot;:98.8,&quot;delta&quot;:null,&quot;reference_value&quot;:null,&quot;affected_value&quot;:null}"/>
          <p:cNvSpPr/>
          <p:nvPr/>
        </p:nvSpPr>
        <p:spPr>
          <a:xfrm>
            <a:off x="2112518" y="471109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5" descr="VisualizerSemanticDie:{&quot;index&quot;:4,&quot;x&quot;:0,&quot;y&quot;:-4,&quot;value&quot;:98.5,&quot;delta&quot;:null,&quot;reference_value&quot;:null,&quot;affected_value&quot;:null}"/>
          <p:cNvSpPr/>
          <p:nvPr/>
        </p:nvSpPr>
        <p:spPr>
          <a:xfrm>
            <a:off x="2194887" y="4711095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6" descr="VisualizerSemanticDie:{&quot;index&quot;:5,&quot;x&quot;:1,&quot;y&quot;:-4,&quot;value&quot;:98.2,&quot;delta&quot;:null,&quot;reference_value&quot;:null,&quot;affected_value&quot;:null}"/>
          <p:cNvSpPr/>
          <p:nvPr/>
        </p:nvSpPr>
        <p:spPr>
          <a:xfrm>
            <a:off x="2277256" y="4711095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7" descr="VisualizerSemanticDie:{&quot;index&quot;:6,&quot;x&quot;:2,&quot;y&quot;:-4,&quot;value&quot;:98.7,&quot;delta&quot;:null,&quot;reference_value&quot;:null,&quot;affected_value&quot;:null}"/>
          <p:cNvSpPr/>
          <p:nvPr/>
        </p:nvSpPr>
        <p:spPr>
          <a:xfrm>
            <a:off x="2359624" y="4711095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8" descr="VisualizerSemanticDie:{&quot;index&quot;:7,&quot;x&quot;:3,&quot;y&quot;:-4,&quot;value&quot;:98.4,&quot;delta&quot;:null,&quot;reference_value&quot;:null,&quot;affected_value&quot;:null}"/>
          <p:cNvSpPr/>
          <p:nvPr/>
        </p:nvSpPr>
        <p:spPr>
          <a:xfrm>
            <a:off x="2441993" y="4711095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9" descr="VisualizerSemanticDie:{&quot;index&quot;:8,&quot;x&quot;:-4,&quot;y&quot;:-3,&quot;value&quot;:98.4,&quot;delta&quot;:null,&quot;reference_value&quot;:null,&quot;affected_value&quot;:null}"/>
          <p:cNvSpPr/>
          <p:nvPr/>
        </p:nvSpPr>
        <p:spPr>
          <a:xfrm>
            <a:off x="186541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10" descr="VisualizerSemanticDie:{&quot;index&quot;:9,&quot;x&quot;:-3,&quot;y&quot;:-3,&quot;value&quot;:98.1,&quot;delta&quot;:null,&quot;reference_value&quot;:null,&quot;affected_value&quot;:null}"/>
          <p:cNvSpPr/>
          <p:nvPr/>
        </p:nvSpPr>
        <p:spPr>
          <a:xfrm>
            <a:off x="1947781" y="4628726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1" descr="VisualizerSemanticDie:{&quot;index&quot;:10,&quot;x&quot;:-2,&quot;y&quot;:-3,&quot;value&quot;:98.6,&quot;delta&quot;:null,&quot;reference_value&quot;:null,&quot;affected_value&quot;:null}"/>
          <p:cNvSpPr/>
          <p:nvPr/>
        </p:nvSpPr>
        <p:spPr>
          <a:xfrm>
            <a:off x="2030149" y="4628726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2" descr="VisualizerSemanticDie:{&quot;index&quot;:11,&quot;x&quot;:-1,&quot;y&quot;:-3,&quot;value&quot;:98.3,&quot;delta&quot;:null,&quot;reference_value&quot;:null,&quot;affected_value&quot;:null}"/>
          <p:cNvSpPr/>
          <p:nvPr/>
        </p:nvSpPr>
        <p:spPr>
          <a:xfrm>
            <a:off x="2112518" y="4628726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3" descr="VisualizerSemanticDie:{&quot;index&quot;:12,&quot;x&quot;:0,&quot;y&quot;:-3,&quot;value&quot;:98.8,&quot;delta&quot;:null,&quot;reference_value&quot;:null,&quot;affected_value&quot;:null}"/>
          <p:cNvSpPr/>
          <p:nvPr/>
        </p:nvSpPr>
        <p:spPr>
          <a:xfrm>
            <a:off x="2194887" y="4628726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4" descr="VisualizerSemanticDie:{&quot;index&quot;:13,&quot;x&quot;:1,&quot;y&quot;:-3,&quot;value&quot;:98.5,&quot;delta&quot;:null,&quot;reference_value&quot;:null,&quot;affected_value&quot;:null}"/>
          <p:cNvSpPr/>
          <p:nvPr/>
        </p:nvSpPr>
        <p:spPr>
          <a:xfrm>
            <a:off x="2277256" y="4628726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5" descr="VisualizerSemanticDie:{&quot;index&quot;:14,&quot;x&quot;:2,&quot;y&quot;:-3,&quot;value&quot;:98.2,&quot;delta&quot;:null,&quot;reference_value&quot;:null,&quot;affected_value&quot;:null}"/>
          <p:cNvSpPr/>
          <p:nvPr/>
        </p:nvSpPr>
        <p:spPr>
          <a:xfrm>
            <a:off x="2359624" y="4628726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6" descr="VisualizerSemanticDie:{&quot;index&quot;:15,&quot;x&quot;:3,&quot;y&quot;:-3,&quot;value&quot;:98.7,&quot;delta&quot;:null,&quot;reference_value&quot;:null,&quot;affected_value&quot;:null}"/>
          <p:cNvSpPr/>
          <p:nvPr/>
        </p:nvSpPr>
        <p:spPr>
          <a:xfrm>
            <a:off x="2441993" y="4628726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7" descr="VisualizerSemanticDie:{&quot;index&quot;:16,&quot;x&quot;:4,&quot;y&quot;:-3,&quot;value&quot;:98.4,&quot;delta&quot;:null,&quot;reference_value&quot;:null,&quot;affected_value&quot;:null}"/>
          <p:cNvSpPr/>
          <p:nvPr/>
        </p:nvSpPr>
        <p:spPr>
          <a:xfrm>
            <a:off x="2524362" y="4628726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8" descr="VisualizerSemanticDie:{&quot;index&quot;:17,&quot;x&quot;:-4,&quot;y&quot;:-2,&quot;value&quot;:98.7,&quot;delta&quot;:null,&quot;reference_value&quot;:null,&quot;affected_value&quot;:null}"/>
          <p:cNvSpPr/>
          <p:nvPr/>
        </p:nvSpPr>
        <p:spPr>
          <a:xfrm>
            <a:off x="186541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9" descr="VisualizerSemanticDie:{&quot;index&quot;:18,&quot;x&quot;:-3,&quot;y&quot;:-2,&quot;value&quot;:98.4,&quot;delta&quot;:null,&quot;reference_value&quot;:null,&quot;affected_value&quot;:null}"/>
          <p:cNvSpPr/>
          <p:nvPr/>
        </p:nvSpPr>
        <p:spPr>
          <a:xfrm>
            <a:off x="1947781" y="4546357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20" descr="VisualizerSemanticDie:{&quot;index&quot;:19,&quot;x&quot;:-2,&quot;y&quot;:-2,&quot;value&quot;:98.1,&quot;delta&quot;:null,&quot;reference_value&quot;:null,&quot;affected_value&quot;:null}"/>
          <p:cNvSpPr/>
          <p:nvPr/>
        </p:nvSpPr>
        <p:spPr>
          <a:xfrm>
            <a:off x="2030149" y="4546357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1" descr="VisualizerSemanticDie:{&quot;index&quot;:20,&quot;x&quot;:-1,&quot;y&quot;:-2,&quot;value&quot;:98.6,&quot;delta&quot;:null,&quot;reference_value&quot;:null,&quot;affected_value&quot;:null}"/>
          <p:cNvSpPr/>
          <p:nvPr/>
        </p:nvSpPr>
        <p:spPr>
          <a:xfrm>
            <a:off x="2112518" y="4546357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2" descr="VisualizerSemanticDie:{&quot;index&quot;:21,&quot;x&quot;:0,&quot;y&quot;:-2,&quot;value&quot;:98.3,&quot;delta&quot;:null,&quot;reference_value&quot;:null,&quot;affected_value&quot;:null}"/>
          <p:cNvSpPr/>
          <p:nvPr/>
        </p:nvSpPr>
        <p:spPr>
          <a:xfrm>
            <a:off x="2194887" y="4546357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3" descr="VisualizerSemanticDie:{&quot;index&quot;:22,&quot;x&quot;:1,&quot;y&quot;:-2,&quot;value&quot;:98.8,&quot;delta&quot;:null,&quot;reference_value&quot;:null,&quot;affected_value&quot;:null}"/>
          <p:cNvSpPr/>
          <p:nvPr/>
        </p:nvSpPr>
        <p:spPr>
          <a:xfrm>
            <a:off x="2277256" y="4546357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4" descr="VisualizerSemanticDie:{&quot;index&quot;:23,&quot;x&quot;:2,&quot;y&quot;:-2,&quot;value&quot;:98.5,&quot;delta&quot;:null,&quot;reference_value&quot;:null,&quot;affected_value&quot;:null}"/>
          <p:cNvSpPr/>
          <p:nvPr/>
        </p:nvSpPr>
        <p:spPr>
          <a:xfrm>
            <a:off x="2359624" y="4546357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5" descr="VisualizerSemanticDie:{&quot;index&quot;:24,&quot;x&quot;:3,&quot;y&quot;:-2,&quot;value&quot;:98.2,&quot;delta&quot;:null,&quot;reference_value&quot;:null,&quot;affected_value&quot;:null}"/>
          <p:cNvSpPr/>
          <p:nvPr/>
        </p:nvSpPr>
        <p:spPr>
          <a:xfrm>
            <a:off x="2441993" y="4546357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6" descr="VisualizerSemanticDie:{&quot;index&quot;:25,&quot;x&quot;:4,&quot;y&quot;:-2,&quot;value&quot;:98.7,&quot;delta&quot;:null,&quot;reference_value&quot;:null,&quot;affected_value&quot;:null}"/>
          <p:cNvSpPr/>
          <p:nvPr/>
        </p:nvSpPr>
        <p:spPr>
          <a:xfrm>
            <a:off x="2524362" y="4546357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7" descr="VisualizerSemanticDie:{&quot;index&quot;:26,&quot;x&quot;:-4,&quot;y&quot;:-1,&quot;value&quot;:98.2,&quot;delta&quot;:null,&quot;reference_value&quot;:null,&quot;affected_value&quot;:null}"/>
          <p:cNvSpPr/>
          <p:nvPr/>
        </p:nvSpPr>
        <p:spPr>
          <a:xfrm>
            <a:off x="186541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8" descr="VisualizerSemanticDie:{&quot;index&quot;:27,&quot;x&quot;:-3,&quot;y&quot;:-1,&quot;value&quot;:98.7,&quot;delta&quot;:null,&quot;reference_value&quot;:null,&quot;affected_value&quot;:null}"/>
          <p:cNvSpPr/>
          <p:nvPr/>
        </p:nvSpPr>
        <p:spPr>
          <a:xfrm>
            <a:off x="1947781" y="4463988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9" descr="VisualizerSemanticDie:{&quot;index&quot;:28,&quot;x&quot;:-2,&quot;y&quot;:-1,&quot;value&quot;:98.4,&quot;delta&quot;:null,&quot;reference_value&quot;:null,&quot;affected_value&quot;:null}"/>
          <p:cNvSpPr/>
          <p:nvPr/>
        </p:nvSpPr>
        <p:spPr>
          <a:xfrm>
            <a:off x="2030149" y="4463988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30" descr="VisualizerSemanticDie:{&quot;index&quot;:29,&quot;x&quot;:-1,&quot;y&quot;:-1,&quot;value&quot;:98.1,&quot;delta&quot;:null,&quot;reference_value&quot;:null,&quot;affected_value&quot;:null}"/>
          <p:cNvSpPr/>
          <p:nvPr/>
        </p:nvSpPr>
        <p:spPr>
          <a:xfrm>
            <a:off x="2112518" y="4463988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1" descr="VisualizerSemanticDie:{&quot;index&quot;:30,&quot;x&quot;:0,&quot;y&quot;:-1,&quot;value&quot;:98.6,&quot;delta&quot;:null,&quot;reference_value&quot;:null,&quot;affected_value&quot;:null}"/>
          <p:cNvSpPr/>
          <p:nvPr/>
        </p:nvSpPr>
        <p:spPr>
          <a:xfrm>
            <a:off x="2194887" y="4463988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2" descr="VisualizerSemanticDie:{&quot;index&quot;:31,&quot;x&quot;:1,&quot;y&quot;:-1,&quot;value&quot;:98.3,&quot;delta&quot;:null,&quot;reference_value&quot;:null,&quot;affected_value&quot;:null}"/>
          <p:cNvSpPr/>
          <p:nvPr/>
        </p:nvSpPr>
        <p:spPr>
          <a:xfrm>
            <a:off x="2277256" y="4463988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3" descr="VisualizerSemanticDie:{&quot;index&quot;:32,&quot;x&quot;:2,&quot;y&quot;:-1,&quot;value&quot;:98.8,&quot;delta&quot;:null,&quot;reference_value&quot;:null,&quot;affected_value&quot;:null}"/>
          <p:cNvSpPr/>
          <p:nvPr/>
        </p:nvSpPr>
        <p:spPr>
          <a:xfrm>
            <a:off x="2359624" y="4463988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4" descr="VisualizerSemanticDie:{&quot;index&quot;:33,&quot;x&quot;:3,&quot;y&quot;:-1,&quot;value&quot;:98.5,&quot;delta&quot;:null,&quot;reference_value&quot;:null,&quot;affected_value&quot;:null}"/>
          <p:cNvSpPr/>
          <p:nvPr/>
        </p:nvSpPr>
        <p:spPr>
          <a:xfrm>
            <a:off x="2441993" y="4463988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5" descr="VisualizerSemanticDie:{&quot;index&quot;:34,&quot;x&quot;:4,&quot;y&quot;:-1,&quot;value&quot;:98.2,&quot;delta&quot;:null,&quot;reference_value&quot;:null,&quot;affected_value&quot;:null}"/>
          <p:cNvSpPr/>
          <p:nvPr/>
        </p:nvSpPr>
        <p:spPr>
          <a:xfrm>
            <a:off x="2524362" y="4463988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6" descr="VisualizerSemanticDie:{&quot;index&quot;:35,&quot;x&quot;:-5,&quot;y&quot;:0,&quot;value&quot;:98.8,&quot;delta&quot;:null,&quot;reference_value&quot;:null,&quot;affected_value&quot;:null}"/>
          <p:cNvSpPr/>
          <p:nvPr/>
        </p:nvSpPr>
        <p:spPr>
          <a:xfrm>
            <a:off x="1783043" y="4381619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7" descr="VisualizerSemanticDie:{&quot;index&quot;:36,&quot;x&quot;:-4,&quot;y&quot;:0,&quot;value&quot;:98.5,&quot;delta&quot;:null,&quot;reference_value&quot;:null,&quot;affected_value&quot;:null}"/>
          <p:cNvSpPr/>
          <p:nvPr/>
        </p:nvSpPr>
        <p:spPr>
          <a:xfrm>
            <a:off x="186541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8" descr="VisualizerSemanticDie:{&quot;index&quot;:37,&quot;x&quot;:-3,&quot;y&quot;:0,&quot;value&quot;:98.2,&quot;delta&quot;:null,&quot;reference_value&quot;:null,&quot;affected_value&quot;:null}"/>
          <p:cNvSpPr/>
          <p:nvPr/>
        </p:nvSpPr>
        <p:spPr>
          <a:xfrm>
            <a:off x="194778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9" descr="VisualizerSemanticDie:{&quot;index&quot;:38,&quot;x&quot;:-2,&quot;y&quot;:0,&quot;value&quot;:98.7,&quot;delta&quot;:null,&quot;reference_value&quot;:null,&quot;affected_value&quot;:null}"/>
          <p:cNvSpPr/>
          <p:nvPr/>
        </p:nvSpPr>
        <p:spPr>
          <a:xfrm>
            <a:off x="2030149" y="4381619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40" descr="VisualizerSemanticDie:{&quot;index&quot;:39,&quot;x&quot;:-1,&quot;y&quot;:0,&quot;value&quot;:98.4,&quot;delta&quot;:null,&quot;reference_value&quot;:null,&quot;affected_value&quot;:null}"/>
          <p:cNvSpPr/>
          <p:nvPr/>
        </p:nvSpPr>
        <p:spPr>
          <a:xfrm>
            <a:off x="2112518" y="4381619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1" descr="VisualizerSemanticDie:{&quot;index&quot;:40,&quot;x&quot;:0,&quot;y&quot;:0,&quot;value&quot;:98.1,&quot;delta&quot;:null,&quot;reference_value&quot;:null,&quot;affected_value&quot;:null}"/>
          <p:cNvSpPr/>
          <p:nvPr/>
        </p:nvSpPr>
        <p:spPr>
          <a:xfrm>
            <a:off x="2194887" y="4381619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2" descr="VisualizerSemanticDie:{&quot;index&quot;:41,&quot;x&quot;:1,&quot;y&quot;:0,&quot;value&quot;:98.6,&quot;delta&quot;:null,&quot;reference_value&quot;:null,&quot;affected_value&quot;:null}"/>
          <p:cNvSpPr/>
          <p:nvPr/>
        </p:nvSpPr>
        <p:spPr>
          <a:xfrm>
            <a:off x="2277256" y="4381619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3" descr="VisualizerSemanticDie:{&quot;index&quot;:42,&quot;x&quot;:2,&quot;y&quot;:0,&quot;value&quot;:88.6,&quot;delta&quot;:null,&quot;reference_value&quot;:null,&quot;affected_value&quot;:null}"/>
          <p:cNvSpPr/>
          <p:nvPr/>
        </p:nvSpPr>
        <p:spPr>
          <a:xfrm>
            <a:off x="2359624" y="4381619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4" descr="VisualizerSemanticDie:{&quot;index&quot;:43,&quot;x&quot;:3,&quot;y&quot;:0,&quot;value&quot;:88.7,&quot;delta&quot;:null,&quot;reference_value&quot;:null,&quot;affected_value&quot;:null}"/>
          <p:cNvSpPr/>
          <p:nvPr/>
        </p:nvSpPr>
        <p:spPr>
          <a:xfrm>
            <a:off x="2441993" y="4381619"/>
            <a:ext cx="69256" cy="69256"/>
          </a:xfrm>
          <a:prstGeom prst="rect">
            <a:avLst/>
          </a:prstGeom>
          <a:solidFill>
            <a:srgbClr val="395A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5" descr="VisualizerSemanticDie:{&quot;index&quot;:44,&quot;x&quot;:4,&quot;y&quot;:0,&quot;value&quot;:98.5,&quot;delta&quot;:null,&quot;reference_value&quot;:null,&quot;affected_value&quot;:null}"/>
          <p:cNvSpPr/>
          <p:nvPr/>
        </p:nvSpPr>
        <p:spPr>
          <a:xfrm>
            <a:off x="2524362" y="4381619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6" descr="VisualizerSemanticDie:{&quot;index&quot;:45,&quot;x&quot;:5,&quot;y&quot;:0,&quot;value&quot;:98.2,&quot;delta&quot;:null,&quot;reference_value&quot;:null,&quot;affected_value&quot;:null}"/>
          <p:cNvSpPr/>
          <p:nvPr/>
        </p:nvSpPr>
        <p:spPr>
          <a:xfrm>
            <a:off x="2606731" y="4381619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7" descr="VisualizerSemanticDie:{&quot;index&quot;:46,&quot;x&quot;:-4,&quot;y&quot;:1,&quot;value&quot;:98.8,&quot;delta&quot;:null,&quot;reference_value&quot;:null,&quot;affected_value&quot;:null}"/>
          <p:cNvSpPr/>
          <p:nvPr/>
        </p:nvSpPr>
        <p:spPr>
          <a:xfrm>
            <a:off x="186541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8" descr="VisualizerSemanticDie:{&quot;index&quot;:47,&quot;x&quot;:-3,&quot;y&quot;:1,&quot;value&quot;:98.5,&quot;delta&quot;:null,&quot;reference_value&quot;:null,&quot;affected_value&quot;:null}"/>
          <p:cNvSpPr/>
          <p:nvPr/>
        </p:nvSpPr>
        <p:spPr>
          <a:xfrm>
            <a:off x="1947781" y="4299251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9" descr="VisualizerSemanticDie:{&quot;index&quot;:48,&quot;x&quot;:-2,&quot;y&quot;:1,&quot;value&quot;:98.2,&quot;delta&quot;:null,&quot;reference_value&quot;:null,&quot;affected_value&quot;:null}"/>
          <p:cNvSpPr/>
          <p:nvPr/>
        </p:nvSpPr>
        <p:spPr>
          <a:xfrm>
            <a:off x="2030149" y="4299251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50" descr="VisualizerSemanticDie:{&quot;index&quot;:49,&quot;x&quot;:-1,&quot;y&quot;:1,&quot;value&quot;:98.7,&quot;delta&quot;:null,&quot;reference_value&quot;:null,&quot;affected_value&quot;:null}"/>
          <p:cNvSpPr/>
          <p:nvPr/>
        </p:nvSpPr>
        <p:spPr>
          <a:xfrm>
            <a:off x="2112518" y="4299251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1" descr="VisualizerSemanticDie:{&quot;index&quot;:50,&quot;x&quot;:0,&quot;y&quot;:1,&quot;value&quot;:98.4,&quot;delta&quot;:null,&quot;reference_value&quot;:null,&quot;affected_value&quot;:null}"/>
          <p:cNvSpPr/>
          <p:nvPr/>
        </p:nvSpPr>
        <p:spPr>
          <a:xfrm>
            <a:off x="2194887" y="4299251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2" descr="VisualizerSemanticDie:{&quot;index&quot;:51,&quot;x&quot;:1,&quot;y&quot;:1,&quot;value&quot;:98.1,&quot;delta&quot;:null,&quot;reference_value&quot;:null,&quot;affected_value&quot;:null}"/>
          <p:cNvSpPr/>
          <p:nvPr/>
        </p:nvSpPr>
        <p:spPr>
          <a:xfrm>
            <a:off x="2277256" y="4299251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3" descr="VisualizerSemanticDie:{&quot;index&quot;:52,&quot;x&quot;:2,&quot;y&quot;:1,&quot;value&quot;:88.5,&quot;delta&quot;:null,&quot;reference_value&quot;:null,&quot;affected_value&quot;:null}"/>
          <p:cNvSpPr/>
          <p:nvPr/>
        </p:nvSpPr>
        <p:spPr>
          <a:xfrm>
            <a:off x="2359624" y="4299251"/>
            <a:ext cx="69256" cy="69256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4" descr="VisualizerSemanticDie:{&quot;index&quot;:53,&quot;x&quot;:3,&quot;y&quot;:1,&quot;value&quot;:88.6,&quot;delta&quot;:null,&quot;reference_value&quot;:null,&quot;affected_value&quot;:null}"/>
          <p:cNvSpPr/>
          <p:nvPr/>
        </p:nvSpPr>
        <p:spPr>
          <a:xfrm>
            <a:off x="2441993" y="4299251"/>
            <a:ext cx="69256" cy="69256"/>
          </a:xfrm>
          <a:prstGeom prst="rect">
            <a:avLst/>
          </a:prstGeom>
          <a:solidFill>
            <a:srgbClr val="375A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5" descr="VisualizerSemanticDie:{&quot;index&quot;:54,&quot;x&quot;:4,&quot;y&quot;:1,&quot;value&quot;:98.8,&quot;delta&quot;:null,&quot;reference_value&quot;:null,&quot;affected_value&quot;:null}"/>
          <p:cNvSpPr/>
          <p:nvPr/>
        </p:nvSpPr>
        <p:spPr>
          <a:xfrm>
            <a:off x="2524362" y="4299251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6" descr="VisualizerSemanticDie:{&quot;index&quot;:55,&quot;x&quot;:-4,&quot;y&quot;:2,&quot;value&quot;:98.3,&quot;delta&quot;:null,&quot;reference_value&quot;:null,&quot;affected_value&quot;:null}"/>
          <p:cNvSpPr/>
          <p:nvPr/>
        </p:nvSpPr>
        <p:spPr>
          <a:xfrm>
            <a:off x="186541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7" descr="VisualizerSemanticDie:{&quot;index&quot;:56,&quot;x&quot;:-3,&quot;y&quot;:2,&quot;value&quot;:98.8,&quot;delta&quot;:null,&quot;reference_value&quot;:null,&quot;affected_value&quot;:null}"/>
          <p:cNvSpPr/>
          <p:nvPr/>
        </p:nvSpPr>
        <p:spPr>
          <a:xfrm>
            <a:off x="1947781" y="4216882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8" descr="VisualizerSemanticDie:{&quot;index&quot;:57,&quot;x&quot;:-2,&quot;y&quot;:2,&quot;value&quot;:98.5,&quot;delta&quot;:null,&quot;reference_value&quot;:null,&quot;affected_value&quot;:null}"/>
          <p:cNvSpPr/>
          <p:nvPr/>
        </p:nvSpPr>
        <p:spPr>
          <a:xfrm>
            <a:off x="2030149" y="4216882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9" descr="VisualizerSemanticDie:{&quot;index&quot;:58,&quot;x&quot;:-1,&quot;y&quot;:2,&quot;value&quot;:98.2,&quot;delta&quot;:null,&quot;reference_value&quot;:null,&quot;affected_value&quot;:null}"/>
          <p:cNvSpPr/>
          <p:nvPr/>
        </p:nvSpPr>
        <p:spPr>
          <a:xfrm>
            <a:off x="2112518" y="4216882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60" descr="VisualizerSemanticDie:{&quot;index&quot;:59,&quot;x&quot;:0,&quot;y&quot;:2,&quot;value&quot;:98.7,&quot;delta&quot;:null,&quot;reference_value&quot;:null,&quot;affected_value&quot;:null}"/>
          <p:cNvSpPr/>
          <p:nvPr/>
        </p:nvSpPr>
        <p:spPr>
          <a:xfrm>
            <a:off x="2194887" y="4216882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1" descr="VisualizerSemanticDie:{&quot;index&quot;:60,&quot;x&quot;:1,&quot;y&quot;:2,&quot;value&quot;:98.4,&quot;delta&quot;:null,&quot;reference_value&quot;:null,&quot;affected_value&quot;:null}"/>
          <p:cNvSpPr/>
          <p:nvPr/>
        </p:nvSpPr>
        <p:spPr>
          <a:xfrm>
            <a:off x="2277256" y="4216882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2" descr="VisualizerSemanticDie:{&quot;index&quot;:61,&quot;x&quot;:2,&quot;y&quot;:2,&quot;value&quot;:98.1,&quot;delta&quot;:null,&quot;reference_value&quot;:null,&quot;affected_value&quot;:null}"/>
          <p:cNvSpPr/>
          <p:nvPr/>
        </p:nvSpPr>
        <p:spPr>
          <a:xfrm>
            <a:off x="2359624" y="4216882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3" descr="VisualizerSemanticDie:{&quot;index&quot;:62,&quot;x&quot;:3,&quot;y&quot;:2,&quot;value&quot;:98.6,&quot;delta&quot;:null,&quot;reference_value&quot;:null,&quot;affected_value&quot;:null}"/>
          <p:cNvSpPr/>
          <p:nvPr/>
        </p:nvSpPr>
        <p:spPr>
          <a:xfrm>
            <a:off x="2441993" y="4216882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4" descr="VisualizerSemanticDie:{&quot;index&quot;:63,&quot;x&quot;:4,&quot;y&quot;:2,&quot;value&quot;:98.3,&quot;delta&quot;:null,&quot;reference_value&quot;:null,&quot;affected_value&quot;:null}"/>
          <p:cNvSpPr/>
          <p:nvPr/>
        </p:nvSpPr>
        <p:spPr>
          <a:xfrm>
            <a:off x="2524362" y="4216882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5" descr="VisualizerSemanticDie:{&quot;index&quot;:64,&quot;x&quot;:-4,&quot;y&quot;:3,&quot;value&quot;:98.6,&quot;delta&quot;:null,&quot;reference_value&quot;:null,&quot;affected_value&quot;:null}"/>
          <p:cNvSpPr/>
          <p:nvPr/>
        </p:nvSpPr>
        <p:spPr>
          <a:xfrm>
            <a:off x="186541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6" descr="VisualizerSemanticDie:{&quot;index&quot;:65,&quot;x&quot;:-3,&quot;y&quot;:3,&quot;value&quot;:98.3,&quot;delta&quot;:null,&quot;reference_value&quot;:null,&quot;affected_value&quot;:null}"/>
          <p:cNvSpPr/>
          <p:nvPr/>
        </p:nvSpPr>
        <p:spPr>
          <a:xfrm>
            <a:off x="1947781" y="4134513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7" descr="VisualizerSemanticDie:{&quot;index&quot;:66,&quot;x&quot;:-2,&quot;y&quot;:3,&quot;value&quot;:98.8,&quot;delta&quot;:null,&quot;reference_value&quot;:null,&quot;affected_value&quot;:null}"/>
          <p:cNvSpPr/>
          <p:nvPr/>
        </p:nvSpPr>
        <p:spPr>
          <a:xfrm>
            <a:off x="2030149" y="4134513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8" descr="VisualizerSemanticDie:{&quot;index&quot;:67,&quot;x&quot;:-1,&quot;y&quot;:3,&quot;value&quot;:98.5,&quot;delta&quot;:null,&quot;reference_value&quot;:null,&quot;affected_value&quot;:null}"/>
          <p:cNvSpPr/>
          <p:nvPr/>
        </p:nvSpPr>
        <p:spPr>
          <a:xfrm>
            <a:off x="2112518" y="4134513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9" descr="VisualizerSemanticDie:{&quot;index&quot;:68,&quot;x&quot;:0,&quot;y&quot;:3,&quot;value&quot;:98.2,&quot;delta&quot;:null,&quot;reference_value&quot;:null,&quot;affected_value&quot;:null}"/>
          <p:cNvSpPr/>
          <p:nvPr/>
        </p:nvSpPr>
        <p:spPr>
          <a:xfrm>
            <a:off x="2194887" y="4134513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70" descr="VisualizerSemanticDie:{&quot;index&quot;:69,&quot;x&quot;:1,&quot;y&quot;:3,&quot;value&quot;:98.7,&quot;delta&quot;:null,&quot;reference_value&quot;:null,&quot;affected_value&quot;:null}"/>
          <p:cNvSpPr/>
          <p:nvPr/>
        </p:nvSpPr>
        <p:spPr>
          <a:xfrm>
            <a:off x="2277256" y="4134513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1" descr="VisualizerSemanticDie:{&quot;index&quot;:70,&quot;x&quot;:2,&quot;y&quot;:3,&quot;value&quot;:98.4,&quot;delta&quot;:null,&quot;reference_value&quot;:null,&quot;affected_value&quot;:null}"/>
          <p:cNvSpPr/>
          <p:nvPr/>
        </p:nvSpPr>
        <p:spPr>
          <a:xfrm>
            <a:off x="2359624" y="4134513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2" descr="VisualizerSemanticDie:{&quot;index&quot;:71,&quot;x&quot;:3,&quot;y&quot;:3,&quot;value&quot;:98.1,&quot;delta&quot;:null,&quot;reference_value&quot;:null,&quot;affected_value&quot;:null}"/>
          <p:cNvSpPr/>
          <p:nvPr/>
        </p:nvSpPr>
        <p:spPr>
          <a:xfrm>
            <a:off x="2441993" y="4134513"/>
            <a:ext cx="69256" cy="69256"/>
          </a:xfrm>
          <a:prstGeom prst="rect">
            <a:avLst/>
          </a:prstGeom>
          <a:solidFill>
            <a:srgbClr val="BF506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3" descr="VisualizerSemanticDie:{&quot;index&quot;:72,&quot;x&quot;:4,&quot;y&quot;:3,&quot;value&quot;:98.6,&quot;delta&quot;:null,&quot;reference_value&quot;:null,&quot;affected_value&quot;:null}"/>
          <p:cNvSpPr/>
          <p:nvPr/>
        </p:nvSpPr>
        <p:spPr>
          <a:xfrm>
            <a:off x="2524362" y="4134513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4" descr="VisualizerSemanticDie:{&quot;index&quot;:73,&quot;x&quot;:-3,&quot;y&quot;:4,&quot;value&quot;:98.6,&quot;delta&quot;:null,&quot;reference_value&quot;:null,&quot;affected_value&quot;:null}"/>
          <p:cNvSpPr/>
          <p:nvPr/>
        </p:nvSpPr>
        <p:spPr>
          <a:xfrm>
            <a:off x="1947781" y="4052144"/>
            <a:ext cx="69256" cy="69256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5" descr="VisualizerSemanticDie:{&quot;index&quot;:74,&quot;x&quot;:-2,&quot;y&quot;:4,&quot;value&quot;:98.3,&quot;delta&quot;:null,&quot;reference_value&quot;:null,&quot;affected_value&quot;:null}"/>
          <p:cNvSpPr/>
          <p:nvPr/>
        </p:nvSpPr>
        <p:spPr>
          <a:xfrm>
            <a:off x="2030149" y="4052144"/>
            <a:ext cx="69256" cy="69256"/>
          </a:xfrm>
          <a:prstGeom prst="rect">
            <a:avLst/>
          </a:prstGeom>
          <a:solidFill>
            <a:srgbClr val="C25064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6" descr="VisualizerSemanticDie:{&quot;index&quot;:75,&quot;x&quot;:-1,&quot;y&quot;:4,&quot;value&quot;:98.8,&quot;delta&quot;:null,&quot;reference_value&quot;:null,&quot;affected_value&quot;:null}"/>
          <p:cNvSpPr/>
          <p:nvPr/>
        </p:nvSpPr>
        <p:spPr>
          <a:xfrm>
            <a:off x="2112518" y="4052144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7" descr="VisualizerSemanticDie:{&quot;index&quot;:76,&quot;x&quot;:0,&quot;y&quot;:4,&quot;value&quot;:98.5,&quot;delta&quot;:null,&quot;reference_value&quot;:null,&quot;affected_value&quot;:null}"/>
          <p:cNvSpPr/>
          <p:nvPr/>
        </p:nvSpPr>
        <p:spPr>
          <a:xfrm>
            <a:off x="2194887" y="4052144"/>
            <a:ext cx="69256" cy="69256"/>
          </a:xfrm>
          <a:prstGeom prst="rect">
            <a:avLst/>
          </a:prstGeom>
          <a:solidFill>
            <a:srgbClr val="C54F62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8" descr="VisualizerSemanticDie:{&quot;index&quot;:77,&quot;x&quot;:1,&quot;y&quot;:4,&quot;value&quot;:98.2,&quot;delta&quot;:null,&quot;reference_value&quot;:null,&quot;affected_value&quot;:null}"/>
          <p:cNvSpPr/>
          <p:nvPr/>
        </p:nvSpPr>
        <p:spPr>
          <a:xfrm>
            <a:off x="2277256" y="4052144"/>
            <a:ext cx="69256" cy="69256"/>
          </a:xfrm>
          <a:prstGeom prst="rect">
            <a:avLst/>
          </a:prstGeom>
          <a:solidFill>
            <a:srgbClr val="C0506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9" descr="VisualizerSemanticDie:{&quot;index&quot;:78,&quot;x&quot;:2,&quot;y&quot;:4,&quot;value&quot;:98.7,&quot;delta&quot;:null,&quot;reference_value&quot;:null,&quot;affected_value&quot;:null}"/>
          <p:cNvSpPr/>
          <p:nvPr/>
        </p:nvSpPr>
        <p:spPr>
          <a:xfrm>
            <a:off x="2359624" y="4052144"/>
            <a:ext cx="69256" cy="69256"/>
          </a:xfrm>
          <a:prstGeom prst="rect">
            <a:avLst/>
          </a:prstGeom>
          <a:solidFill>
            <a:srgbClr val="C84F60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80" descr="VisualizerSemanticDie:{&quot;index&quot;:79,&quot;x&quot;:3,&quot;y&quot;:4,&quot;value&quot;:98.4,&quot;delta&quot;:null,&quot;reference_value&quot;:null,&quot;affected_value&quot;:null}"/>
          <p:cNvSpPr/>
          <p:nvPr/>
        </p:nvSpPr>
        <p:spPr>
          <a:xfrm>
            <a:off x="2441993" y="4052144"/>
            <a:ext cx="69256" cy="69256"/>
          </a:xfrm>
          <a:prstGeom prst="rect">
            <a:avLst/>
          </a:prstGeom>
          <a:solidFill>
            <a:srgbClr val="C34F63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1" descr="VisualizerSemanticDie:{&quot;index&quot;:80,&quot;x&quot;:0,&quot;y&quot;:5,&quot;value&quot;:98.8,&quot;delta&quot;:null,&quot;reference_value&quot;:null,&quot;affected_value&quot;:null}"/>
          <p:cNvSpPr/>
          <p:nvPr/>
        </p:nvSpPr>
        <p:spPr>
          <a:xfrm>
            <a:off x="2194887" y="3969775"/>
            <a:ext cx="69256" cy="69256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legend-title"/>
          <p:cNvSpPr txBox="1"/>
          <p:nvPr/>
        </p:nvSpPr>
        <p:spPr>
          <a:xfrm>
            <a:off x="1242459" y="4914532"/>
            <a:ext cx="1974113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01" name="VIZ::Affected die yield::legend-1"/>
          <p:cNvSpPr/>
          <p:nvPr/>
        </p:nvSpPr>
        <p:spPr>
          <a:xfrm>
            <a:off x="1242459" y="5124844"/>
            <a:ext cx="199025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legend-2"/>
          <p:cNvSpPr/>
          <p:nvPr/>
        </p:nvSpPr>
        <p:spPr>
          <a:xfrm>
            <a:off x="1464344" y="5124844"/>
            <a:ext cx="199025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legend-3"/>
          <p:cNvSpPr/>
          <p:nvPr/>
        </p:nvSpPr>
        <p:spPr>
          <a:xfrm>
            <a:off x="1686230" y="5124844"/>
            <a:ext cx="199025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legend-4"/>
          <p:cNvSpPr/>
          <p:nvPr/>
        </p:nvSpPr>
        <p:spPr>
          <a:xfrm>
            <a:off x="1908116" y="5124844"/>
            <a:ext cx="199025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legend-5"/>
          <p:cNvSpPr/>
          <p:nvPr/>
        </p:nvSpPr>
        <p:spPr>
          <a:xfrm>
            <a:off x="2130002" y="5124844"/>
            <a:ext cx="199025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legend-6"/>
          <p:cNvSpPr/>
          <p:nvPr/>
        </p:nvSpPr>
        <p:spPr>
          <a:xfrm>
            <a:off x="2351888" y="5124844"/>
            <a:ext cx="199025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legend-7"/>
          <p:cNvSpPr/>
          <p:nvPr/>
        </p:nvSpPr>
        <p:spPr>
          <a:xfrm>
            <a:off x="2573774" y="5124844"/>
            <a:ext cx="199025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legend-8"/>
          <p:cNvSpPr/>
          <p:nvPr/>
        </p:nvSpPr>
        <p:spPr>
          <a:xfrm>
            <a:off x="2795660" y="5124844"/>
            <a:ext cx="199025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legend-9"/>
          <p:cNvSpPr/>
          <p:nvPr/>
        </p:nvSpPr>
        <p:spPr>
          <a:xfrm>
            <a:off x="3017546" y="5124844"/>
            <a:ext cx="199025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legend-low"/>
          <p:cNvSpPr txBox="1"/>
          <p:nvPr/>
        </p:nvSpPr>
        <p:spPr>
          <a:xfrm>
            <a:off x="1242459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88.5</a:t>
            </a:r>
          </a:p>
        </p:txBody>
      </p:sp>
      <p:sp>
        <p:nvSpPr>
          <p:cNvPr id="111" name="VIZ::Affected die yield::legend-high"/>
          <p:cNvSpPr txBox="1"/>
          <p:nvPr/>
        </p:nvSpPr>
        <p:spPr>
          <a:xfrm>
            <a:off x="2624338" y="5239144"/>
            <a:ext cx="59223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98.8</a:t>
            </a:r>
          </a:p>
        </p:txBody>
      </p:sp>
      <p:graphicFrame>
        <p:nvGraphicFramePr>
          <p:cNvPr id="112" name="VIZ::Clean Table" descr="VisualizerSemantic: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,&quot;x&quot;:14.0,&quot;y&quot;:1212.56,&quot;w&quot;:1572.0,&quot;h&quot;:305.62}"/>
          <p:cNvGraphicFramePr>
            <a:graphicFrameLocks noGrp="1"/>
          </p:cNvGraphicFramePr>
          <p:nvPr/>
        </p:nvGraphicFramePr>
        <p:xfrm>
          <a:off x="99064" y="8580110"/>
          <a:ext cx="11123517" cy="216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879"/>
                <a:gridCol w="2780879"/>
                <a:gridCol w="2780879"/>
                <a:gridCol w="2780880"/>
              </a:tblGrid>
              <a:tr h="540644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Yield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Mean of observed cohorts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Affected lot L2407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Localized die loss</a:t>
                      </a:r>
                    </a:p>
                  </a:txBody>
                  <a:tcPr/>
                </a:tc>
              </a:tr>
              <a:tr h="540644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ETCH-08 /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+2.1%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chamber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3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761558" y="7338865"/>
            <a:ext cx="5798529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14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382.516,&quot;y&quot;:1034.56,&quot;w&quot;:834.968,&quot;h&quot;:170.0}"/>
          <p:cNvSpPr/>
          <p:nvPr/>
        </p:nvSpPr>
        <p:spPr>
          <a:xfrm>
            <a:off x="2761558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15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4261482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16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5761406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17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7261330" y="7729255"/>
            <a:ext cx="1298756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action</a:t>
            </a:r>
          </a:p>
        </p:txBody>
      </p:sp>
      <p:cxnSp>
        <p:nvCxnSpPr>
          <p:cNvPr id="118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4064886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5564810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7064734" y="804091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1,&quot;missing&quot;:0},&quot;semantic_tags&quot;:[&quot;die_x&quot;],&quot;type&quot;:&quot;integer&quot;,&quot;unit&quot;:&quot;&quot;},{&quot;id&quot;:&quot;die_y_2&quot;,&quot;name&quot;:&quot;Die Y&quot;,&quot;nullable&quot;:false,&quot;profile&quot;:{&quot;distinct&quot;:11,&quot;missing&quot;:0},&quot;semantic_tags&quot;:[&quot;die_y&quot;],&quot;type&quot;:&quot;integer&quot;,&quot;unit&quot;:&quot;&quot;},{&quot;id&quot;:&quot;yield_3&quot;,&quot;name&quot;:&quot;Yield&quot;,&quot;nullable&quot;:false,&quot;profile&quot;:{&quot;distinct&quot;:11,&quot;missing&quot;:0},&quot;semantic_tags&quot;:[&quot;value&quot;],&quot;type&quot;:&quot;number&quot;,&quot;unit&quot;:&quot;&quot;}],&quot;id&quot;:&quot;dataset-muft4qe0-97pyve&quot;,&quot;metadata&quot;:{&quot;header&quot;:{&quot;confidence&quot;:1,&quot;present&quot;:true,&quot;source_row&quot;:0}},&quot;name&quot;:&quot;Pasted data&quot;,&quot;revision&quot;:1,&quot;rows&quot;:[[0,-5,98.2],[-3,-4,98.6],[-2,-4,98.3],[-1,-4,98.8],[0,-4,98.5],[1,-4,98.2],[2,-4,98.7],[3,-4,98.4],[-4,-3,98.4],[-3,-3,98.1],[-2,-3,98.6],[-1,-3,98.3],[0,-3,98.8],[1,-3,98.5],[2,-3,98.2],[3,-3,98.7],[4,-3,98.4],[-4,-2,98.7],[-3,-2,98.4],[-2,-2,98.1],[-1,-2,98.6],[0,-2,98.3],[1,-2,98.8],[2,-2,98.5],[3,-2,98.2],[4,-2,98.7],[-4,-1,98.2],[-3,-1,98.7],[-2,-1,98.4],[-1,-1,98.1],[0,-1,98.6],[1,-1,98.3],[2,-1,98.8],[3,-1,98.5],[4,-1,98.2],[-5,0,98.8],[-4,0,98.5],[-3,0,98.2],[-2,0,98.7],[-1,0,98.4],[0,0,98.1],[1,0,98.6],[2,0,88.6],[3,0,88.7],[4,0,98.5],[5,0,98.2],[-4,1,98.8],[-3,1,98.5],[-2,1,98.2],[-1,1,98.7],[0,1,98.4],[1,1,98.1],[2,1,88.5],[3,1,88.6],[4,1,98.8],[-4,2,98.3],[-3,2,98.8],[-2,2,98.5],[-1,2,98.2],[0,2,98.7],[1,2,98.4],[2,2,98.1],[3,2,98.6],[4,2,98.3],[-4,3,98.6],[-3,3,98.3],[-2,3,98.8],[-1,3,98.5],[0,3,98.2],[1,3,98.7],[2,3,98.4],[3,3,98.1],[4,3,98.6],[-3,4,98.6],[-2,4,98.3],[-1,4,98.8],[0,4,98.5],[1,4,98.2],[2,4,98.7],[3,4,98.4],[0,5,98.8]],&quot;source&quot;:{&quot;imported_at&quot;:&quot;2026-09-24T17:30:02.520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yield_2&quot;,&quot;name&quot;:&quot;Yield&quot;,&quot;nullable&quot;:false,&quot;profile&quot;:{&quot;distinct&quot;:6,&quot;missing&quot;:0},&quot;semantic_tags&quot;:[&quot;value&quot;],&quot;type&quot;:&quot;number&quot;,&quot;unit&quot;:&quot;&quot;}],&quot;id&quot;:&quot;dataset-muft4sld-mtou8p&quot;,&quot;metadata&quot;:{&quot;header&quot;:{&quot;confidence&quot;:1,&quot;present&quot;:true,&quot;source_row&quot;:0}},&quot;name&quot;:&quot;Pasted data&quot;,&quot;revision&quot;:1,&quot;rows&quot;:[[&quot;Reference&quot;,98.8],[&quot;Reference&quot;,98.5],[&quot;Reference&quot;,98.6],[&quot;Affected&quot;,94.1],[&quot;Affected&quot;,94.6],[&quot;Affected&quot;,93.8]],&quot;source&quot;:{&quot;imported_at&quot;:&quot;2026-09-24T17:30:05.377Z&quot;,&quot;kind&quot;:&quot;clipboard&quot;,&quot;label&quot;:&quot;TSV&quot;},&quot;warnings&quot;:[]}],&quot;groups&quot;:{},&quot;items&quot;:[{&quot;body&quot;:&quot;Affected lot L2407 shows a localized die-level yield loss after ETCH-08 chamber A processing. Contain the lot until the chamber check and paired reference run confirm recovery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Affected lot L2407 shows a localized die-level yield loss after ETCH-08 chamber A processing. Contain the lot until the chamber check and paired reference run confirm recovery.&quot;,&quot;title&quot;:&quot;Executive Statement&quot;,&quot;type&quot;:&quot;text&quot;,&quot;weight&quot;:1,&quot;z&quot;:1},{&quot;body&quot;:&quot;Lot L2407 · ETCH-08 chamber A · affected die compared with a paired reference · release held for verification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Lot L2407 · ETCH-08 chamber A · affected die compared with a paired reference · release held for verification.&quot;,&quot;title&quot;:&quot;Affected scope&quot;,&quot;type&quot;:&quot;text&quot;,&quot;weight&quot;:1,&quot;z&quot;:2},{&quot;capability_overrides&quot;:{&quot;target&quot;:95},&quot;composition_role&quot;:&quot;hero_metric&quot;,&quot;delta&quot;:-4.4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5,&quot;title&quot;:&quot;Affected yield&quot;,&quot;type&quot;:&quot;metric&quot;,&quot;unit&quot;:&quot;%&quot;,&quot;value&quot;:94.2,&quot;weight&quot;:1,&quot;z&quot;:3},{&quot;after&quot;:94.2,&quot;before&quot;:98.6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ersus reference yield&quot;,&quot;type&quot;:&quot;comparison&quot;,&quot;unit&quot;:&quot;%&quot;,&quot;weight&quot;:1,&quot;z&quot;:4},{&quot;chamber&quot;:&quot;&quot;,&quot;composition_role&quot;:&quot;primary_analysis&quot;,&quot;dataset_id&quot;:&quot;dataset-muft4qe0-97pyve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1&quot;,&quot;value&quot;:98.8},{&quot;label&quot;:&quot;W2&quot;,&quot;value&quot;:98.4},{&quot;label&quot;:&quot;W3&quot;,&quot;value&quot;:94.1},{&quot;label&quot;:&quot;W4&quot;,&quot;value&quot;:94.6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t4sld-mtou8p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yield_2&quot;,&quot;x&quot;:&quot;yield_2&quot;,&quot;y&quot;:&quot;yield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Evidence&quot;,&quot;Affected&quot;,&quot;Reference&quot;,&quot;Interpretation&quot;]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},&quot;element&quot;:&quot;Clean Table&quot;,&quot;engine&quot;:&quot;TableEngine&quot;,&quot;groupId&quot;:null,&quot;id&quot;:&quot;c7&quot;,&quot;locked&quot;:false,&quot;message_role&quot;:&quot;Primary Evidence&quot;,&quot;order&quot;:8,&quot;rows&quot;:[[&quot;Yield distribution&quot;,&quot;94.2%&quot;,&quot;98.6%&quot;,&quot;Mean of observed cohorts&quot;],[&quot;Affected lot L2407&quot;,&quot;94.2%&quot;,&quot;—&quot;,&quot;Localized die loss&quot;],[&quot;ETCH-08 / A&quot;,&quot;Pressure +2.1%&quot;,&quot;Stable&quot;,&quot;Verify chamber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Affected yield is 94.2% versus 98.6% reference. Contain L2407 and verify the matched chamber run before release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Finding · chamber A pressure drift aligns with the L2407 yield excursion.&quot;,&quot;status&quot;:&quot;Verified&quot;,&quot;title&quot;:&quot;Verified finding&quot;,&quot;type&quot;:&quot;evidence&quot;,&quot;weight&quot;:1,&quot;z&quot;:9},{&quot;composition_role&quot;:&quot;action_status&quot;,&quot;detail&quot;:&quot;Release only after chamber A and the paired reference run confirm recovery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lot L2407 through chamber requalification&quot;,&quot;status&quot;:&quot;Contain&quot;,&quot;title&quot;:&quot;Corrective action&quot;,&quot;type&quot;:&quot;project&quot;,&quot;weight&quot;:1,&quot;z&quot;:10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