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percent&quot;,&quot;null_display&quot;:&quot;—&quot;,&quot;percent_scale&quot;:&quot;points&quot;,&quot;precision&quot;:null,&quot;prefix&quot;:&quot;&quot;,&quot;signDisplay&quot;:&quot;auto&quot;,&quot;suffix&quot;:&quot;%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27.6,&quot;value_format&quot;:&quot;percent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16067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27.6%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percent&quot;,&quot;null_display&quot;:&quot;—&quot;,&quot;percent_scale&quot;:&quot;points&quot;,&quot;precision&quot;:null,&quot;prefix&quot;:&quot;&quot;,&quot;signDisplay&quot;:&quot;auto&quot;,&quot;suffix&quot;:&quot;%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27.6,&quot;value_format&quot;:&quot;percent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