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723119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it84yp-19l9gu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803.5609823098341,&quot;y&quot;:982.0218653233158,&quot;w&quot;:344.77496550520027,&quot;h&quot;:175.38584115697515}"/>
          <p:cNvSpPr txBox="1"/>
          <p:nvPr/>
        </p:nvSpPr>
        <p:spPr>
          <a:xfrm>
            <a:off x="6228220" y="7503051"/>
            <a:ext cx="2417010" cy="2004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Control versus affected distribution</a:t>
            </a:r>
          </a:p>
        </p:txBody>
      </p:sp>
      <p:cxnSp>
        <p:nvCxnSpPr>
          <p:cNvPr id="4" name="VIZ::c6::box-plot-grid-0"/>
          <p:cNvCxnSpPr/>
          <p:nvPr/>
        </p:nvCxnSpPr>
        <p:spPr>
          <a:xfrm>
            <a:off x="6622298" y="8485335"/>
            <a:ext cx="2049204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VIZ::c6::box-plot-axis-0"/>
          <p:cNvSpPr txBox="1"/>
          <p:nvPr/>
        </p:nvSpPr>
        <p:spPr>
          <a:xfrm>
            <a:off x="6123133" y="8421835"/>
            <a:ext cx="433486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93.55</a:t>
            </a:r>
          </a:p>
        </p:txBody>
      </p:sp>
      <p:cxnSp>
        <p:nvCxnSpPr>
          <p:cNvPr id="6" name="VIZ::c6::box-plot-grid-1"/>
          <p:cNvCxnSpPr/>
          <p:nvPr/>
        </p:nvCxnSpPr>
        <p:spPr>
          <a:xfrm>
            <a:off x="6622298" y="8301575"/>
            <a:ext cx="2049204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VIZ::c6::box-plot-axis-1"/>
          <p:cNvSpPr txBox="1"/>
          <p:nvPr/>
        </p:nvSpPr>
        <p:spPr>
          <a:xfrm>
            <a:off x="6123133" y="8238075"/>
            <a:ext cx="433486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94.925</a:t>
            </a:r>
          </a:p>
        </p:txBody>
      </p:sp>
      <p:cxnSp>
        <p:nvCxnSpPr>
          <p:cNvPr id="8" name="VIZ::c6::box-plot-grid-2"/>
          <p:cNvCxnSpPr/>
          <p:nvPr/>
        </p:nvCxnSpPr>
        <p:spPr>
          <a:xfrm>
            <a:off x="6622298" y="8117814"/>
            <a:ext cx="2049204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Z::c6::box-plot-axis-2"/>
          <p:cNvSpPr txBox="1"/>
          <p:nvPr/>
        </p:nvSpPr>
        <p:spPr>
          <a:xfrm>
            <a:off x="6123133" y="8054314"/>
            <a:ext cx="433486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96.3</a:t>
            </a:r>
          </a:p>
        </p:txBody>
      </p:sp>
      <p:cxnSp>
        <p:nvCxnSpPr>
          <p:cNvPr id="10" name="VIZ::c6::box-plot-grid-3"/>
          <p:cNvCxnSpPr/>
          <p:nvPr/>
        </p:nvCxnSpPr>
        <p:spPr>
          <a:xfrm>
            <a:off x="6622298" y="7934053"/>
            <a:ext cx="2049204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VIZ::c6::box-plot-axis-3"/>
          <p:cNvSpPr txBox="1"/>
          <p:nvPr/>
        </p:nvSpPr>
        <p:spPr>
          <a:xfrm>
            <a:off x="6123133" y="7870553"/>
            <a:ext cx="433486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97.675</a:t>
            </a:r>
          </a:p>
        </p:txBody>
      </p:sp>
      <p:cxnSp>
        <p:nvCxnSpPr>
          <p:cNvPr id="12" name="VIZ::c6::box-plot-grid-4"/>
          <p:cNvCxnSpPr/>
          <p:nvPr/>
        </p:nvCxnSpPr>
        <p:spPr>
          <a:xfrm>
            <a:off x="6622298" y="7750293"/>
            <a:ext cx="2049204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Z::c6::box-plot-axis-4"/>
          <p:cNvSpPr txBox="1"/>
          <p:nvPr/>
        </p:nvSpPr>
        <p:spPr>
          <a:xfrm>
            <a:off x="6123133" y="7686793"/>
            <a:ext cx="433486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99.05</a:t>
            </a:r>
          </a:p>
        </p:txBody>
      </p:sp>
      <p:cxnSp>
        <p:nvCxnSpPr>
          <p:cNvPr id="14" name="VIZ::c6::box-plot-0-whisker"/>
          <p:cNvCxnSpPr/>
          <p:nvPr/>
        </p:nvCxnSpPr>
        <p:spPr>
          <a:xfrm>
            <a:off x="7134599.0" y="7783704"/>
            <a:ext cx="0.0" cy="40093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VIZ::c6::box-plot-0-whisker-cap-0"/>
          <p:cNvCxnSpPr/>
          <p:nvPr/>
        </p:nvCxnSpPr>
        <p:spPr>
          <a:xfrm>
            <a:off x="6929679.0" y="7823797"/>
            <a:ext cx="409840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VIZ::c6::box-plot-0-whisker-cap-1"/>
          <p:cNvCxnSpPr/>
          <p:nvPr/>
        </p:nvCxnSpPr>
        <p:spPr>
          <a:xfrm>
            <a:off x="6929679.0" y="7783704"/>
            <a:ext cx="409840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Z::c6::box-plot-0-quartiles"/>
          <p:cNvSpPr/>
          <p:nvPr/>
        </p:nvSpPr>
        <p:spPr>
          <a:xfrm>
            <a:off x="6929679" y="7797068"/>
            <a:ext cx="409840" cy="20047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VIZ::c6::box-plot-0-median"/>
          <p:cNvCxnSpPr/>
          <p:nvPr/>
        </p:nvCxnSpPr>
        <p:spPr>
          <a:xfrm>
            <a:off x="6929679.0" y="7810433"/>
            <a:ext cx="40984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6585959" y="8545474"/>
            <a:ext cx="1097280" cy="17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20" name="VIZ::c6::box-plot-1-whisker"/>
          <p:cNvCxnSpPr/>
          <p:nvPr/>
        </p:nvCxnSpPr>
        <p:spPr>
          <a:xfrm>
            <a:off x="8159201.0" y="8345009"/>
            <a:ext cx="0.0" cy="106915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c6::box-plot-1-whisker-cap-0"/>
          <p:cNvCxnSpPr/>
          <p:nvPr/>
        </p:nvCxnSpPr>
        <p:spPr>
          <a:xfrm>
            <a:off x="7954281.0" y="8451924"/>
            <a:ext cx="409840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c6::box-plot-1-whisker-cap-1"/>
          <p:cNvCxnSpPr/>
          <p:nvPr/>
        </p:nvCxnSpPr>
        <p:spPr>
          <a:xfrm>
            <a:off x="7954281.0" y="8345009"/>
            <a:ext cx="409840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IZ::c6::box-plot-1-quartiles"/>
          <p:cNvSpPr/>
          <p:nvPr/>
        </p:nvSpPr>
        <p:spPr>
          <a:xfrm>
            <a:off x="7954281" y="8378420"/>
            <a:ext cx="409840" cy="53457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VIZ::c6::box-plot-1-median"/>
          <p:cNvCxnSpPr/>
          <p:nvPr/>
        </p:nvCxnSpPr>
        <p:spPr>
          <a:xfrm>
            <a:off x="7954281.0" y="8411831"/>
            <a:ext cx="40984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7610561" y="8545474"/>
            <a:ext cx="1097280" cy="17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26" name="VIZ::SemanticReport" descr="VisualizerSemanticReport:{&quot;authoring_schema&quot;:&quot;authoring-p0-v1&quot;,&quot;canvas&quot;:{&quot;height&quot;:900,&quot;width&quot;:1600},&quot;crossFilter&quot;:null,&quot;datasets&quot;:[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it84yp-19l9gu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6T19:55:59.905Z&quot;,&quot;kind&quot;:&quot;clipboard&quot;,&quot;label&quot;:&quot;TSV&quot;},&quot;warnings&quot;:[]}],&quot;groups&quot;:{},&quot;items&quot;:[{&quot;composition_role&quot;:&quot;primary_analysis&quot;,&quot;data&quot;:[],&quot;dataset_id&quot;:&quot;dataset-muit84yp-19l9gu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],&quot;layoutPreset&quot;:&quot;editorial&quot;,&quot;mode&quot;:&quot;guided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