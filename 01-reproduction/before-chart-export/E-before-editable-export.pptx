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648699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Delivered MW by dispatch resource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Battery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34.0</c:v>
                </c:pt>
                <c:pt idx="1">
                  <c:v>32.0</c:v>
                </c:pt>
                <c:pt idx="2">
                  <c:v>29.0</c:v>
                </c:pt>
                <c:pt idx="3">
                  <c:v>28.0</c:v>
                </c:pt>
                <c:pt idx="4">
                  <c:v>25.0</c:v>
                </c:pt>
                <c:pt idx="5">
                  <c:v>24.0</c:v>
                </c:pt>
                <c:pt idx="6">
                  <c:v>22.0</c:v>
                </c:pt>
                <c:pt idx="7">
                  <c:v>21.0</c:v>
                </c:pt>
                <c:pt idx="8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response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18.0</c:v>
                </c:pt>
                <c:pt idx="1">
                  <c:v>18.0</c:v>
                </c:pt>
                <c:pt idx="2">
                  <c:v>16.0</c:v>
                </c:pt>
                <c:pt idx="3">
                  <c:v>16.0</c:v>
                </c:pt>
                <c:pt idx="4">
                  <c:v>14.0</c:v>
                </c:pt>
                <c:pt idx="5">
                  <c:v>12.0</c:v>
                </c:pt>
                <c:pt idx="6">
                  <c:v>10.0</c:v>
                </c:pt>
                <c:pt idx="7">
                  <c:v>8.0</c:v>
                </c:pt>
                <c:pt idx="8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Firm imports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Sheet1!$A$2:$A$10</c:f>
              <c:strCache>
                <c:ptCount val="9"/>
                <c:pt idx="0">
                  <c:v>17:00</c:v>
                </c:pt>
                <c:pt idx="1">
                  <c:v>17:30</c:v>
                </c:pt>
                <c:pt idx="2">
                  <c:v>18:00</c:v>
                </c:pt>
                <c:pt idx="3">
                  <c:v>18:30</c:v>
                </c:pt>
                <c:pt idx="4">
                  <c:v>19:00</c:v>
                </c:pt>
                <c:pt idx="5">
                  <c:v>19:30</c:v>
                </c:pt>
                <c:pt idx="6">
                  <c:v>20:00</c:v>
                </c:pt>
                <c:pt idx="7">
                  <c:v>20:30</c:v>
                </c:pt>
                <c:pt idx="8">
                  <c:v>21:00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41.0</c:v>
                </c:pt>
                <c:pt idx="1">
                  <c:v>40.0</c:v>
                </c:pt>
                <c:pt idx="2">
                  <c:v>40.0</c:v>
                </c:pt>
                <c:pt idx="3">
                  <c:v>39.0</c:v>
                </c:pt>
                <c:pt idx="4">
                  <c:v>37.0</c:v>
                </c:pt>
                <c:pt idx="5">
                  <c:v>37.0</c:v>
                </c:pt>
                <c:pt idx="6">
                  <c:v>36.0</c:v>
                </c:pt>
                <c:pt idx="7">
                  <c:v>34.0</c:v>
                </c:pt>
                <c:pt idx="8">
                  <c:v>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2.65"/>
          <c:min val="6.3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VIZ::Delivered MW by dispatch resourc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Multi-Line&quot;,&quot;dataset&quot;:{&quot;fields&quot;:[{&quot;id&quot;:&quot;window_1&quot;,&quot;name&quot;:&quot;Window&quot;,&quot;nullable&quot;:false,&quot;profile&quot;:{&quot;distinct&quot;:8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19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1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],&quot;source&quot;:{&quot;imported_at&quot;:&quot;2026-09-26T19:18:25.631Z&quot;,&quot;kind&quot;:&quot;clipboard&quot;,&quot;label&quot;:&quot;TSV&quot;},&quot;warnings&quot;:[]},&quot;dataset_id&quot;:&quot;dataset-muirvtjz-8w9hyl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series&quot;:&quot;resource_2&quot;,&quot;x&quot;:&quot;window_1&quot;,&quot;y&quot;:&quot;delivered_mw_3&quot;},&quot;recipe&quot;:null,&quot;recommendations&quot;:[{&quot;confidence&quot;:0.93,&quot;mapping&quot;:{&quot;series&quot;:&quot;resource_2&quot;,&quot;x&quot;:&quot;window_1&quot;,&quot;y&quot;:&quot;delivered_mw_3&quot;},&quot;reason&quot;:&quot;A horizontal field and numeric measure are available.&quot;,&quot;type&quot;:&quot;Line Chart&quot;},{&quot;confidence&quot;:0.9,&quot;mapping&quot;:{&quot;series&quot;:&quot;resource_2&quot;,&quot;x&quot;:&quot;window_1&quot;,&quot;y&quot;:&quot;delivered_mw_3&quot;},&quot;reason&quot;:&quot;A shared axis can compare multiple runs when a series field is available.&quot;,&quot;type&quot;:&quot;Multi-Line&quot;},{&quot;confidence&quot;:0.87,&quot;mapping&quot;:{&quot;series&quot;:&quot;resource_2&quot;,&quot;x&quot;:&quot;window_1&quot;,&quot;y&quot;:&quot;delivered_mw_3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resource_2&quot;,&quot;id&quot;:&quot;series-1&quot;,&quot;key&quot;:&quot;Battery&quot;,&quot;label&quot;:&quot;Battery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resource_2&quot;,&quot;id&quot;:&quot;series-2&quot;,&quot;key&quot;:&quot;Demand response&quot;,&quot;label&quot;:&quot;Demand response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resource_2&quot;,&quot;id&quot;:&quot;series-3&quot;,&quot;key&quot;:&quot;Firm imports&quot;,&quot;label&quot;:&quot;Firm import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Multi-Line; compatible field bindings were retained.&quot;},&quot;composition_role&quot;:&quot;primary_analysis&quot;,&quot;cross&quot;:null,&quot;data&quot;:[[&quot;17:00&quot;,34],[&quot;17:00&quot;,18],[&quot;17:00&quot;,41],[&quot;17:30&quot;,32],[&quot;17:30&quot;,18],[&quot;17:30&quot;,40],[&quot;18:00&quot;,29],[&quot;18:00&quot;,16],[&quot;18:00&quot;,40],[&quot;18:30&quot;,28],[&quot;18:30&quot;,16],[&quot;18:30&quot;,39],[&quot;19:00&quot;,25],[&quot;19:00&quot;,14],[&quot;19:00&quot;,37],[&quot;19:30&quot;,24],[&quot;19:30&quot;,12],[&quot;19:30&quot;,37],[&quot;20:00&quot;,22],[&quot;20:00&quot;,10],[&quot;20:00&quot;,36],[&quot;20:30&quot;,21],[&quot;20:30&quot;,8],[&quot;20:30&quot;,34],[&quot;21:00&quot;,20],[&quot;21:00&quot;,8],[&quot;21:00&quot;,33]],&quot;dataset_id&quot;:&quot;dataset-muirvtjz-8w9hyl&quot;,&quot;drill&quot;:null,&quot;element&quot;:&quot;Multi-Line&quot;,&quot;engine&quot;:&quot;CoreChartEngine&quot;,&quot;groupId&quot;:null,&quot;h&quot;:258.83807897293957,&quot;id&quot;:&quot;c3&quot;,&quot;locked&quot;:false,&quot;mapping&quot;:{&quot;category&quot;:&quot;window_1&quot;,&quot;series&quot;:&quot;resource_2&quot;,&quot;value&quot;:&quot;delivered_mw_3&quot;,&quot;x&quot;:&quot;window_1&quot;,&quot;y&quot;:&quot;delivered_mw_3&quot;},&quot;message_role&quot;:&quot;Primary Evidence&quot;,&quot;order&quot;:3,&quot;revealed&quot;:true,&quot;row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,{&quot;label&quot;:&quot;21:00&quot;,&quot;value&quot;:20},{&quot;label&quot;:&quot;21:00&quot;,&quot;value&quot;:8},{&quot;label&quot;:&quot;21:00&quot;,&quot;value&quot;:33}],&quot;section_id&quot;:&quot;analysis&quot;,&quot;section_title&quot;:&quot;Analysis&quot;,&quot;showTitle&quot;:true,&quot;statistical_result&quot;:null,&quot;textAlign&quot;:&quot;left&quot;,&quot;title&quot;:&quot;Delivered MW by dispatch resource&quot;,&quot;transform_recipe&quot;:{&quot;steps&quot;:[]},&quot;type&quot;:&quot;chart&quot;,&quot;variant&quot;:&quot;line&quot;,&quot;w&quot;:533.2435188047315,&quot;weight&quot;:1.8,&quot;x&quot;:300.87810939349936,&quot;y&quot;:1027.9164885102107,&quot;z&quot;:3,&quot;observation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,{&quot;label&quot;:&quot;21:00&quot;,&quot;value&quot;:20},{&quot;label&quot;:&quot;21:00&quot;,&quot;value&quot;:8},{&quot;label&quot;:&quot;21:00&quot;,&quot;value&quot;:33}]}"/>
          <p:cNvGraphicFramePr>
            <a:graphicFrameLocks noGrp="1"/>
          </p:cNvGraphicFramePr>
          <p:nvPr/>
        </p:nvGraphicFramePr>
        <p:xfrm>
          <a:off x="2292690" y="7832722"/>
          <a:ext cx="4063315" cy="19723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window_1&quot;,&quot;name&quot;:&quot;Window&quot;,&quot;nullable&quot;:false,&quot;profile&quot;:{&quot;distinct&quot;:9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21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2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,[&quot;21:00&quot;,&quot;Battery&quot;,20],[&quot;21:00&quot;,&quot;Demand response&quot;,8],[&quot;21:00&quot;,&quot;Firm imports&quot;,33]],&quot;source&quot;:{&quot;imported_at&quot;:&quot;2026-09-26T19:18:35.975Z&quot;,&quot;kind&quot;:&quot;clipboard&quot;,&quot;label&quot;:&quot;TSV&quot;},&quot;warnings&quot;:[]}],&quot;groups&quot;:{},&quot;items&quot;:[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Multi-Line&quot;,&quot;dataset&quot;:{&quot;fields&quot;:[{&quot;id&quot;:&quot;window_1&quot;,&quot;name&quot;:&quot;Window&quot;,&quot;nullable&quot;:false,&quot;profile&quot;:{&quot;distinct&quot;:8,&quot;missing&quot;:0},&quot;semantic_tags&quot;:[],&quot;type&quot;:&quot;categorical&quot;},{&quot;id&quot;:&quot;resource_2&quot;,&quot;name&quot;:&quot;Resource&quot;,&quot;nullable&quot;:false,&quot;profile&quot;:{&quot;distinct&quot;:3,&quot;missing&quot;:0},&quot;semantic_tags&quot;:[],&quot;type&quot;:&quot;categorical&quot;},{&quot;id&quot;:&quot;delivered_mw_3&quot;,&quot;name&quot;:&quot;Delivered MW&quot;,&quot;nullable&quot;:false,&quot;profile&quot;:{&quot;distinct&quot;:19,&quot;missing&quot;:0},&quot;semantic_tags&quot;:[],&quot;type&quot;:&quot;integer&quot;,&quot;unit&quot;:&quot;&quot;}],&quot;id&quot;:&quot;dataset-muirvtjz-8w9hyl&quot;,&quot;metadata&quot;:{&quot;header&quot;:{&quot;confidence&quot;:0.6666666666666666,&quot;present&quot;:true,&quot;source_row&quot;:0}},&quot;name&quot;:&quot;Pasted data&quot;,&quot;revision&quot;:1,&quot;rows&quot;:[[&quot;17:00&quot;,&quot;Battery&quot;,34],[&quot;17:00&quot;,&quot;Demand response&quot;,18],[&quot;17:00&quot;,&quot;Firm imports&quot;,41],[&quot;17:30&quot;,&quot;Battery&quot;,32],[&quot;17:30&quot;,&quot;Demand response&quot;,18],[&quot;17:30&quot;,&quot;Firm imports&quot;,40],[&quot;18:00&quot;,&quot;Battery&quot;,29],[&quot;18:00&quot;,&quot;Demand response&quot;,16],[&quot;18:00&quot;,&quot;Firm imports&quot;,40],[&quot;18:30&quot;,&quot;Battery&quot;,28],[&quot;18:30&quot;,&quot;Demand response&quot;,16],[&quot;18:30&quot;,&quot;Firm imports&quot;,39],[&quot;19:00&quot;,&quot;Battery&quot;,25],[&quot;19:00&quot;,&quot;Demand response&quot;,14],[&quot;19:00&quot;,&quot;Firm imports&quot;,37],[&quot;19:30&quot;,&quot;Battery&quot;,24],[&quot;19:30&quot;,&quot;Demand response&quot;,12],[&quot;19:30&quot;,&quot;Firm imports&quot;,37],[&quot;20:00&quot;,&quot;Battery&quot;,22],[&quot;20:00&quot;,&quot;Demand response&quot;,10],[&quot;20:00&quot;,&quot;Firm imports&quot;,36],[&quot;20:30&quot;,&quot;Battery&quot;,21],[&quot;20:30&quot;,&quot;Demand response&quot;,8],[&quot;20:30&quot;,&quot;Firm imports&quot;,34]],&quot;source&quot;:{&quot;imported_at&quot;:&quot;2026-09-26T19:18:25.631Z&quot;,&quot;kind&quot;:&quot;clipboard&quot;,&quot;label&quot;:&quot;TSV&quot;},&quot;warnings&quot;:[]},&quot;dataset_id&quot;:&quot;dataset-muirvtjz-8w9hyl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series&quot;:&quot;resource_2&quot;,&quot;x&quot;:&quot;window_1&quot;,&quot;y&quot;:&quot;delivered_mw_3&quot;},&quot;recipe&quot;:null,&quot;recommendations&quot;:[{&quot;confidence&quot;:0.93,&quot;mapping&quot;:{&quot;series&quot;:&quot;resource_2&quot;,&quot;x&quot;:&quot;window_1&quot;,&quot;y&quot;:&quot;delivered_mw_3&quot;},&quot;reason&quot;:&quot;A horizontal field and numeric measure are available.&quot;,&quot;type&quot;:&quot;Line Chart&quot;},{&quot;confidence&quot;:0.9,&quot;mapping&quot;:{&quot;series&quot;:&quot;resource_2&quot;,&quot;x&quot;:&quot;window_1&quot;,&quot;y&quot;:&quot;delivered_mw_3&quot;},&quot;reason&quot;:&quot;A shared axis can compare multiple runs when a series field is available.&quot;,&quot;type&quot;:&quot;Multi-Line&quot;},{&quot;confidence&quot;:0.87,&quot;mapping&quot;:{&quot;series&quot;:&quot;resource_2&quot;,&quot;x&quot;:&quot;window_1&quot;,&quot;y&quot;:&quot;delivered_mw_3&quot;},&quot;reason&quot;:&quot;The same trend mapping can show accumulated movement.&quot;,&quot;type&quot;:&quot;Area Chart&quot;}],&quot;reference_bands&quot;:[],&quot;reference_lines&quot;:[],&quot;schema&quot;:&quot;visembler.chart.studio&quot;,&quot;series&quot;:[{&quot;axis&quot;:&quot;primary&quot;,&quot;color&quot;:&quot;#1769d1&quot;,&quot;field&quot;:&quot;resource_2&quot;,&quot;id&quot;:&quot;series-1&quot;,&quot;key&quot;:&quot;Battery&quot;,&quot;label&quot;:&quot;Battery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resource_2&quot;,&quot;id&quot;:&quot;series-2&quot;,&quot;key&quot;:&quot;Demand response&quot;,&quot;label&quot;:&quot;Demand response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resource_2&quot;,&quot;id&quot;:&quot;series-3&quot;,&quot;key&quot;:&quot;Firm imports&quot;,&quot;label&quot;:&quot;Firm import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Multi-Line; compatible field bindings were retained.&quot;},&quot;composition_role&quot;:&quot;primary_analysis&quot;,&quot;cross&quot;:null,&quot;data&quot;:[[&quot;17:00&quot;,34],[&quot;17:00&quot;,18],[&quot;17:00&quot;,41],[&quot;17:30&quot;,32],[&quot;17:30&quot;,18],[&quot;17:30&quot;,40],[&quot;18:00&quot;,29],[&quot;18:00&quot;,16],[&quot;18:00&quot;,40],[&quot;18:30&quot;,28],[&quot;18:30&quot;,16],[&quot;18:30&quot;,39],[&quot;19:00&quot;,25],[&quot;19:00&quot;,14],[&quot;19:00&quot;,37],[&quot;19:30&quot;,24],[&quot;19:30&quot;,12],[&quot;19:30&quot;,37],[&quot;20:00&quot;,22],[&quot;20:00&quot;,10],[&quot;20:00&quot;,36],[&quot;20:30&quot;,21],[&quot;20:30&quot;,8],[&quot;20:30&quot;,34]],&quot;dataset_id&quot;:&quot;dataset-muirvtjz-8w9hyl&quot;,&quot;drill&quot;:null,&quot;element&quot;:&quot;Multi-Line&quot;,&quot;engine&quot;:&quot;CoreChartEngine&quot;,&quot;groupId&quot;:null,&quot;h&quot;:320,&quot;id&quot;:&quot;c3&quot;,&quot;locked&quot;:false,&quot;mapping&quot;:{&quot;category&quot;:&quot;window_1&quot;,&quot;series&quot;:&quot;resource_2&quot;,&quot;value&quot;:&quot;delivered_mw_3&quot;,&quot;x&quot;:&quot;window_1&quot;,&quot;y&quot;:&quot;delivered_mw_3&quot;},&quot;message_role&quot;:&quot;Primary Evidence&quot;,&quot;order&quot;:3,&quot;revealed&quot;:true,&quot;rows&quot;:[{&quot;label&quot;:&quot;17:00&quot;,&quot;value&quot;:34},{&quot;label&quot;:&quot;17:00&quot;,&quot;value&quot;:18},{&quot;label&quot;:&quot;17:00&quot;,&quot;value&quot;:41},{&quot;label&quot;:&quot;17:30&quot;,&quot;value&quot;:32},{&quot;label&quot;:&quot;17:30&quot;,&quot;value&quot;:18},{&quot;label&quot;:&quot;17:30&quot;,&quot;value&quot;:40},{&quot;label&quot;:&quot;18:00&quot;,&quot;value&quot;:29},{&quot;label&quot;:&quot;18:00&quot;,&quot;value&quot;:16},{&quot;label&quot;:&quot;18:00&quot;,&quot;value&quot;:40},{&quot;label&quot;:&quot;18:30&quot;,&quot;value&quot;:28},{&quot;label&quot;:&quot;18:30&quot;,&quot;value&quot;:16},{&quot;label&quot;:&quot;18:30&quot;,&quot;value&quot;:39},{&quot;label&quot;:&quot;19:00&quot;,&quot;value&quot;:25},{&quot;label&quot;:&quot;19:00&quot;,&quot;value&quot;:14},{&quot;label&quot;:&quot;19:00&quot;,&quot;value&quot;:37},{&quot;label&quot;:&quot;19:30&quot;,&quot;value&quot;:24},{&quot;label&quot;:&quot;19:30&quot;,&quot;value&quot;:12},{&quot;label&quot;:&quot;19:30&quot;,&quot;value&quot;:37},{&quot;label&quot;:&quot;20:00&quot;,&quot;value&quot;:22},{&quot;label&quot;:&quot;20:00&quot;,&quot;value&quot;:10},{&quot;label&quot;:&quot;20:00&quot;,&quot;value&quot;:36},{&quot;label&quot;:&quot;20:30&quot;,&quot;value&quot;:21},{&quot;label&quot;:&quot;20:30&quot;,&quot;value&quot;:8},{&quot;label&quot;:&quot;20:30&quot;,&quot;value&quot;:34}],&quot;section_id&quot;:&quot;analysis&quot;,&quot;section_title&quot;:&quot;Analysis&quot;,&quot;showTitle&quot;:true,&quot;statistical_result&quot;:null,&quot;textAlign&quot;:&quot;left&quot;,&quot;title&quot;:&quot;Delivered MW by dispatch resource&quot;,&quot;transform_recipe&quot;:{&quot;steps&quot;:[]},&quot;type&quot;:&quot;chart&quot;,&quot;variant&quot;:&quot;line&quot;,&quot;w&quot;:520,&quot;weight&quot;:1.8,&quot;x&quot;:1062,&quot;y&quot;:14,&quot;z&quot;:3}],&quot;layoutPreset&quot;:&quot;editorial&quot;,&quot;mode&quot;:&quot;guided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