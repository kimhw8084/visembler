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isyzxi-ldhle3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isyzxi-ldhle3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6T19:48:53.478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isyzxi-ldhle3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