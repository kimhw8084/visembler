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it0e88-l9wrv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it0e88-l9wrv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it0e88-l9wrv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0e88-l9wrvl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6T19:49:58.664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it0e88-l9wrv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it0e88-l9wrv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it0e88-l9wrv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