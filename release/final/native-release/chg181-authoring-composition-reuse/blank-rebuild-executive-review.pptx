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216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198.93120000000002,&quot;w&quot;:648.48,&quot;h&quot;:205.0}"/>
          <p:cNvSpPr/>
          <p:nvPr/>
        </p:nvSpPr>
        <p:spPr>
          <a:xfrm>
            <a:off x="106679" y="151585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676.48,&quot;y&quot;:198.93120000000002,&quot;w&quot;:447.76,&quot;h&quot;:205.0}"/>
          <p:cNvSpPr/>
          <p:nvPr/>
        </p:nvSpPr>
        <p:spPr>
          <a:xfrm>
            <a:off x="5154777" y="1515855"/>
            <a:ext cx="3411931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138.24,&quot;y&quot;:196.93120000000002,&quot;w&quot;:447.76,&quot;h&quot;:209.0}"/>
          <p:cNvSpPr/>
          <p:nvPr/>
        </p:nvSpPr>
        <p:spPr>
          <a:xfrm>
            <a:off x="8673387" y="1500615"/>
            <a:ext cx="3411931" cy="15925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3" name="VIZ::Regional revenue by area" descr="VisualizerSemantic:{&quot;brush&quot;:[0,4],&quot;composition_role&quot;:&quot;supporting_analysis&quot;,&quot;cross&quot;:null,&quot;data&quot;:[[&quot;East&quot;,180],[&quot;West&quot;,205]],&quot;dataset_id&quot;:&quot;dataset-muit0vqk-gbt8wt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33.60606060606062,&quot;y&quot;:439.9312,&quot;w&quot;:659.3939393939394,&quot;h&quot;:320.0}"/>
          <p:cNvGraphicFramePr>
            <a:graphicFrameLocks noGrp="1"/>
          </p:cNvGraphicFramePr>
          <p:nvPr/>
        </p:nvGraphicFramePr>
        <p:xfrm>
          <a:off x="1018078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4" name="VIZ::Regional revenue comparison" descr="VisualizerSemantic:{&quot;brush&quot;:[0,4],&quot;composition_role&quot;:&quot;supporting_analysis&quot;,&quot;cross&quot;:null,&quot;data&quot;:[[&quot;East&quot;,180],[&quot;West&quot;,205]],&quot;dataset_id&quot;:&quot;dataset-muit0vqk-gbt8wt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439.9312,&quot;w&quot;:659.3939393939394,&quot;h&quot;:320.0}"/>
          <p:cNvGraphicFramePr>
            <a:graphicFrameLocks noGrp="1"/>
          </p:cNvGraphicFramePr>
          <p:nvPr/>
        </p:nvGraphicFramePr>
        <p:xfrm>
          <a:off x="6149339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767.9312,&quot;w&quot;:1572.0,&quot;h&quot;:116.0}"/>
          <p:cNvSpPr/>
          <p:nvPr/>
        </p:nvSpPr>
        <p:spPr>
          <a:xfrm>
            <a:off x="106679" y="5851635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09.4512,&quot;w&quot;:1572.0,&quot;h&quot;:113.70240000000003}"/>
          <p:cNvSpPr/>
          <p:nvPr/>
        </p:nvSpPr>
        <p:spPr>
          <a:xfrm>
            <a:off x="106679" y="921601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57.1536,&quot;w&quot;:1572.0,&quot;h&quot;:100.80000000000001}"/>
          <p:cNvSpPr/>
          <p:nvPr/>
        </p:nvSpPr>
        <p:spPr>
          <a:xfrm>
            <a:off x="106679" y="1034150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5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917.9312,&quot;w&quot;:1572.0,&quot;h&quot;:257.52}"/>
          <p:cNvGraphicFramePr>
            <a:graphicFrameLocks noGrp="1"/>
          </p:cNvGraphicFramePr>
          <p:nvPr/>
        </p:nvGraphicFramePr>
        <p:xfrm>
          <a:off x="106679" y="699463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it0vqk-gbt8wt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6T19:50:21.356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it0vqk-gbt8wt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it0vqk-gbt8wt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