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7810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38.0</c:v>
                </c:pt>
                <c:pt idx="2">
                  <c:v>35.0</c:v>
                </c:pt>
                <c:pt idx="3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90.0"/>
          <c:min val="-48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27.55"/>
          <c:min val="1263.4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7309" y="249452"/>
            <a:ext cx="6607003" cy="68449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Order volume rose while returns fell across the spring launch.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781620" y="367194"/>
            <a:ext cx="3109178" cy="4490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Monthly operating review · Jan–Apr · Source: order and returns ledger.</a:t>
            </a:r>
          </a:p>
        </p:txBody>
      </p:sp>
      <p:sp>
        <p:nvSpPr>
          <p:cNvPr id="4" name="VIZ::April orders KPI" title="Visembler report text roles: metric title, metric value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648.48,&quot;weight&quot;:1.15,&quot;x&quot;:14.0,&quot;y&quot;:185.26,&quot;z&quot;:3}"/>
          <p:cNvSpPr/>
          <p:nvPr/>
        </p:nvSpPr>
        <p:spPr>
          <a:xfrm>
            <a:off x="87309" y="1155339"/>
            <a:ext cx="4044126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April orders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1611</a:t>
            </a:r>
          </a:p>
        </p:txBody>
      </p:sp>
      <p:sp>
        <p:nvSpPr>
          <p:cNvPr id="5" name="VIZ::Order growth since January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676.48,&quot;y&quot;:185.26,&quot;z&quot;:4}"/>
          <p:cNvSpPr/>
          <p:nvPr/>
        </p:nvSpPr>
        <p:spPr>
          <a:xfrm>
            <a:off x="4218743" y="1155339"/>
            <a:ext cx="2792373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Order growth since January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331 orders</a:t>
            </a:r>
          </a:p>
        </p:txBody>
      </p:sp>
      <p:sp>
        <p:nvSpPr>
          <p:cNvPr id="6" name="VIZ::Monthly returns KPI" title="Visembler report text roles: metric title, comparison value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47.76,&quot;weight&quot;:1.15,&quot;x&quot;:1138.24,&quot;y&quot;:183.76,&quot;z&quot;:5}"/>
          <p:cNvSpPr/>
          <p:nvPr/>
        </p:nvSpPr>
        <p:spPr>
          <a:xfrm>
            <a:off x="7098425" y="1145985"/>
            <a:ext cx="2792373" cy="117866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Monthly returns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42 → 31</a:t>
            </a:r>
          </a:p>
        </p:txBody>
      </p:sp>
      <p:graphicFrame>
        <p:nvGraphicFramePr>
          <p:cNvPr id="14" name="VIZ::Orders by month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it13wr-hydr05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841.32,&quot;weight&quot;:1.8,&quot;x&quot;:42.64303030303029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265936" y="2536684"/>
          <a:ext cx="5246737" cy="254621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Returns by month" descr="VisualizerSemantic:{&quot;brush&quot;:[0,4],&quot;composition_role&quot;:&quot;supporting_analysis&quot;,&quot;cross&quot;:null,&quot;data&quot;:[[&quot;Jan&quot;,42],[&quot;Feb&quot;,38],[&quot;Mar&quot;,35],[&quot;Apr&quot;,31]],&quot;dataset_id&quot;:&quot;dataset-muit13wr-hydr05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897.9630303030303,&quot;y&quot;:450.90382352941174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5599982" y="2811978"/>
          <a:ext cx="4112189" cy="19956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1572.0,&quot;weight&quot;:1.1,&quot;x&quot;:14.0,&quot;y&quot;:823.0476470588235,&quot;z&quot;:11}"/>
          <p:cNvSpPr/>
          <p:nvPr/>
        </p:nvSpPr>
        <p:spPr>
          <a:xfrm>
            <a:off x="87309" y="5132785"/>
            <a:ext cx="9803489" cy="7234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854986" y="6068233"/>
            <a:ext cx="4268135" cy="157778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72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17.9136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692.9556470588236,&quot;z&quot;:7}"/>
          <p:cNvSpPr/>
          <p:nvPr/>
        </p:nvSpPr>
        <p:spPr>
          <a:xfrm>
            <a:off x="87309" y="10557807"/>
            <a:ext cx="9803489" cy="7353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Review rising orders alongside falling returns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Check the fulfillment mix before changing the spring capacity plan.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3" name="VIZ::Key Takeaway" title="Visembler report text roles: text heading, conclusion next step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844.8692470588237,&quot;z&quot;:12}"/>
          <p:cNvSpPr/>
          <p:nvPr/>
        </p:nvSpPr>
        <p:spPr>
          <a:xfrm>
            <a:off x="87309" y="11505188"/>
            <a:ext cx="9803489" cy="59868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review the return mix before changing fulfillment capacity.</a:t>
            </a:r>
          </a:p>
        </p:txBody>
      </p:sp>
      <p:graphicFrame>
        <p:nvGraphicFramePr>
          <p:cNvPr id="16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424.908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234.0476470588235,&quot;z&quot;:6}"/>
          <p:cNvGraphicFramePr>
            <a:graphicFrameLocks noGrp="1"/>
          </p:cNvGraphicFramePr>
          <p:nvPr/>
        </p:nvGraphicFramePr>
        <p:xfrm>
          <a:off x="87309" y="7695911"/>
          <a:ext cx="9803489" cy="264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29"/>
                <a:gridCol w="3267829"/>
                <a:gridCol w="3267831"/>
              </a:tblGrid>
              <a:tr h="44164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44164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909850" y="6086521"/>
            <a:ext cx="415840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8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973.0476470588235,&quot;z&quot;:8}"/>
          <p:cNvSpPr/>
          <p:nvPr/>
        </p:nvSpPr>
        <p:spPr>
          <a:xfrm>
            <a:off x="2909850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9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999743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20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5089636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ful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21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6179529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2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803147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893040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982933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it13wr-hydr05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09-26T19:50:31.947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it13wr-hydr05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it13wr-hydr05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48.00000000000006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1034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