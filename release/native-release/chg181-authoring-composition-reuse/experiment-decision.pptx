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jd7yw3-zhlzgk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jd811p-vbrl7d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jd7yw3-zhlzgk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7T05:15:44.355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jd811p-vbrl7d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7T05:15:47.149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jd811p-vbrl7d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jd7yw3-zhlzgk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