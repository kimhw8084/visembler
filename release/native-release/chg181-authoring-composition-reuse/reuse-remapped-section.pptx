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jd8w7a-4wy7ro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jd8w7a-4wy7ro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jd8w7a-4wy7ro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jd8w7a-4wy7ro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7T05:16:27.526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jd8w7a-4wy7ro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jd8w7a-4wy7ro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jd8w7a-4wy7ro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