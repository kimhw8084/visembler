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jd87i4-woc9w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jd89o8-494xhr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jd87i4-woc9w3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7T05:15:55.516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jd89o8-494xhr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7T05:15:58.328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jd87i4-woc9w3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jd89o8-494xhr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