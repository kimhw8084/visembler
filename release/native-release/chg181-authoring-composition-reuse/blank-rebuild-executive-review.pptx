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jd9du7-eekdd1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jd9du7-eekdd1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jd9du7-eekdd1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7T05:16:50.384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jd9du7-eekdd1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jd9du7-eekdd1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