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jd8g5k-gdw7s0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jd8g5k-gdw7s0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jd8g5k-gdw7s0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7T05:16:06.729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jd8g5k-gdw7s0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jd8g5k-gdw7s0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