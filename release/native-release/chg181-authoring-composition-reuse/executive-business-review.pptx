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jd7ibe-uhfn4r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jd7ibe-uhfn4r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7T05:15:22.874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jd7ibe-uhfn4r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