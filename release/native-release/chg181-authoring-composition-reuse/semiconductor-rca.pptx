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jd7r6h-h9omxo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07402" y="6988757"/>
            <a:ext cx="2680583" cy="22534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085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257043" y="8078556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790855" y="8015056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257043" y="788784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790855" y="782434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257043" y="7697127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790855" y="7633627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257043" y="750641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790855" y="744291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257043" y="7315698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790855" y="7252198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847062.75" y="7350373"/>
            <a:ext cx="0.0" cy="41611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11055.75" y="7391984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11055.75" y="7350373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11055" y="7364244"/>
            <a:ext cx="472014" cy="20805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11055.75" y="7378114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29842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027102.25" y="7932919"/>
            <a:ext cx="0.0" cy="110962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791095.25" y="8043881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791095.25" y="7932919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791095" y="7967595"/>
            <a:ext cx="472014" cy="55480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791095.25" y="8002270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47846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jd7ozr-9bqp43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jd7ozr-9bqp43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7T05:15:31.527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jd7r6h-h9omxo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7T05:15:34.361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jd7ozr-9bqp43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jd7r6h-h9omxo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