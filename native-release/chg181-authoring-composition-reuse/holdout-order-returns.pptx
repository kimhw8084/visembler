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k9a7dg-3v47ls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k9a7dg-3v47ls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k9a7dg-3v47ls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7T20:13:16.372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k9a7dg-3v47ls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k9a7dg-3v47ls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