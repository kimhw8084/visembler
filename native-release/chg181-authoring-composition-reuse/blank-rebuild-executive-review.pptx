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k99y5m-917cvr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k99y5m-917cvr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k99y5m-917cvr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7T20:13:04.426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99y5m-917cvr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99y5m-917cvr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