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k99fkl-iney7k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k99fkl-iney7k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k99fkl-iney7k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99fkl-iney7k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7T20:12:40.341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k99fkl-iney7k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k99fkl-iney7k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k99fkl-iney7k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