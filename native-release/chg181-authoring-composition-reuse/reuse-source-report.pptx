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k98yuo-xqzej5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k98yuo-xqzej5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k98yuo-xqzej5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09-27T20:12:18.672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98yuo-xqzej5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98yuo-xqzej5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