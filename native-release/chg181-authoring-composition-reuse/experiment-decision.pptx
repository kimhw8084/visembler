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k98hmn-g3lvvg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k98js3-7k4znw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786958" y="4417202"/>
            <a:ext cx="5604993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3518044" y="6590302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2543263" y="6526802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3518044" y="6183770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2543263" y="6120270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3518044" y="5777238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2543263" y="5713738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3518044" y="5370705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2543263" y="5307205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3518044" y="4964173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2543263" y="4900673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4751751.75" y="6105748"/>
            <a:ext cx="0.0" cy="41063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4495719.75" y="651638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4495719.75" y="6105748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4495719" y="6167344"/>
            <a:ext cx="512064" cy="2874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4495719.75" y="631106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203111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7219167.25" y="5038088"/>
            <a:ext cx="0.0" cy="1314044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6963135.25" y="6352132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6963135.25" y="503808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6963135" y="5284471"/>
            <a:ext cx="512064" cy="759682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6963135.25" y="5654046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670527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k98hmn-g3lvvg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7T20:11:56.351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k98js3-7k4znw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7T20:11:59.139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k98js3-7k4znw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k98hmn-g3lvvg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